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customXml/itemProps77.xml" ContentType="application/vnd.openxmlformats-officedocument.customXmlProperties+xml"/>
  <Override PartName="/customXml/itemProps78.xml" ContentType="application/vnd.openxmlformats-officedocument.customXmlProperties+xml"/>
  <Override PartName="/customXml/itemProps79.xml" ContentType="application/vnd.openxmlformats-officedocument.customXmlProperties+xml"/>
  <Override PartName="/customXml/itemProps80.xml" ContentType="application/vnd.openxmlformats-officedocument.customXmlProperties+xml"/>
  <Override PartName="/customXml/itemProps81.xml" ContentType="application/vnd.openxmlformats-officedocument.customXmlProperties+xml"/>
  <Override PartName="/customXml/itemProps82.xml" ContentType="application/vnd.openxmlformats-officedocument.customXmlPropertie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customXml/itemProps88.xml" ContentType="application/vnd.openxmlformats-officedocument.customXmlProperties+xml"/>
  <Override PartName="/customXml/itemProps89.xml" ContentType="application/vnd.openxmlformats-officedocument.customXmlProperties+xml"/>
  <Override PartName="/customXml/itemProps90.xml" ContentType="application/vnd.openxmlformats-officedocument.customXmlProperties+xml"/>
  <Override PartName="/customXml/itemProps91.xml" ContentType="application/vnd.openxmlformats-officedocument.customXmlProperties+xml"/>
  <Override PartName="/customXml/itemProps92.xml" ContentType="application/vnd.openxmlformats-officedocument.customXmlProperties+xml"/>
  <Override PartName="/customXml/itemProps93.xml" ContentType="application/vnd.openxmlformats-officedocument.customXmlProperties+xml"/>
  <Override PartName="/customXml/itemProps94.xml" ContentType="application/vnd.openxmlformats-officedocument.customXmlProperties+xml"/>
  <Override PartName="/customXml/itemProps95.xml" ContentType="application/vnd.openxmlformats-officedocument.customXmlProperties+xml"/>
  <Override PartName="/customXml/itemProps96.xml" ContentType="application/vnd.openxmlformats-officedocument.customXmlProperties+xml"/>
  <Override PartName="/customXml/itemProps97.xml" ContentType="application/vnd.openxmlformats-officedocument.customXmlProperties+xml"/>
  <Override PartName="/customXml/itemProps98.xml" ContentType="application/vnd.openxmlformats-officedocument.customXmlProperties+xml"/>
  <Override PartName="/customXml/itemProps99.xml" ContentType="application/vnd.openxmlformats-officedocument.customXmlProperties+xml"/>
  <Override PartName="/customXml/itemProps100.xml" ContentType="application/vnd.openxmlformats-officedocument.customXmlProperties+xml"/>
  <Override PartName="/customXml/itemProps101.xml" ContentType="application/vnd.openxmlformats-officedocument.customXmlProperties+xml"/>
  <Override PartName="/customXml/itemProps102.xml" ContentType="application/vnd.openxmlformats-officedocument.customXmlProperties+xml"/>
  <Override PartName="/customXml/itemProps103.xml" ContentType="application/vnd.openxmlformats-officedocument.customXmlProperties+xml"/>
  <Override PartName="/customXml/itemProps104.xml" ContentType="application/vnd.openxmlformats-officedocument.customXmlProperties+xml"/>
  <Override PartName="/customXml/itemProps105.xml" ContentType="application/vnd.openxmlformats-officedocument.customXmlProperties+xml"/>
  <Override PartName="/customXml/itemProps106.xml" ContentType="application/vnd.openxmlformats-officedocument.customXmlProperties+xml"/>
  <Override PartName="/customXml/itemProps107.xml" ContentType="application/vnd.openxmlformats-officedocument.customXmlProperties+xml"/>
  <Override PartName="/customXml/itemProps108.xml" ContentType="application/vnd.openxmlformats-officedocument.customXmlProperties+xml"/>
  <Override PartName="/customXml/itemProps109.xml" ContentType="application/vnd.openxmlformats-officedocument.customXmlProperties+xml"/>
  <Override PartName="/customXml/itemProps110.xml" ContentType="application/vnd.openxmlformats-officedocument.customXmlProperties+xml"/>
  <Override PartName="/customXml/itemProps111.xml" ContentType="application/vnd.openxmlformats-officedocument.customXmlProperties+xml"/>
  <Override PartName="/customXml/itemProps112.xml" ContentType="application/vnd.openxmlformats-officedocument.customXmlProperties+xml"/>
  <Override PartName="/customXml/itemProps113.xml" ContentType="application/vnd.openxmlformats-officedocument.customXmlProperties+xml"/>
  <Override PartName="/customXml/itemProps114.xml" ContentType="application/vnd.openxmlformats-officedocument.customXmlProperties+xml"/>
  <Override PartName="/customXml/itemProps115.xml" ContentType="application/vnd.openxmlformats-officedocument.customXmlProperties+xml"/>
  <Override PartName="/customXml/itemProps116.xml" ContentType="application/vnd.openxmlformats-officedocument.customXmlProperties+xml"/>
  <Override PartName="/customXml/itemProps117.xml" ContentType="application/vnd.openxmlformats-officedocument.customXmlProperties+xml"/>
  <Override PartName="/customXml/itemProps118.xml" ContentType="application/vnd.openxmlformats-officedocument.customXmlProperties+xml"/>
  <Override PartName="/customXml/itemProps119.xml" ContentType="application/vnd.openxmlformats-officedocument.customXmlProperties+xml"/>
  <Override PartName="/customXml/itemProps120.xml" ContentType="application/vnd.openxmlformats-officedocument.customXmlProperties+xml"/>
  <Override PartName="/customXml/itemProps121.xml" ContentType="application/vnd.openxmlformats-officedocument.customXmlProperties+xml"/>
  <Override PartName="/customXml/itemProps122.xml" ContentType="application/vnd.openxmlformats-officedocument.customXmlProperties+xml"/>
  <Override PartName="/customXml/itemProps123.xml" ContentType="application/vnd.openxmlformats-officedocument.customXmlProperties+xml"/>
  <Override PartName="/customXml/itemProps124.xml" ContentType="application/vnd.openxmlformats-officedocument.customXmlProperties+xml"/>
  <Override PartName="/customXml/itemProps125.xml" ContentType="application/vnd.openxmlformats-officedocument.customXmlProperties+xml"/>
  <Override PartName="/customXml/itemProps126.xml" ContentType="application/vnd.openxmlformats-officedocument.customXmlProperties+xml"/>
  <Override PartName="/customXml/itemProps127.xml" ContentType="application/vnd.openxmlformats-officedocument.customXmlProperties+xml"/>
  <Override PartName="/customXml/itemProps128.xml" ContentType="application/vnd.openxmlformats-officedocument.customXmlProperties+xml"/>
  <Override PartName="/customXml/itemProps129.xml" ContentType="application/vnd.openxmlformats-officedocument.customXmlProperties+xml"/>
  <Override PartName="/customXml/itemProps130.xml" ContentType="application/vnd.openxmlformats-officedocument.customXmlProperties+xml"/>
  <Override PartName="/customXml/itemProps131.xml" ContentType="application/vnd.openxmlformats-officedocument.customXmlProperties+xml"/>
  <Override PartName="/customXml/itemProps132.xml" ContentType="application/vnd.openxmlformats-officedocument.customXmlProperties+xml"/>
  <Override PartName="/customXml/itemProps133.xml" ContentType="application/vnd.openxmlformats-officedocument.customXmlProperties+xml"/>
  <Override PartName="/customXml/itemProps134.xml" ContentType="application/vnd.openxmlformats-officedocument.customXmlProperties+xml"/>
  <Override PartName="/customXml/itemProps135.xml" ContentType="application/vnd.openxmlformats-officedocument.customXmlProperties+xml"/>
  <Override PartName="/customXml/itemProps136.xml" ContentType="application/vnd.openxmlformats-officedocument.customXmlProperties+xml"/>
  <Override PartName="/customXml/itemProps137.xml" ContentType="application/vnd.openxmlformats-officedocument.customXmlProperties+xml"/>
  <Override PartName="/customXml/itemProps138.xml" ContentType="application/vnd.openxmlformats-officedocument.customXmlProperties+xml"/>
  <Override PartName="/customXml/itemProps139.xml" ContentType="application/vnd.openxmlformats-officedocument.customXmlProperties+xml"/>
  <Override PartName="/customXml/itemProps140.xml" ContentType="application/vnd.openxmlformats-officedocument.customXmlProperties+xml"/>
  <Override PartName="/customXml/itemProps141.xml" ContentType="application/vnd.openxmlformats-officedocument.customXmlProperties+xml"/>
  <Override PartName="/customXml/itemProps142.xml" ContentType="application/vnd.openxmlformats-officedocument.customXmlProperties+xml"/>
  <Override PartName="/customXml/itemProps143.xml" ContentType="application/vnd.openxmlformats-officedocument.customXmlProperties+xml"/>
  <Override PartName="/customXml/itemProps144.xml" ContentType="application/vnd.openxmlformats-officedocument.customXmlProperties+xml"/>
  <Override PartName="/customXml/itemProps145.xml" ContentType="application/vnd.openxmlformats-officedocument.customXmlProperties+xml"/>
  <Override PartName="/customXml/itemProps146.xml" ContentType="application/vnd.openxmlformats-officedocument.customXmlProperties+xml"/>
  <Override PartName="/customXml/itemProps147.xml" ContentType="application/vnd.openxmlformats-officedocument.customXmlProperties+xml"/>
  <Override PartName="/customXml/itemProps148.xml" ContentType="application/vnd.openxmlformats-officedocument.customXmlProperties+xml"/>
  <Override PartName="/customXml/itemProps149.xml" ContentType="application/vnd.openxmlformats-officedocument.customXmlProperties+xml"/>
  <Override PartName="/customXml/itemProps150.xml" ContentType="application/vnd.openxmlformats-officedocument.customXmlProperties+xml"/>
  <Override PartName="/customXml/itemProps151.xml" ContentType="application/vnd.openxmlformats-officedocument.customXmlProperties+xml"/>
  <Override PartName="/customXml/itemProps152.xml" ContentType="application/vnd.openxmlformats-officedocument.customXmlProperties+xml"/>
  <Override PartName="/customXml/itemProps153.xml" ContentType="application/vnd.openxmlformats-officedocument.customXmlProperties+xml"/>
  <Override PartName="/customXml/itemProps154.xml" ContentType="application/vnd.openxmlformats-officedocument.customXmlProperties+xml"/>
  <Override PartName="/customXml/itemProps155.xml" ContentType="application/vnd.openxmlformats-officedocument.customXmlProperties+xml"/>
  <Override PartName="/customXml/itemProps156.xml" ContentType="application/vnd.openxmlformats-officedocument.customXmlProperties+xml"/>
  <Override PartName="/customXml/itemProps157.xml" ContentType="application/vnd.openxmlformats-officedocument.customXmlProperties+xml"/>
  <Override PartName="/customXml/itemProps158.xml" ContentType="application/vnd.openxmlformats-officedocument.customXmlProperties+xml"/>
  <Override PartName="/customXml/itemProps159.xml" ContentType="application/vnd.openxmlformats-officedocument.customXmlProperties+xml"/>
  <Override PartName="/customXml/itemProps160.xml" ContentType="application/vnd.openxmlformats-officedocument.customXmlProperties+xml"/>
  <Override PartName="/customXml/itemProps161.xml" ContentType="application/vnd.openxmlformats-officedocument.customXmlProperties+xml"/>
  <Override PartName="/customXml/itemProps162.xml" ContentType="application/vnd.openxmlformats-officedocument.customXmlProperties+xml"/>
  <Override PartName="/customXml/itemProps163.xml" ContentType="application/vnd.openxmlformats-officedocument.customXmlProperties+xml"/>
  <Override PartName="/customXml/itemProps164.xml" ContentType="application/vnd.openxmlformats-officedocument.customXmlProperties+xml"/>
  <Override PartName="/customXml/itemProps165.xml" ContentType="application/vnd.openxmlformats-officedocument.customXmlProperties+xml"/>
  <Override PartName="/customXml/itemProps166.xml" ContentType="application/vnd.openxmlformats-officedocument.customXmlProperties+xml"/>
  <Override PartName="/customXml/itemProps167.xml" ContentType="application/vnd.openxmlformats-officedocument.customXmlProperties+xml"/>
  <Override PartName="/customXml/itemProps168.xml" ContentType="application/vnd.openxmlformats-officedocument.customXmlProperties+xml"/>
  <Override PartName="/customXml/itemProps169.xml" ContentType="application/vnd.openxmlformats-officedocument.customXmlProperties+xml"/>
  <Override PartName="/customXml/itemProps170.xml" ContentType="application/vnd.openxmlformats-officedocument.customXmlProperties+xml"/>
  <Override PartName="/customXml/itemProps171.xml" ContentType="application/vnd.openxmlformats-officedocument.customXmlProperties+xml"/>
  <Override PartName="/customXml/itemProps172.xml" ContentType="application/vnd.openxmlformats-officedocument.customXmlProperties+xml"/>
  <Override PartName="/customXml/itemProps173.xml" ContentType="application/vnd.openxmlformats-officedocument.customXmlProperties+xml"/>
  <Override PartName="/customXml/itemProps174.xml" ContentType="application/vnd.openxmlformats-officedocument.customXmlProperties+xml"/>
  <Override PartName="/customXml/itemProps175.xml" ContentType="application/vnd.openxmlformats-officedocument.customXmlProperties+xml"/>
  <Override PartName="/customXml/itemProps176.xml" ContentType="application/vnd.openxmlformats-officedocument.customXmlProperties+xml"/>
  <Override PartName="/customXml/itemProps177.xml" ContentType="application/vnd.openxmlformats-officedocument.customXmlProperties+xml"/>
  <Override PartName="/customXml/itemProps178.xml" ContentType="application/vnd.openxmlformats-officedocument.customXmlProperties+xml"/>
  <Override PartName="/customXml/itemProps179.xml" ContentType="application/vnd.openxmlformats-officedocument.customXmlProperties+xml"/>
  <Override PartName="/customXml/itemProps180.xml" ContentType="application/vnd.openxmlformats-officedocument.customXmlProperties+xml"/>
  <Override PartName="/customXml/itemProps181.xml" ContentType="application/vnd.openxmlformats-officedocument.customXmlProperties+xml"/>
  <Override PartName="/customXml/itemProps182.xml" ContentType="application/vnd.openxmlformats-officedocument.customXmlProperties+xml"/>
  <Override PartName="/customXml/itemProps183.xml" ContentType="application/vnd.openxmlformats-officedocument.customXmlProperties+xml"/>
  <Override PartName="/customXml/itemProps184.xml" ContentType="application/vnd.openxmlformats-officedocument.customXmlProperties+xml"/>
  <Override PartName="/customXml/itemProps185.xml" ContentType="application/vnd.openxmlformats-officedocument.customXmlProperties+xml"/>
  <Override PartName="/customXml/itemProps186.xml" ContentType="application/vnd.openxmlformats-officedocument.customXmlProperties+xml"/>
  <Override PartName="/customXml/itemProps187.xml" ContentType="application/vnd.openxmlformats-officedocument.customXmlProperties+xml"/>
  <Override PartName="/customXml/itemProps188.xml" ContentType="application/vnd.openxmlformats-officedocument.customXmlProperties+xml"/>
  <Override PartName="/customXml/itemProps189.xml" ContentType="application/vnd.openxmlformats-officedocument.customXmlProperties+xml"/>
  <Override PartName="/customXml/itemProps190.xml" ContentType="application/vnd.openxmlformats-officedocument.customXmlProperties+xml"/>
  <Override PartName="/customXml/itemProps191.xml" ContentType="application/vnd.openxmlformats-officedocument.customXmlProperties+xml"/>
  <Override PartName="/customXml/itemProps192.xml" ContentType="application/vnd.openxmlformats-officedocument.customXmlProperties+xml"/>
  <Override PartName="/customXml/itemProps193.xml" ContentType="application/vnd.openxmlformats-officedocument.customXmlProperties+xml"/>
  <Override PartName="/customXml/itemProps194.xml" ContentType="application/vnd.openxmlformats-officedocument.customXmlProperties+xml"/>
  <Override PartName="/customXml/itemProps195.xml" ContentType="application/vnd.openxmlformats-officedocument.customXmlProperties+xml"/>
  <Override PartName="/customXml/itemProps196.xml" ContentType="application/vnd.openxmlformats-officedocument.customXmlProperties+xml"/>
  <Override PartName="/customXml/itemProps197.xml" ContentType="application/vnd.openxmlformats-officedocument.customXmlProperties+xml"/>
  <Override PartName="/customXml/itemProps198.xml" ContentType="application/vnd.openxmlformats-officedocument.customXmlProperties+xml"/>
  <Override PartName="/customXml/itemProps199.xml" ContentType="application/vnd.openxmlformats-officedocument.customXmlProperties+xml"/>
  <Override PartName="/customXml/itemProps200.xml" ContentType="application/vnd.openxmlformats-officedocument.customXmlProperties+xml"/>
  <Override PartName="/customXml/itemProps201.xml" ContentType="application/vnd.openxmlformats-officedocument.customXmlProperties+xml"/>
  <Override PartName="/customXml/itemProps202.xml" ContentType="application/vnd.openxmlformats-officedocument.customXmlProperties+xml"/>
  <Override PartName="/customXml/itemProps203.xml" ContentType="application/vnd.openxmlformats-officedocument.customXmlProperties+xml"/>
  <Override PartName="/customXml/itemProps204.xml" ContentType="application/vnd.openxmlformats-officedocument.customXmlProperties+xml"/>
  <Override PartName="/customXml/itemProps205.xml" ContentType="application/vnd.openxmlformats-officedocument.customXmlProperties+xml"/>
  <Override PartName="/customXml/itemProps206.xml" ContentType="application/vnd.openxmlformats-officedocument.customXmlProperties+xml"/>
  <Override PartName="/customXml/itemProps207.xml" ContentType="application/vnd.openxmlformats-officedocument.customXmlProperties+xml"/>
  <Override PartName="/customXml/itemProps208.xml" ContentType="application/vnd.openxmlformats-officedocument.customXmlProperties+xml"/>
  <Override PartName="/customXml/itemProps209.xml" ContentType="application/vnd.openxmlformats-officedocument.customXmlProperties+xml"/>
  <Override PartName="/customXml/itemProps210.xml" ContentType="application/vnd.openxmlformats-officedocument.customXmlProperties+xml"/>
  <Override PartName="/customXml/itemProps211.xml" ContentType="application/vnd.openxmlformats-officedocument.customXmlProperties+xml"/>
  <Override PartName="/customXml/itemProps212.xml" ContentType="application/vnd.openxmlformats-officedocument.customXmlProperties+xml"/>
  <Override PartName="/customXml/itemProps213.xml" ContentType="application/vnd.openxmlformats-officedocument.customXmlProperties+xml"/>
  <Override PartName="/customXml/itemProps214.xml" ContentType="application/vnd.openxmlformats-officedocument.customXmlProperties+xml"/>
  <Override PartName="/customXml/itemProps215.xml" ContentType="application/vnd.openxmlformats-officedocument.customXmlProperties+xml"/>
  <Override PartName="/customXml/itemProps216.xml" ContentType="application/vnd.openxmlformats-officedocument.customXmlProperties+xml"/>
  <Override PartName="/customXml/itemProps217.xml" ContentType="application/vnd.openxmlformats-officedocument.customXmlProperties+xml"/>
  <Override PartName="/customXml/itemProps218.xml" ContentType="application/vnd.openxmlformats-officedocument.customXmlProperties+xml"/>
  <Override PartName="/customXml/itemProps219.xml" ContentType="application/vnd.openxmlformats-officedocument.customXmlProperties+xml"/>
  <Override PartName="/customXml/itemProps220.xml" ContentType="application/vnd.openxmlformats-officedocument.customXmlProperties+xml"/>
  <Override PartName="/customXml/itemProps221.xml" ContentType="application/vnd.openxmlformats-officedocument.customXmlProperties+xml"/>
  <Override PartName="/customXml/itemProps222.xml" ContentType="application/vnd.openxmlformats-officedocument.customXmlProperties+xml"/>
  <Override PartName="/customXml/itemProps223.xml" ContentType="application/vnd.openxmlformats-officedocument.customXmlProperties+xml"/>
  <Override PartName="/customXml/itemProps224.xml" ContentType="application/vnd.openxmlformats-officedocument.customXmlProperties+xml"/>
  <Override PartName="/customXml/itemProps225.xml" ContentType="application/vnd.openxmlformats-officedocument.customXmlProperties+xml"/>
  <Override PartName="/customXml/itemProps226.xml" ContentType="application/vnd.openxmlformats-officedocument.customXmlProperties+xml"/>
  <Override PartName="/customXml/itemProps227.xml" ContentType="application/vnd.openxmlformats-officedocument.customXmlProperties+xml"/>
  <Override PartName="/customXml/itemProps228.xml" ContentType="application/vnd.openxmlformats-officedocument.customXmlProperties+xml"/>
  <Override PartName="/customXml/itemProps229.xml" ContentType="application/vnd.openxmlformats-officedocument.customXmlProperties+xml"/>
  <Override PartName="/customXml/itemProps230.xml" ContentType="application/vnd.openxmlformats-officedocument.customXmlProperties+xml"/>
  <Override PartName="/customXml/itemProps231.xml" ContentType="application/vnd.openxmlformats-officedocument.customXmlProperties+xml"/>
  <Override PartName="/customXml/itemProps232.xml" ContentType="application/vnd.openxmlformats-officedocument.customXmlProperties+xml"/>
  <Override PartName="/customXml/itemProps233.xml" ContentType="application/vnd.openxmlformats-officedocument.customXmlProperties+xml"/>
  <Override PartName="/customXml/itemProps234.xml" ContentType="application/vnd.openxmlformats-officedocument.customXmlProperties+xml"/>
  <Override PartName="/customXml/itemProps235.xml" ContentType="application/vnd.openxmlformats-officedocument.customXmlProperties+xml"/>
  <Override PartName="/customXml/itemProps236.xml" ContentType="application/vnd.openxmlformats-officedocument.customXmlProperties+xml"/>
  <Override PartName="/customXml/itemProps237.xml" ContentType="application/vnd.openxmlformats-officedocument.customXmlProperties+xml"/>
  <Override PartName="/customXml/itemProps238.xml" ContentType="application/vnd.openxmlformats-officedocument.customXmlProperties+xml"/>
  <Override PartName="/customXml/itemProps239.xml" ContentType="application/vnd.openxmlformats-officedocument.customXmlProperties+xml"/>
  <Override PartName="/customXml/itemProps240.xml" ContentType="application/vnd.openxmlformats-officedocument.customXmlProperties+xml"/>
  <Override PartName="/customXml/itemProps241.xml" ContentType="application/vnd.openxmlformats-officedocument.customXmlProperties+xml"/>
  <Override PartName="/customXml/itemProps242.xml" ContentType="application/vnd.openxmlformats-officedocument.customXmlProperties+xml"/>
  <Override PartName="/customXml/itemProps243.xml" ContentType="application/vnd.openxmlformats-officedocument.customXmlProperties+xml"/>
  <Override PartName="/customXml/itemProps244.xml" ContentType="application/vnd.openxmlformats-officedocument.customXmlProperties+xml"/>
  <Override PartName="/customXml/itemProps245.xml" ContentType="application/vnd.openxmlformats-officedocument.customXmlProperties+xml"/>
  <Override PartName="/customXml/itemProps246.xml" ContentType="application/vnd.openxmlformats-officedocument.customXmlProperties+xml"/>
  <Override PartName="/customXml/itemProps247.xml" ContentType="application/vnd.openxmlformats-officedocument.customXmlProperties+xml"/>
  <Override PartName="/customXml/itemProps248.xml" ContentType="application/vnd.openxmlformats-officedocument.customXmlProperties+xml"/>
  <Override PartName="/customXml/itemProps249.xml" ContentType="application/vnd.openxmlformats-officedocument.customXmlProperties+xml"/>
  <Override PartName="/customXml/itemProps250.xml" ContentType="application/vnd.openxmlformats-officedocument.customXmlProperties+xml"/>
  <Override PartName="/customXml/itemProps251.xml" ContentType="application/vnd.openxmlformats-officedocument.customXmlProperties+xml"/>
  <Override PartName="/customXml/itemProps252.xml" ContentType="application/vnd.openxmlformats-officedocument.customXmlProperties+xml"/>
  <Override PartName="/customXml/itemProps253.xml" ContentType="application/vnd.openxmlformats-officedocument.customXmlProperties+xml"/>
  <Override PartName="/customXml/itemProps254.xml" ContentType="application/vnd.openxmlformats-officedocument.customXmlProperties+xml"/>
  <Override PartName="/customXml/itemProps255.xml" ContentType="application/vnd.openxmlformats-officedocument.customXmlProperties+xml"/>
  <Override PartName="/customXml/itemProps256.xml" ContentType="application/vnd.openxmlformats-officedocument.customXmlProperties+xml"/>
  <Override PartName="/customXml/itemProps257.xml" ContentType="application/vnd.openxmlformats-officedocument.customXmlProperties+xml"/>
  <Override PartName="/customXml/itemProps258.xml" ContentType="application/vnd.openxmlformats-officedocument.customXmlProperties+xml"/>
  <Override PartName="/customXml/itemProps259.xml" ContentType="application/vnd.openxmlformats-officedocument.customXmlProperties+xml"/>
  <Override PartName="/customXml/itemProps260.xml" ContentType="application/vnd.openxmlformats-officedocument.customXmlProperties+xml"/>
  <Override PartName="/customXml/itemProps261.xml" ContentType="application/vnd.openxmlformats-officedocument.customXmlProperties+xml"/>
  <Override PartName="/customXml/itemProps262.xml" ContentType="application/vnd.openxmlformats-officedocument.customXmlProperties+xml"/>
  <Override PartName="/customXml/itemProps263.xml" ContentType="application/vnd.openxmlformats-officedocument.customXmlProperties+xml"/>
  <Override PartName="/customXml/itemProps264.xml" ContentType="application/vnd.openxmlformats-officedocument.customXmlProperties+xml"/>
  <Override PartName="/customXml/itemProps265.xml" ContentType="application/vnd.openxmlformats-officedocument.customXmlProperties+xml"/>
  <Override PartName="/customXml/itemProps266.xml" ContentType="application/vnd.openxmlformats-officedocument.customXmlProperties+xml"/>
  <Override PartName="/customXml/itemProps267.xml" ContentType="application/vnd.openxmlformats-officedocument.customXmlProperties+xml"/>
  <Override PartName="/customXml/itemProps268.xml" ContentType="application/vnd.openxmlformats-officedocument.customXmlProperties+xml"/>
  <Override PartName="/customXml/itemProps269.xml" ContentType="application/vnd.openxmlformats-officedocument.customXmlProperties+xml"/>
  <Override PartName="/customXml/itemProps270.xml" ContentType="application/vnd.openxmlformats-officedocument.customXmlProperties+xml"/>
  <Override PartName="/customXml/itemProps271.xml" ContentType="application/vnd.openxmlformats-officedocument.customXmlProperties+xml"/>
  <Override PartName="/customXml/itemProps272.xml" ContentType="application/vnd.openxmlformats-officedocument.customXmlProperties+xml"/>
  <Override PartName="/customXml/itemProps273.xml" ContentType="application/vnd.openxmlformats-officedocument.customXmlProperties+xml"/>
  <Override PartName="/customXml/itemProps274.xml" ContentType="application/vnd.openxmlformats-officedocument.customXmlProperties+xml"/>
  <Override PartName="/customXml/itemProps275.xml" ContentType="application/vnd.openxmlformats-officedocument.customXmlProperties+xml"/>
  <Override PartName="/customXml/itemProps276.xml" ContentType="application/vnd.openxmlformats-officedocument.customXmlProperties+xml"/>
  <Override PartName="/customXml/itemProps277.xml" ContentType="application/vnd.openxmlformats-officedocument.customXmlProperties+xml"/>
  <Override PartName="/customXml/itemProps278.xml" ContentType="application/vnd.openxmlformats-officedocument.customXmlProperties+xml"/>
  <Override PartName="/customXml/itemProps279.xml" ContentType="application/vnd.openxmlformats-officedocument.customXmlProperties+xml"/>
  <Override PartName="/customXml/itemProps280.xml" ContentType="application/vnd.openxmlformats-officedocument.customXmlProperties+xml"/>
  <Override PartName="/customXml/itemProps281.xml" ContentType="application/vnd.openxmlformats-officedocument.customXmlProperties+xml"/>
  <Override PartName="/customXml/itemProps282.xml" ContentType="application/vnd.openxmlformats-officedocument.customXmlProperties+xml"/>
  <Override PartName="/customXml/itemProps283.xml" ContentType="application/vnd.openxmlformats-officedocument.customXmlProperties+xml"/>
  <Override PartName="/customXml/itemProps284.xml" ContentType="application/vnd.openxmlformats-officedocument.customXmlProperties+xml"/>
  <Override PartName="/customXml/itemProps285.xml" ContentType="application/vnd.openxmlformats-officedocument.customXmlProperties+xml"/>
  <Override PartName="/customXml/itemProps286.xml" ContentType="application/vnd.openxmlformats-officedocument.customXmlProperties+xml"/>
  <Override PartName="/customXml/itemProps287.xml" ContentType="application/vnd.openxmlformats-officedocument.customXmlProperties+xml"/>
  <Override PartName="/customXml/itemProps288.xml" ContentType="application/vnd.openxmlformats-officedocument.customXmlProperties+xml"/>
  <Override PartName="/customXml/itemProps289.xml" ContentType="application/vnd.openxmlformats-officedocument.customXmlProperties+xml"/>
  <Override PartName="/customXml/itemProps290.xml" ContentType="application/vnd.openxmlformats-officedocument.customXmlProperties+xml"/>
  <Override PartName="/customXml/itemProps291.xml" ContentType="application/vnd.openxmlformats-officedocument.customXmlProperties+xml"/>
  <Override PartName="/customXml/itemProps292.xml" ContentType="application/vnd.openxmlformats-officedocument.customXmlProperties+xml"/>
  <Override PartName="/customXml/itemProps293.xml" ContentType="application/vnd.openxmlformats-officedocument.customXmlProperties+xml"/>
  <Override PartName="/customXml/itemProps294.xml" ContentType="application/vnd.openxmlformats-officedocument.customXmlProperties+xml"/>
  <Override PartName="/customXml/itemProps295.xml" ContentType="application/vnd.openxmlformats-officedocument.customXmlProperties+xml"/>
  <Override PartName="/customXml/itemProps296.xml" ContentType="application/vnd.openxmlformats-officedocument.customXmlProperties+xml"/>
  <Override PartName="/customXml/itemProps297.xml" ContentType="application/vnd.openxmlformats-officedocument.customXmlProperties+xml"/>
  <Override PartName="/customXml/itemProps298.xml" ContentType="application/vnd.openxmlformats-officedocument.customXmlProperties+xml"/>
  <Override PartName="/customXml/itemProps299.xml" ContentType="application/vnd.openxmlformats-officedocument.customXmlProperties+xml"/>
  <Override PartName="/customXml/itemProps300.xml" ContentType="application/vnd.openxmlformats-officedocument.customXmlProperties+xml"/>
  <Override PartName="/customXml/itemProps301.xml" ContentType="application/vnd.openxmlformats-officedocument.customXmlProperties+xml"/>
  <Override PartName="/customXml/itemProps302.xml" ContentType="application/vnd.openxmlformats-officedocument.customXmlProperties+xml"/>
  <Override PartName="/customXml/itemProps303.xml" ContentType="application/vnd.openxmlformats-officedocument.customXmlProperties+xml"/>
  <Override PartName="/customXml/itemProps304.xml" ContentType="application/vnd.openxmlformats-officedocument.customXmlProperties+xml"/>
  <Override PartName="/customXml/itemProps305.xml" ContentType="application/vnd.openxmlformats-officedocument.customXmlProperties+xml"/>
  <Override PartName="/customXml/itemProps306.xml" ContentType="application/vnd.openxmlformats-officedocument.customXmlProperties+xml"/>
  <Override PartName="/customXml/itemProps307.xml" ContentType="application/vnd.openxmlformats-officedocument.customXmlProperties+xml"/>
  <Override PartName="/customXml/itemProps308.xml" ContentType="application/vnd.openxmlformats-officedocument.customXmlProperties+xml"/>
  <Override PartName="/customXml/itemProps309.xml" ContentType="application/vnd.openxmlformats-officedocument.customXmlProperties+xml"/>
  <Override PartName="/customXml/itemProps310.xml" ContentType="application/vnd.openxmlformats-officedocument.customXmlProperties+xml"/>
  <Override PartName="/customXml/itemProps311.xml" ContentType="application/vnd.openxmlformats-officedocument.customXmlProperties+xml"/>
  <Override PartName="/customXml/itemProps312.xml" ContentType="application/vnd.openxmlformats-officedocument.customXmlProperties+xml"/>
  <Override PartName="/customXml/itemProps313.xml" ContentType="application/vnd.openxmlformats-officedocument.customXmlProperties+xml"/>
  <Override PartName="/customXml/itemProps314.xml" ContentType="application/vnd.openxmlformats-officedocument.customXmlProperties+xml"/>
  <Override PartName="/customXml/itemProps315.xml" ContentType="application/vnd.openxmlformats-officedocument.customXmlProperties+xml"/>
  <Override PartName="/customXml/itemProps316.xml" ContentType="application/vnd.openxmlformats-officedocument.customXmlProperties+xml"/>
  <Override PartName="/customXml/itemProps317.xml" ContentType="application/vnd.openxmlformats-officedocument.customXmlProperties+xml"/>
  <Override PartName="/customXml/itemProps318.xml" ContentType="application/vnd.openxmlformats-officedocument.customXmlProperties+xml"/>
  <Override PartName="/customXml/itemProps319.xml" ContentType="application/vnd.openxmlformats-officedocument.customXmlProperties+xml"/>
  <Override PartName="/customXml/itemProps320.xml" ContentType="application/vnd.openxmlformats-officedocument.customXmlProperties+xml"/>
  <Override PartName="/customXml/itemProps321.xml" ContentType="application/vnd.openxmlformats-officedocument.customXmlProperties+xml"/>
  <Override PartName="/customXml/itemProps322.xml" ContentType="application/vnd.openxmlformats-officedocument.customXmlProperties+xml"/>
  <Override PartName="/customXml/itemProps323.xml" ContentType="application/vnd.openxmlformats-officedocument.customXmlProperties+xml"/>
  <Override PartName="/customXml/itemProps324.xml" ContentType="application/vnd.openxmlformats-officedocument.customXmlProperties+xml"/>
  <Override PartName="/customXml/itemProps325.xml" ContentType="application/vnd.openxmlformats-officedocument.customXmlProperties+xml"/>
  <Override PartName="/customXml/itemProps326.xml" ContentType="application/vnd.openxmlformats-officedocument.customXmlProperties+xml"/>
  <Override PartName="/customXml/itemProps327.xml" ContentType="application/vnd.openxmlformats-officedocument.customXmlProperties+xml"/>
  <Override PartName="/customXml/itemProps328.xml" ContentType="application/vnd.openxmlformats-officedocument.customXmlProperties+xml"/>
  <Override PartName="/customXml/itemProps329.xml" ContentType="application/vnd.openxmlformats-officedocument.customXmlProperties+xml"/>
  <Override PartName="/customXml/itemProps330.xml" ContentType="application/vnd.openxmlformats-officedocument.customXmlProperties+xml"/>
  <Override PartName="/customXml/itemProps331.xml" ContentType="application/vnd.openxmlformats-officedocument.customXmlProperties+xml"/>
  <Override PartName="/customXml/itemProps332.xml" ContentType="application/vnd.openxmlformats-officedocument.customXmlProperties+xml"/>
  <Override PartName="/customXml/itemProps333.xml" ContentType="application/vnd.openxmlformats-officedocument.customXmlProperties+xml"/>
  <Override PartName="/customXml/itemProps334.xml" ContentType="application/vnd.openxmlformats-officedocument.customXmlProperties+xml"/>
  <Override PartName="/customXml/itemProps335.xml" ContentType="application/vnd.openxmlformats-officedocument.customXmlProperties+xml"/>
  <Override PartName="/customXml/itemProps336.xml" ContentType="application/vnd.openxmlformats-officedocument.customXmlProperties+xml"/>
  <Override PartName="/customXml/itemProps337.xml" ContentType="application/vnd.openxmlformats-officedocument.customXmlProperties+xml"/>
  <Override PartName="/customXml/itemProps338.xml" ContentType="application/vnd.openxmlformats-officedocument.customXmlProperties+xml"/>
  <Override PartName="/customXml/itemProps339.xml" ContentType="application/vnd.openxmlformats-officedocument.customXmlProperties+xml"/>
  <Override PartName="/customXml/itemProps340.xml" ContentType="application/vnd.openxmlformats-officedocument.customXmlProperties+xml"/>
  <Override PartName="/customXml/itemProps341.xml" ContentType="application/vnd.openxmlformats-officedocument.customXmlProperties+xml"/>
  <Override PartName="/customXml/itemProps342.xml" ContentType="application/vnd.openxmlformats-officedocument.customXmlProperties+xml"/>
  <Override PartName="/customXml/itemProps343.xml" ContentType="application/vnd.openxmlformats-officedocument.customXmlProperties+xml"/>
  <Override PartName="/customXml/itemProps344.xml" ContentType="application/vnd.openxmlformats-officedocument.customXmlProperties+xml"/>
  <Override PartName="/customXml/itemProps345.xml" ContentType="application/vnd.openxmlformats-officedocument.customXmlProperties+xml"/>
  <Override PartName="/customXml/itemProps346.xml" ContentType="application/vnd.openxmlformats-officedocument.customXmlProperties+xml"/>
  <Override PartName="/customXml/itemProps347.xml" ContentType="application/vnd.openxmlformats-officedocument.customXmlProperties+xml"/>
  <Override PartName="/customXml/itemProps348.xml" ContentType="application/vnd.openxmlformats-officedocument.customXmlProperties+xml"/>
  <Override PartName="/customXml/itemProps349.xml" ContentType="application/vnd.openxmlformats-officedocument.customXmlProperties+xml"/>
  <Override PartName="/customXml/itemProps350.xml" ContentType="application/vnd.openxmlformats-officedocument.customXmlProperties+xml"/>
  <Override PartName="/customXml/itemProps351.xml" ContentType="application/vnd.openxmlformats-officedocument.customXmlProperties+xml"/>
  <Override PartName="/customXml/itemProps352.xml" ContentType="application/vnd.openxmlformats-officedocument.customXmlProperties+xml"/>
  <Override PartName="/customXml/itemProps353.xml" ContentType="application/vnd.openxmlformats-officedocument.customXmlProperties+xml"/>
  <Override PartName="/customXml/itemProps354.xml" ContentType="application/vnd.openxmlformats-officedocument.customXmlProperties+xml"/>
  <Override PartName="/customXml/itemProps355.xml" ContentType="application/vnd.openxmlformats-officedocument.customXmlProperties+xml"/>
  <Override PartName="/customXml/itemProps356.xml" ContentType="application/vnd.openxmlformats-officedocument.customXmlProperties+xml"/>
  <Override PartName="/customXml/itemProps357.xml" ContentType="application/vnd.openxmlformats-officedocument.customXmlProperties+xml"/>
  <Override PartName="/customXml/itemProps358.xml" ContentType="application/vnd.openxmlformats-officedocument.customXmlProperties+xml"/>
  <Override PartName="/customXml/itemProps359.xml" ContentType="application/vnd.openxmlformats-officedocument.customXmlProperties+xml"/>
  <Override PartName="/customXml/itemProps360.xml" ContentType="application/vnd.openxmlformats-officedocument.customXmlProperties+xml"/>
  <Override PartName="/customXml/itemProps361.xml" ContentType="application/vnd.openxmlformats-officedocument.customXmlProperties+xml"/>
  <Override PartName="/customXml/itemProps362.xml" ContentType="application/vnd.openxmlformats-officedocument.customXmlProperties+xml"/>
  <Override PartName="/customXml/itemProps363.xml" ContentType="application/vnd.openxmlformats-officedocument.customXmlProperties+xml"/>
  <Override PartName="/customXml/itemProps364.xml" ContentType="application/vnd.openxmlformats-officedocument.customXmlProperties+xml"/>
  <Override PartName="/customXml/itemProps365.xml" ContentType="application/vnd.openxmlformats-officedocument.customXmlProperties+xml"/>
  <Override PartName="/customXml/itemProps366.xml" ContentType="application/vnd.openxmlformats-officedocument.customXmlProperties+xml"/>
  <Override PartName="/customXml/itemProps367.xml" ContentType="application/vnd.openxmlformats-officedocument.customXmlProperties+xml"/>
  <Override PartName="/customXml/itemProps368.xml" ContentType="application/vnd.openxmlformats-officedocument.customXmlProperties+xml"/>
  <Override PartName="/customXml/itemProps369.xml" ContentType="application/vnd.openxmlformats-officedocument.customXmlProperties+xml"/>
  <Override PartName="/customXml/itemProps370.xml" ContentType="application/vnd.openxmlformats-officedocument.customXmlProperties+xml"/>
  <Override PartName="/customXml/itemProps371.xml" ContentType="application/vnd.openxmlformats-officedocument.customXmlProperties+xml"/>
  <Override PartName="/customXml/itemProps372.xml" ContentType="application/vnd.openxmlformats-officedocument.customXmlProperties+xml"/>
  <Override PartName="/customXml/itemProps373.xml" ContentType="application/vnd.openxmlformats-officedocument.customXmlProperties+xml"/>
  <Override PartName="/customXml/itemProps374.xml" ContentType="application/vnd.openxmlformats-officedocument.customXmlProperties+xml"/>
  <Override PartName="/customXml/itemProps375.xml" ContentType="application/vnd.openxmlformats-officedocument.customXmlProperties+xml"/>
  <Override PartName="/customXml/itemProps376.xml" ContentType="application/vnd.openxmlformats-officedocument.customXmlProperties+xml"/>
  <Override PartName="/customXml/itemProps377.xml" ContentType="application/vnd.openxmlformats-officedocument.customXmlProperties+xml"/>
  <Override PartName="/customXml/itemProps378.xml" ContentType="application/vnd.openxmlformats-officedocument.customXmlProperties+xml"/>
  <Override PartName="/customXml/itemProps379.xml" ContentType="application/vnd.openxmlformats-officedocument.customXmlProperties+xml"/>
  <Override PartName="/customXml/itemProps380.xml" ContentType="application/vnd.openxmlformats-officedocument.customXmlProperties+xml"/>
  <Override PartName="/customXml/itemProps381.xml" ContentType="application/vnd.openxmlformats-officedocument.customXmlProperties+xml"/>
  <Override PartName="/customXml/itemProps382.xml" ContentType="application/vnd.openxmlformats-officedocument.customXmlProperties+xml"/>
  <Override PartName="/customXml/itemProps383.xml" ContentType="application/vnd.openxmlformats-officedocument.customXmlProperties+xml"/>
  <Override PartName="/customXml/itemProps384.xml" ContentType="application/vnd.openxmlformats-officedocument.customXmlProperties+xml"/>
  <Override PartName="/customXml/itemProps385.xml" ContentType="application/vnd.openxmlformats-officedocument.customXmlProperties+xml"/>
  <Override PartName="/customXml/itemProps386.xml" ContentType="application/vnd.openxmlformats-officedocument.customXmlProperties+xml"/>
  <Override PartName="/customXml/itemProps387.xml" ContentType="application/vnd.openxmlformats-officedocument.customXmlProperties+xml"/>
  <Override PartName="/customXml/itemProps388.xml" ContentType="application/vnd.openxmlformats-officedocument.customXmlProperties+xml"/>
  <Override PartName="/customXml/itemProps389.xml" ContentType="application/vnd.openxmlformats-officedocument.customXmlProperties+xml"/>
  <Override PartName="/customXml/itemProps390.xml" ContentType="application/vnd.openxmlformats-officedocument.customXmlProperties+xml"/>
  <Override PartName="/customXml/itemProps391.xml" ContentType="application/vnd.openxmlformats-officedocument.customXmlProperties+xml"/>
  <Override PartName="/customXml/itemProps392.xml" ContentType="application/vnd.openxmlformats-officedocument.customXmlProperties+xml"/>
  <Override PartName="/customXml/itemProps393.xml" ContentType="application/vnd.openxmlformats-officedocument.customXmlProperties+xml"/>
  <Override PartName="/customXml/itemProps394.xml" ContentType="application/vnd.openxmlformats-officedocument.customXmlProperties+xml"/>
  <Override PartName="/customXml/itemProps395.xml" ContentType="application/vnd.openxmlformats-officedocument.customXmlProperties+xml"/>
  <Override PartName="/customXml/itemProps396.xml" ContentType="application/vnd.openxmlformats-officedocument.customXmlProperties+xml"/>
  <Override PartName="/customXml/itemProps397.xml" ContentType="application/vnd.openxmlformats-officedocument.customXmlProperties+xml"/>
  <Override PartName="/customXml/itemProps398.xml" ContentType="application/vnd.openxmlformats-officedocument.customXmlProperties+xml"/>
  <Override PartName="/customXml/itemProps399.xml" ContentType="application/vnd.openxmlformats-officedocument.customXmlProperties+xml"/>
  <Override PartName="/customXml/itemProps400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ppt/tags/tag9.xml" ContentType="application/vnd.openxmlformats-officedocument.presentationml.tags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5.xml" ContentType="application/vnd.openxmlformats-officedocument.theme+xml"/>
  <Override PartName="/ppt/tags/tag10.xml" ContentType="application/vnd.openxmlformats-officedocument.presentationml.tags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6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7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8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9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notesSlides/notesSlide1.xml" ContentType="application/vnd.openxmlformats-officedocument.presentationml.notesSlide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notesSlides/notesSlide2.xml" ContentType="application/vnd.openxmlformats-officedocument.presentationml.notesSlide+xml"/>
  <Override PartName="/ppt/charts/chart9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notesSlides/notesSlide3.xml" ContentType="application/vnd.openxmlformats-officedocument.presentationml.notesSlide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0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01"/>
    <p:sldMasterId id="2147483666" r:id="rId402"/>
    <p:sldMasterId id="2147483690" r:id="rId403"/>
    <p:sldMasterId id="2147483714" r:id="rId404"/>
    <p:sldMasterId id="2147483726" r:id="rId405"/>
    <p:sldMasterId id="2147483738" r:id="rId406"/>
    <p:sldMasterId id="2147483756" r:id="rId407"/>
    <p:sldMasterId id="2147483774" r:id="rId408"/>
  </p:sldMasterIdLst>
  <p:notesMasterIdLst>
    <p:notesMasterId r:id="rId426"/>
  </p:notesMasterIdLst>
  <p:sldIdLst>
    <p:sldId id="2147483575" r:id="rId409"/>
    <p:sldId id="2147483574" r:id="rId410"/>
    <p:sldId id="2147482867" r:id="rId411"/>
    <p:sldId id="2147475514" r:id="rId412"/>
    <p:sldId id="2147483615" r:id="rId413"/>
    <p:sldId id="2147483636" r:id="rId414"/>
    <p:sldId id="2147483628" r:id="rId415"/>
    <p:sldId id="2147483629" r:id="rId416"/>
    <p:sldId id="2147483630" r:id="rId417"/>
    <p:sldId id="2147483619" r:id="rId418"/>
    <p:sldId id="2147482848" r:id="rId419"/>
    <p:sldId id="2147483612" r:id="rId420"/>
    <p:sldId id="2147483635" r:id="rId421"/>
    <p:sldId id="2147483631" r:id="rId422"/>
    <p:sldId id="2147483632" r:id="rId423"/>
    <p:sldId id="2147483633" r:id="rId424"/>
    <p:sldId id="2147483634" r:id="rId4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9B71D2-977C-4DBF-B885-C7B12A656C06}" v="25" dt="2026-06-25T07:19:45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customXml" Target="../customXml/item117.xml"/><Relationship Id="rId299" Type="http://schemas.openxmlformats.org/officeDocument/2006/relationships/customXml" Target="../customXml/item299.xml"/><Relationship Id="rId21" Type="http://schemas.openxmlformats.org/officeDocument/2006/relationships/customXml" Target="../customXml/item21.xml"/><Relationship Id="rId63" Type="http://schemas.openxmlformats.org/officeDocument/2006/relationships/customXml" Target="../customXml/item63.xml"/><Relationship Id="rId159" Type="http://schemas.openxmlformats.org/officeDocument/2006/relationships/customXml" Target="../customXml/item159.xml"/><Relationship Id="rId324" Type="http://schemas.openxmlformats.org/officeDocument/2006/relationships/customXml" Target="../customXml/item324.xml"/><Relationship Id="rId366" Type="http://schemas.openxmlformats.org/officeDocument/2006/relationships/customXml" Target="../customXml/item366.xml"/><Relationship Id="rId170" Type="http://schemas.openxmlformats.org/officeDocument/2006/relationships/customXml" Target="../customXml/item170.xml"/><Relationship Id="rId226" Type="http://schemas.openxmlformats.org/officeDocument/2006/relationships/customXml" Target="../customXml/item226.xml"/><Relationship Id="rId268" Type="http://schemas.openxmlformats.org/officeDocument/2006/relationships/customXml" Target="../customXml/item268.xml"/><Relationship Id="rId32" Type="http://schemas.openxmlformats.org/officeDocument/2006/relationships/customXml" Target="../customXml/item32.xml"/><Relationship Id="rId74" Type="http://schemas.openxmlformats.org/officeDocument/2006/relationships/customXml" Target="../customXml/item74.xml"/><Relationship Id="rId128" Type="http://schemas.openxmlformats.org/officeDocument/2006/relationships/customXml" Target="../customXml/item128.xml"/><Relationship Id="rId335" Type="http://schemas.openxmlformats.org/officeDocument/2006/relationships/customXml" Target="../customXml/item335.xml"/><Relationship Id="rId377" Type="http://schemas.openxmlformats.org/officeDocument/2006/relationships/customXml" Target="../customXml/item377.xml"/><Relationship Id="rId5" Type="http://schemas.openxmlformats.org/officeDocument/2006/relationships/customXml" Target="../customXml/item5.xml"/><Relationship Id="rId181" Type="http://schemas.openxmlformats.org/officeDocument/2006/relationships/customXml" Target="../customXml/item181.xml"/><Relationship Id="rId237" Type="http://schemas.openxmlformats.org/officeDocument/2006/relationships/customXml" Target="../customXml/item237.xml"/><Relationship Id="rId402" Type="http://schemas.openxmlformats.org/officeDocument/2006/relationships/slideMaster" Target="slideMasters/slideMaster2.xml"/><Relationship Id="rId279" Type="http://schemas.openxmlformats.org/officeDocument/2006/relationships/customXml" Target="../customXml/item279.xml"/><Relationship Id="rId43" Type="http://schemas.openxmlformats.org/officeDocument/2006/relationships/customXml" Target="../customXml/item43.xml"/><Relationship Id="rId139" Type="http://schemas.openxmlformats.org/officeDocument/2006/relationships/customXml" Target="../customXml/item139.xml"/><Relationship Id="rId290" Type="http://schemas.openxmlformats.org/officeDocument/2006/relationships/customXml" Target="../customXml/item290.xml"/><Relationship Id="rId304" Type="http://schemas.openxmlformats.org/officeDocument/2006/relationships/customXml" Target="../customXml/item304.xml"/><Relationship Id="rId346" Type="http://schemas.openxmlformats.org/officeDocument/2006/relationships/customXml" Target="../customXml/item346.xml"/><Relationship Id="rId388" Type="http://schemas.openxmlformats.org/officeDocument/2006/relationships/customXml" Target="../customXml/item388.xml"/><Relationship Id="rId85" Type="http://schemas.openxmlformats.org/officeDocument/2006/relationships/customXml" Target="../customXml/item85.xml"/><Relationship Id="rId150" Type="http://schemas.openxmlformats.org/officeDocument/2006/relationships/customXml" Target="../customXml/item150.xml"/><Relationship Id="rId192" Type="http://schemas.openxmlformats.org/officeDocument/2006/relationships/customXml" Target="../customXml/item192.xml"/><Relationship Id="rId206" Type="http://schemas.openxmlformats.org/officeDocument/2006/relationships/customXml" Target="../customXml/item206.xml"/><Relationship Id="rId413" Type="http://schemas.openxmlformats.org/officeDocument/2006/relationships/slide" Target="slides/slide5.xml"/><Relationship Id="rId248" Type="http://schemas.openxmlformats.org/officeDocument/2006/relationships/customXml" Target="../customXml/item248.xml"/><Relationship Id="rId12" Type="http://schemas.openxmlformats.org/officeDocument/2006/relationships/customXml" Target="../customXml/item12.xml"/><Relationship Id="rId108" Type="http://schemas.openxmlformats.org/officeDocument/2006/relationships/customXml" Target="../customXml/item108.xml"/><Relationship Id="rId315" Type="http://schemas.openxmlformats.org/officeDocument/2006/relationships/customXml" Target="../customXml/item315.xml"/><Relationship Id="rId357" Type="http://schemas.openxmlformats.org/officeDocument/2006/relationships/customXml" Target="../customXml/item357.xml"/><Relationship Id="rId54" Type="http://schemas.openxmlformats.org/officeDocument/2006/relationships/customXml" Target="../customXml/item54.xml"/><Relationship Id="rId96" Type="http://schemas.openxmlformats.org/officeDocument/2006/relationships/customXml" Target="../customXml/item96.xml"/><Relationship Id="rId161" Type="http://schemas.openxmlformats.org/officeDocument/2006/relationships/customXml" Target="../customXml/item161.xml"/><Relationship Id="rId217" Type="http://schemas.openxmlformats.org/officeDocument/2006/relationships/customXml" Target="../customXml/item217.xml"/><Relationship Id="rId399" Type="http://schemas.openxmlformats.org/officeDocument/2006/relationships/customXml" Target="../customXml/item399.xml"/><Relationship Id="rId259" Type="http://schemas.openxmlformats.org/officeDocument/2006/relationships/customXml" Target="../customXml/item259.xml"/><Relationship Id="rId424" Type="http://schemas.openxmlformats.org/officeDocument/2006/relationships/slide" Target="slides/slide16.xml"/><Relationship Id="rId23" Type="http://schemas.openxmlformats.org/officeDocument/2006/relationships/customXml" Target="../customXml/item23.xml"/><Relationship Id="rId119" Type="http://schemas.openxmlformats.org/officeDocument/2006/relationships/customXml" Target="../customXml/item119.xml"/><Relationship Id="rId270" Type="http://schemas.openxmlformats.org/officeDocument/2006/relationships/customXml" Target="../customXml/item270.xml"/><Relationship Id="rId326" Type="http://schemas.openxmlformats.org/officeDocument/2006/relationships/customXml" Target="../customXml/item326.xml"/><Relationship Id="rId65" Type="http://schemas.openxmlformats.org/officeDocument/2006/relationships/customXml" Target="../customXml/item65.xml"/><Relationship Id="rId130" Type="http://schemas.openxmlformats.org/officeDocument/2006/relationships/customXml" Target="../customXml/item130.xml"/><Relationship Id="rId368" Type="http://schemas.openxmlformats.org/officeDocument/2006/relationships/customXml" Target="../customXml/item368.xml"/><Relationship Id="rId172" Type="http://schemas.openxmlformats.org/officeDocument/2006/relationships/customXml" Target="../customXml/item172.xml"/><Relationship Id="rId228" Type="http://schemas.openxmlformats.org/officeDocument/2006/relationships/customXml" Target="../customXml/item228.xml"/><Relationship Id="rId281" Type="http://schemas.openxmlformats.org/officeDocument/2006/relationships/customXml" Target="../customXml/item281.xml"/><Relationship Id="rId337" Type="http://schemas.openxmlformats.org/officeDocument/2006/relationships/customXml" Target="../customXml/item337.xml"/><Relationship Id="rId34" Type="http://schemas.openxmlformats.org/officeDocument/2006/relationships/customXml" Target="../customXml/item34.xml"/><Relationship Id="rId76" Type="http://schemas.openxmlformats.org/officeDocument/2006/relationships/customXml" Target="../customXml/item76.xml"/><Relationship Id="rId141" Type="http://schemas.openxmlformats.org/officeDocument/2006/relationships/customXml" Target="../customXml/item141.xml"/><Relationship Id="rId379" Type="http://schemas.openxmlformats.org/officeDocument/2006/relationships/customXml" Target="../customXml/item379.xml"/><Relationship Id="rId7" Type="http://schemas.openxmlformats.org/officeDocument/2006/relationships/customXml" Target="../customXml/item7.xml"/><Relationship Id="rId183" Type="http://schemas.openxmlformats.org/officeDocument/2006/relationships/customXml" Target="../customXml/item183.xml"/><Relationship Id="rId239" Type="http://schemas.openxmlformats.org/officeDocument/2006/relationships/customXml" Target="../customXml/item239.xml"/><Relationship Id="rId390" Type="http://schemas.openxmlformats.org/officeDocument/2006/relationships/customXml" Target="../customXml/item390.xml"/><Relationship Id="rId404" Type="http://schemas.openxmlformats.org/officeDocument/2006/relationships/slideMaster" Target="slideMasters/slideMaster4.xml"/><Relationship Id="rId250" Type="http://schemas.openxmlformats.org/officeDocument/2006/relationships/customXml" Target="../customXml/item250.xml"/><Relationship Id="rId292" Type="http://schemas.openxmlformats.org/officeDocument/2006/relationships/customXml" Target="../customXml/item292.xml"/><Relationship Id="rId306" Type="http://schemas.openxmlformats.org/officeDocument/2006/relationships/customXml" Target="../customXml/item306.xml"/><Relationship Id="rId45" Type="http://schemas.openxmlformats.org/officeDocument/2006/relationships/customXml" Target="../customXml/item45.xml"/><Relationship Id="rId87" Type="http://schemas.openxmlformats.org/officeDocument/2006/relationships/customXml" Target="../customXml/item87.xml"/><Relationship Id="rId110" Type="http://schemas.openxmlformats.org/officeDocument/2006/relationships/customXml" Target="../customXml/item110.xml"/><Relationship Id="rId348" Type="http://schemas.openxmlformats.org/officeDocument/2006/relationships/customXml" Target="../customXml/item348.xml"/><Relationship Id="rId152" Type="http://schemas.openxmlformats.org/officeDocument/2006/relationships/customXml" Target="../customXml/item152.xml"/><Relationship Id="rId194" Type="http://schemas.openxmlformats.org/officeDocument/2006/relationships/customXml" Target="../customXml/item194.xml"/><Relationship Id="rId208" Type="http://schemas.openxmlformats.org/officeDocument/2006/relationships/customXml" Target="../customXml/item208.xml"/><Relationship Id="rId415" Type="http://schemas.openxmlformats.org/officeDocument/2006/relationships/slide" Target="slides/slide7.xml"/><Relationship Id="rId261" Type="http://schemas.openxmlformats.org/officeDocument/2006/relationships/customXml" Target="../customXml/item261.xml"/><Relationship Id="rId14" Type="http://schemas.openxmlformats.org/officeDocument/2006/relationships/customXml" Target="../customXml/item14.xml"/><Relationship Id="rId56" Type="http://schemas.openxmlformats.org/officeDocument/2006/relationships/customXml" Target="../customXml/item56.xml"/><Relationship Id="rId317" Type="http://schemas.openxmlformats.org/officeDocument/2006/relationships/customXml" Target="../customXml/item317.xml"/><Relationship Id="rId359" Type="http://schemas.openxmlformats.org/officeDocument/2006/relationships/customXml" Target="../customXml/item359.xml"/><Relationship Id="rId98" Type="http://schemas.openxmlformats.org/officeDocument/2006/relationships/customXml" Target="../customXml/item98.xml"/><Relationship Id="rId121" Type="http://schemas.openxmlformats.org/officeDocument/2006/relationships/customXml" Target="../customXml/item121.xml"/><Relationship Id="rId163" Type="http://schemas.openxmlformats.org/officeDocument/2006/relationships/customXml" Target="../customXml/item163.xml"/><Relationship Id="rId219" Type="http://schemas.openxmlformats.org/officeDocument/2006/relationships/customXml" Target="../customXml/item219.xml"/><Relationship Id="rId370" Type="http://schemas.openxmlformats.org/officeDocument/2006/relationships/customXml" Target="../customXml/item370.xml"/><Relationship Id="rId426" Type="http://schemas.openxmlformats.org/officeDocument/2006/relationships/notesMaster" Target="notesMasters/notesMaster1.xml"/><Relationship Id="rId230" Type="http://schemas.openxmlformats.org/officeDocument/2006/relationships/customXml" Target="../customXml/item230.xml"/><Relationship Id="rId25" Type="http://schemas.openxmlformats.org/officeDocument/2006/relationships/customXml" Target="../customXml/item25.xml"/><Relationship Id="rId67" Type="http://schemas.openxmlformats.org/officeDocument/2006/relationships/customXml" Target="../customXml/item67.xml"/><Relationship Id="rId272" Type="http://schemas.openxmlformats.org/officeDocument/2006/relationships/customXml" Target="../customXml/item272.xml"/><Relationship Id="rId328" Type="http://schemas.openxmlformats.org/officeDocument/2006/relationships/customXml" Target="../customXml/item328.xml"/><Relationship Id="rId132" Type="http://schemas.openxmlformats.org/officeDocument/2006/relationships/customXml" Target="../customXml/item132.xml"/><Relationship Id="rId174" Type="http://schemas.openxmlformats.org/officeDocument/2006/relationships/customXml" Target="../customXml/item174.xml"/><Relationship Id="rId381" Type="http://schemas.openxmlformats.org/officeDocument/2006/relationships/customXml" Target="../customXml/item381.xml"/><Relationship Id="rId241" Type="http://schemas.openxmlformats.org/officeDocument/2006/relationships/customXml" Target="../customXml/item241.xml"/><Relationship Id="rId36" Type="http://schemas.openxmlformats.org/officeDocument/2006/relationships/customXml" Target="../customXml/item36.xml"/><Relationship Id="rId283" Type="http://schemas.openxmlformats.org/officeDocument/2006/relationships/customXml" Target="../customXml/item283.xml"/><Relationship Id="rId339" Type="http://schemas.openxmlformats.org/officeDocument/2006/relationships/customXml" Target="../customXml/item339.xml"/><Relationship Id="rId78" Type="http://schemas.openxmlformats.org/officeDocument/2006/relationships/customXml" Target="../customXml/item78.xml"/><Relationship Id="rId101" Type="http://schemas.openxmlformats.org/officeDocument/2006/relationships/customXml" Target="../customXml/item101.xml"/><Relationship Id="rId143" Type="http://schemas.openxmlformats.org/officeDocument/2006/relationships/customXml" Target="../customXml/item143.xml"/><Relationship Id="rId185" Type="http://schemas.openxmlformats.org/officeDocument/2006/relationships/customXml" Target="../customXml/item185.xml"/><Relationship Id="rId350" Type="http://schemas.openxmlformats.org/officeDocument/2006/relationships/customXml" Target="../customXml/item350.xml"/><Relationship Id="rId406" Type="http://schemas.openxmlformats.org/officeDocument/2006/relationships/slideMaster" Target="slideMasters/slideMaster6.xml"/><Relationship Id="rId9" Type="http://schemas.openxmlformats.org/officeDocument/2006/relationships/customXml" Target="../customXml/item9.xml"/><Relationship Id="rId210" Type="http://schemas.openxmlformats.org/officeDocument/2006/relationships/customXml" Target="../customXml/item210.xml"/><Relationship Id="rId392" Type="http://schemas.openxmlformats.org/officeDocument/2006/relationships/customXml" Target="../customXml/item392.xml"/><Relationship Id="rId252" Type="http://schemas.openxmlformats.org/officeDocument/2006/relationships/customXml" Target="../customXml/item252.xml"/><Relationship Id="rId294" Type="http://schemas.openxmlformats.org/officeDocument/2006/relationships/customXml" Target="../customXml/item294.xml"/><Relationship Id="rId308" Type="http://schemas.openxmlformats.org/officeDocument/2006/relationships/customXml" Target="../customXml/item308.xml"/><Relationship Id="rId47" Type="http://schemas.openxmlformats.org/officeDocument/2006/relationships/customXml" Target="../customXml/item47.xml"/><Relationship Id="rId89" Type="http://schemas.openxmlformats.org/officeDocument/2006/relationships/customXml" Target="../customXml/item89.xml"/><Relationship Id="rId112" Type="http://schemas.openxmlformats.org/officeDocument/2006/relationships/customXml" Target="../customXml/item112.xml"/><Relationship Id="rId154" Type="http://schemas.openxmlformats.org/officeDocument/2006/relationships/customXml" Target="../customXml/item154.xml"/><Relationship Id="rId361" Type="http://schemas.openxmlformats.org/officeDocument/2006/relationships/customXml" Target="../customXml/item361.xml"/><Relationship Id="rId196" Type="http://schemas.openxmlformats.org/officeDocument/2006/relationships/customXml" Target="../customXml/item196.xml"/><Relationship Id="rId417" Type="http://schemas.openxmlformats.org/officeDocument/2006/relationships/slide" Target="slides/slide9.xml"/><Relationship Id="rId16" Type="http://schemas.openxmlformats.org/officeDocument/2006/relationships/customXml" Target="../customXml/item16.xml"/><Relationship Id="rId221" Type="http://schemas.openxmlformats.org/officeDocument/2006/relationships/customXml" Target="../customXml/item221.xml"/><Relationship Id="rId263" Type="http://schemas.openxmlformats.org/officeDocument/2006/relationships/customXml" Target="../customXml/item263.xml"/><Relationship Id="rId319" Type="http://schemas.openxmlformats.org/officeDocument/2006/relationships/customXml" Target="../customXml/item319.xml"/><Relationship Id="rId58" Type="http://schemas.openxmlformats.org/officeDocument/2006/relationships/customXml" Target="../customXml/item58.xml"/><Relationship Id="rId123" Type="http://schemas.openxmlformats.org/officeDocument/2006/relationships/customXml" Target="../customXml/item123.xml"/><Relationship Id="rId330" Type="http://schemas.openxmlformats.org/officeDocument/2006/relationships/customXml" Target="../customXml/item330.xml"/><Relationship Id="rId165" Type="http://schemas.openxmlformats.org/officeDocument/2006/relationships/customXml" Target="../customXml/item165.xml"/><Relationship Id="rId372" Type="http://schemas.openxmlformats.org/officeDocument/2006/relationships/customXml" Target="../customXml/item372.xml"/><Relationship Id="rId428" Type="http://schemas.openxmlformats.org/officeDocument/2006/relationships/viewProps" Target="viewProps.xml"/><Relationship Id="rId232" Type="http://schemas.openxmlformats.org/officeDocument/2006/relationships/customXml" Target="../customXml/item232.xml"/><Relationship Id="rId274" Type="http://schemas.openxmlformats.org/officeDocument/2006/relationships/customXml" Target="../customXml/item274.xml"/><Relationship Id="rId27" Type="http://schemas.openxmlformats.org/officeDocument/2006/relationships/customXml" Target="../customXml/item27.xml"/><Relationship Id="rId69" Type="http://schemas.openxmlformats.org/officeDocument/2006/relationships/customXml" Target="../customXml/item69.xml"/><Relationship Id="rId134" Type="http://schemas.openxmlformats.org/officeDocument/2006/relationships/customXml" Target="../customXml/item134.xml"/><Relationship Id="rId80" Type="http://schemas.openxmlformats.org/officeDocument/2006/relationships/customXml" Target="../customXml/item80.xml"/><Relationship Id="rId176" Type="http://schemas.openxmlformats.org/officeDocument/2006/relationships/customXml" Target="../customXml/item176.xml"/><Relationship Id="rId341" Type="http://schemas.openxmlformats.org/officeDocument/2006/relationships/customXml" Target="../customXml/item341.xml"/><Relationship Id="rId383" Type="http://schemas.openxmlformats.org/officeDocument/2006/relationships/customXml" Target="../customXml/item383.xml"/><Relationship Id="rId201" Type="http://schemas.openxmlformats.org/officeDocument/2006/relationships/customXml" Target="../customXml/item201.xml"/><Relationship Id="rId243" Type="http://schemas.openxmlformats.org/officeDocument/2006/relationships/customXml" Target="../customXml/item243.xml"/><Relationship Id="rId285" Type="http://schemas.openxmlformats.org/officeDocument/2006/relationships/customXml" Target="../customXml/item285.xml"/><Relationship Id="rId38" Type="http://schemas.openxmlformats.org/officeDocument/2006/relationships/customXml" Target="../customXml/item38.xml"/><Relationship Id="rId103" Type="http://schemas.openxmlformats.org/officeDocument/2006/relationships/customXml" Target="../customXml/item103.xml"/><Relationship Id="rId310" Type="http://schemas.openxmlformats.org/officeDocument/2006/relationships/customXml" Target="../customXml/item310.xml"/><Relationship Id="rId91" Type="http://schemas.openxmlformats.org/officeDocument/2006/relationships/customXml" Target="../customXml/item91.xml"/><Relationship Id="rId145" Type="http://schemas.openxmlformats.org/officeDocument/2006/relationships/customXml" Target="../customXml/item145.xml"/><Relationship Id="rId187" Type="http://schemas.openxmlformats.org/officeDocument/2006/relationships/customXml" Target="../customXml/item187.xml"/><Relationship Id="rId352" Type="http://schemas.openxmlformats.org/officeDocument/2006/relationships/customXml" Target="../customXml/item352.xml"/><Relationship Id="rId394" Type="http://schemas.openxmlformats.org/officeDocument/2006/relationships/customXml" Target="../customXml/item394.xml"/><Relationship Id="rId408" Type="http://schemas.openxmlformats.org/officeDocument/2006/relationships/slideMaster" Target="slideMasters/slideMaster8.xml"/><Relationship Id="rId1" Type="http://schemas.openxmlformats.org/officeDocument/2006/relationships/customXml" Target="../customXml/item1.xml"/><Relationship Id="rId212" Type="http://schemas.openxmlformats.org/officeDocument/2006/relationships/customXml" Target="../customXml/item212.xml"/><Relationship Id="rId233" Type="http://schemas.openxmlformats.org/officeDocument/2006/relationships/customXml" Target="../customXml/item233.xml"/><Relationship Id="rId254" Type="http://schemas.openxmlformats.org/officeDocument/2006/relationships/customXml" Target="../customXml/item254.xml"/><Relationship Id="rId28" Type="http://schemas.openxmlformats.org/officeDocument/2006/relationships/customXml" Target="../customXml/item28.xml"/><Relationship Id="rId49" Type="http://schemas.openxmlformats.org/officeDocument/2006/relationships/customXml" Target="../customXml/item49.xml"/><Relationship Id="rId114" Type="http://schemas.openxmlformats.org/officeDocument/2006/relationships/customXml" Target="../customXml/item114.xml"/><Relationship Id="rId275" Type="http://schemas.openxmlformats.org/officeDocument/2006/relationships/customXml" Target="../customXml/item275.xml"/><Relationship Id="rId296" Type="http://schemas.openxmlformats.org/officeDocument/2006/relationships/customXml" Target="../customXml/item296.xml"/><Relationship Id="rId300" Type="http://schemas.openxmlformats.org/officeDocument/2006/relationships/customXml" Target="../customXml/item300.xml"/><Relationship Id="rId60" Type="http://schemas.openxmlformats.org/officeDocument/2006/relationships/customXml" Target="../customXml/item60.xml"/><Relationship Id="rId81" Type="http://schemas.openxmlformats.org/officeDocument/2006/relationships/customXml" Target="../customXml/item81.xml"/><Relationship Id="rId135" Type="http://schemas.openxmlformats.org/officeDocument/2006/relationships/customXml" Target="../customXml/item135.xml"/><Relationship Id="rId156" Type="http://schemas.openxmlformats.org/officeDocument/2006/relationships/customXml" Target="../customXml/item156.xml"/><Relationship Id="rId177" Type="http://schemas.openxmlformats.org/officeDocument/2006/relationships/customXml" Target="../customXml/item177.xml"/><Relationship Id="rId198" Type="http://schemas.openxmlformats.org/officeDocument/2006/relationships/customXml" Target="../customXml/item198.xml"/><Relationship Id="rId321" Type="http://schemas.openxmlformats.org/officeDocument/2006/relationships/customXml" Target="../customXml/item321.xml"/><Relationship Id="rId342" Type="http://schemas.openxmlformats.org/officeDocument/2006/relationships/customXml" Target="../customXml/item342.xml"/><Relationship Id="rId363" Type="http://schemas.openxmlformats.org/officeDocument/2006/relationships/customXml" Target="../customXml/item363.xml"/><Relationship Id="rId384" Type="http://schemas.openxmlformats.org/officeDocument/2006/relationships/customXml" Target="../customXml/item384.xml"/><Relationship Id="rId419" Type="http://schemas.openxmlformats.org/officeDocument/2006/relationships/slide" Target="slides/slide11.xml"/><Relationship Id="rId202" Type="http://schemas.openxmlformats.org/officeDocument/2006/relationships/customXml" Target="../customXml/item202.xml"/><Relationship Id="rId223" Type="http://schemas.openxmlformats.org/officeDocument/2006/relationships/customXml" Target="../customXml/item223.xml"/><Relationship Id="rId244" Type="http://schemas.openxmlformats.org/officeDocument/2006/relationships/customXml" Target="../customXml/item244.xml"/><Relationship Id="rId430" Type="http://schemas.openxmlformats.org/officeDocument/2006/relationships/tableStyles" Target="tableStyles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265" Type="http://schemas.openxmlformats.org/officeDocument/2006/relationships/customXml" Target="../customXml/item265.xml"/><Relationship Id="rId286" Type="http://schemas.openxmlformats.org/officeDocument/2006/relationships/customXml" Target="../customXml/item286.xml"/><Relationship Id="rId50" Type="http://schemas.openxmlformats.org/officeDocument/2006/relationships/customXml" Target="../customXml/item50.xml"/><Relationship Id="rId104" Type="http://schemas.openxmlformats.org/officeDocument/2006/relationships/customXml" Target="../customXml/item104.xml"/><Relationship Id="rId125" Type="http://schemas.openxmlformats.org/officeDocument/2006/relationships/customXml" Target="../customXml/item125.xml"/><Relationship Id="rId146" Type="http://schemas.openxmlformats.org/officeDocument/2006/relationships/customXml" Target="../customXml/item146.xml"/><Relationship Id="rId167" Type="http://schemas.openxmlformats.org/officeDocument/2006/relationships/customXml" Target="../customXml/item167.xml"/><Relationship Id="rId188" Type="http://schemas.openxmlformats.org/officeDocument/2006/relationships/customXml" Target="../customXml/item188.xml"/><Relationship Id="rId311" Type="http://schemas.openxmlformats.org/officeDocument/2006/relationships/customXml" Target="../customXml/item311.xml"/><Relationship Id="rId332" Type="http://schemas.openxmlformats.org/officeDocument/2006/relationships/customXml" Target="../customXml/item332.xml"/><Relationship Id="rId353" Type="http://schemas.openxmlformats.org/officeDocument/2006/relationships/customXml" Target="../customXml/item353.xml"/><Relationship Id="rId374" Type="http://schemas.openxmlformats.org/officeDocument/2006/relationships/customXml" Target="../customXml/item374.xml"/><Relationship Id="rId395" Type="http://schemas.openxmlformats.org/officeDocument/2006/relationships/customXml" Target="../customXml/item395.xml"/><Relationship Id="rId409" Type="http://schemas.openxmlformats.org/officeDocument/2006/relationships/slide" Target="slides/slide1.xml"/><Relationship Id="rId71" Type="http://schemas.openxmlformats.org/officeDocument/2006/relationships/customXml" Target="../customXml/item71.xml"/><Relationship Id="rId92" Type="http://schemas.openxmlformats.org/officeDocument/2006/relationships/customXml" Target="../customXml/item92.xml"/><Relationship Id="rId213" Type="http://schemas.openxmlformats.org/officeDocument/2006/relationships/customXml" Target="../customXml/item213.xml"/><Relationship Id="rId234" Type="http://schemas.openxmlformats.org/officeDocument/2006/relationships/customXml" Target="../customXml/item234.xml"/><Relationship Id="rId420" Type="http://schemas.openxmlformats.org/officeDocument/2006/relationships/slide" Target="slides/slide12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55" Type="http://schemas.openxmlformats.org/officeDocument/2006/relationships/customXml" Target="../customXml/item255.xml"/><Relationship Id="rId276" Type="http://schemas.openxmlformats.org/officeDocument/2006/relationships/customXml" Target="../customXml/item276.xml"/><Relationship Id="rId297" Type="http://schemas.openxmlformats.org/officeDocument/2006/relationships/customXml" Target="../customXml/item297.xml"/><Relationship Id="rId40" Type="http://schemas.openxmlformats.org/officeDocument/2006/relationships/customXml" Target="../customXml/item40.xml"/><Relationship Id="rId115" Type="http://schemas.openxmlformats.org/officeDocument/2006/relationships/customXml" Target="../customXml/item115.xml"/><Relationship Id="rId136" Type="http://schemas.openxmlformats.org/officeDocument/2006/relationships/customXml" Target="../customXml/item136.xml"/><Relationship Id="rId157" Type="http://schemas.openxmlformats.org/officeDocument/2006/relationships/customXml" Target="../customXml/item157.xml"/><Relationship Id="rId178" Type="http://schemas.openxmlformats.org/officeDocument/2006/relationships/customXml" Target="../customXml/item178.xml"/><Relationship Id="rId301" Type="http://schemas.openxmlformats.org/officeDocument/2006/relationships/customXml" Target="../customXml/item301.xml"/><Relationship Id="rId322" Type="http://schemas.openxmlformats.org/officeDocument/2006/relationships/customXml" Target="../customXml/item322.xml"/><Relationship Id="rId343" Type="http://schemas.openxmlformats.org/officeDocument/2006/relationships/customXml" Target="../customXml/item343.xml"/><Relationship Id="rId364" Type="http://schemas.openxmlformats.org/officeDocument/2006/relationships/customXml" Target="../customXml/item364.xml"/><Relationship Id="rId61" Type="http://schemas.openxmlformats.org/officeDocument/2006/relationships/customXml" Target="../customXml/item61.xml"/><Relationship Id="rId82" Type="http://schemas.openxmlformats.org/officeDocument/2006/relationships/customXml" Target="../customXml/item82.xml"/><Relationship Id="rId199" Type="http://schemas.openxmlformats.org/officeDocument/2006/relationships/customXml" Target="../customXml/item199.xml"/><Relationship Id="rId203" Type="http://schemas.openxmlformats.org/officeDocument/2006/relationships/customXml" Target="../customXml/item203.xml"/><Relationship Id="rId385" Type="http://schemas.openxmlformats.org/officeDocument/2006/relationships/customXml" Target="../customXml/item385.xml"/><Relationship Id="rId19" Type="http://schemas.openxmlformats.org/officeDocument/2006/relationships/customXml" Target="../customXml/item19.xml"/><Relationship Id="rId224" Type="http://schemas.openxmlformats.org/officeDocument/2006/relationships/customXml" Target="../customXml/item224.xml"/><Relationship Id="rId245" Type="http://schemas.openxmlformats.org/officeDocument/2006/relationships/customXml" Target="../customXml/item245.xml"/><Relationship Id="rId266" Type="http://schemas.openxmlformats.org/officeDocument/2006/relationships/customXml" Target="../customXml/item266.xml"/><Relationship Id="rId287" Type="http://schemas.openxmlformats.org/officeDocument/2006/relationships/customXml" Target="../customXml/item287.xml"/><Relationship Id="rId410" Type="http://schemas.openxmlformats.org/officeDocument/2006/relationships/slide" Target="slides/slide2.xml"/><Relationship Id="rId431" Type="http://schemas.microsoft.com/office/2016/11/relationships/changesInfo" Target="changesInfos/changesInfo1.xml"/><Relationship Id="rId30" Type="http://schemas.openxmlformats.org/officeDocument/2006/relationships/customXml" Target="../customXml/item30.xml"/><Relationship Id="rId105" Type="http://schemas.openxmlformats.org/officeDocument/2006/relationships/customXml" Target="../customXml/item105.xml"/><Relationship Id="rId126" Type="http://schemas.openxmlformats.org/officeDocument/2006/relationships/customXml" Target="../customXml/item126.xml"/><Relationship Id="rId147" Type="http://schemas.openxmlformats.org/officeDocument/2006/relationships/customXml" Target="../customXml/item147.xml"/><Relationship Id="rId168" Type="http://schemas.openxmlformats.org/officeDocument/2006/relationships/customXml" Target="../customXml/item168.xml"/><Relationship Id="rId312" Type="http://schemas.openxmlformats.org/officeDocument/2006/relationships/customXml" Target="../customXml/item312.xml"/><Relationship Id="rId333" Type="http://schemas.openxmlformats.org/officeDocument/2006/relationships/customXml" Target="../customXml/item333.xml"/><Relationship Id="rId354" Type="http://schemas.openxmlformats.org/officeDocument/2006/relationships/customXml" Target="../customXml/item354.xml"/><Relationship Id="rId51" Type="http://schemas.openxmlformats.org/officeDocument/2006/relationships/customXml" Target="../customXml/item51.xml"/><Relationship Id="rId72" Type="http://schemas.openxmlformats.org/officeDocument/2006/relationships/customXml" Target="../customXml/item72.xml"/><Relationship Id="rId93" Type="http://schemas.openxmlformats.org/officeDocument/2006/relationships/customXml" Target="../customXml/item93.xml"/><Relationship Id="rId189" Type="http://schemas.openxmlformats.org/officeDocument/2006/relationships/customXml" Target="../customXml/item189.xml"/><Relationship Id="rId375" Type="http://schemas.openxmlformats.org/officeDocument/2006/relationships/customXml" Target="../customXml/item375.xml"/><Relationship Id="rId396" Type="http://schemas.openxmlformats.org/officeDocument/2006/relationships/customXml" Target="../customXml/item396.xml"/><Relationship Id="rId3" Type="http://schemas.openxmlformats.org/officeDocument/2006/relationships/customXml" Target="../customXml/item3.xml"/><Relationship Id="rId214" Type="http://schemas.openxmlformats.org/officeDocument/2006/relationships/customXml" Target="../customXml/item214.xml"/><Relationship Id="rId235" Type="http://schemas.openxmlformats.org/officeDocument/2006/relationships/customXml" Target="../customXml/item235.xml"/><Relationship Id="rId256" Type="http://schemas.openxmlformats.org/officeDocument/2006/relationships/customXml" Target="../customXml/item256.xml"/><Relationship Id="rId277" Type="http://schemas.openxmlformats.org/officeDocument/2006/relationships/customXml" Target="../customXml/item277.xml"/><Relationship Id="rId298" Type="http://schemas.openxmlformats.org/officeDocument/2006/relationships/customXml" Target="../customXml/item298.xml"/><Relationship Id="rId400" Type="http://schemas.openxmlformats.org/officeDocument/2006/relationships/customXml" Target="../customXml/item400.xml"/><Relationship Id="rId421" Type="http://schemas.openxmlformats.org/officeDocument/2006/relationships/slide" Target="slides/slide13.xml"/><Relationship Id="rId116" Type="http://schemas.openxmlformats.org/officeDocument/2006/relationships/customXml" Target="../customXml/item116.xml"/><Relationship Id="rId137" Type="http://schemas.openxmlformats.org/officeDocument/2006/relationships/customXml" Target="../customXml/item137.xml"/><Relationship Id="rId158" Type="http://schemas.openxmlformats.org/officeDocument/2006/relationships/customXml" Target="../customXml/item158.xml"/><Relationship Id="rId302" Type="http://schemas.openxmlformats.org/officeDocument/2006/relationships/customXml" Target="../customXml/item302.xml"/><Relationship Id="rId323" Type="http://schemas.openxmlformats.org/officeDocument/2006/relationships/customXml" Target="../customXml/item323.xml"/><Relationship Id="rId344" Type="http://schemas.openxmlformats.org/officeDocument/2006/relationships/customXml" Target="../customXml/item344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62" Type="http://schemas.openxmlformats.org/officeDocument/2006/relationships/customXml" Target="../customXml/item62.xml"/><Relationship Id="rId83" Type="http://schemas.openxmlformats.org/officeDocument/2006/relationships/customXml" Target="../customXml/item83.xml"/><Relationship Id="rId179" Type="http://schemas.openxmlformats.org/officeDocument/2006/relationships/customXml" Target="../customXml/item179.xml"/><Relationship Id="rId365" Type="http://schemas.openxmlformats.org/officeDocument/2006/relationships/customXml" Target="../customXml/item365.xml"/><Relationship Id="rId386" Type="http://schemas.openxmlformats.org/officeDocument/2006/relationships/customXml" Target="../customXml/item386.xml"/><Relationship Id="rId190" Type="http://schemas.openxmlformats.org/officeDocument/2006/relationships/customXml" Target="../customXml/item190.xml"/><Relationship Id="rId204" Type="http://schemas.openxmlformats.org/officeDocument/2006/relationships/customXml" Target="../customXml/item204.xml"/><Relationship Id="rId225" Type="http://schemas.openxmlformats.org/officeDocument/2006/relationships/customXml" Target="../customXml/item225.xml"/><Relationship Id="rId246" Type="http://schemas.openxmlformats.org/officeDocument/2006/relationships/customXml" Target="../customXml/item246.xml"/><Relationship Id="rId267" Type="http://schemas.openxmlformats.org/officeDocument/2006/relationships/customXml" Target="../customXml/item267.xml"/><Relationship Id="rId288" Type="http://schemas.openxmlformats.org/officeDocument/2006/relationships/customXml" Target="../customXml/item288.xml"/><Relationship Id="rId411" Type="http://schemas.openxmlformats.org/officeDocument/2006/relationships/slide" Target="slides/slide3.xml"/><Relationship Id="rId432" Type="http://schemas.microsoft.com/office/2015/10/relationships/revisionInfo" Target="revisionInfo.xml"/><Relationship Id="rId106" Type="http://schemas.openxmlformats.org/officeDocument/2006/relationships/customXml" Target="../customXml/item106.xml"/><Relationship Id="rId127" Type="http://schemas.openxmlformats.org/officeDocument/2006/relationships/customXml" Target="../customXml/item127.xml"/><Relationship Id="rId313" Type="http://schemas.openxmlformats.org/officeDocument/2006/relationships/customXml" Target="../customXml/item313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52" Type="http://schemas.openxmlformats.org/officeDocument/2006/relationships/customXml" Target="../customXml/item52.xml"/><Relationship Id="rId73" Type="http://schemas.openxmlformats.org/officeDocument/2006/relationships/customXml" Target="../customXml/item73.xml"/><Relationship Id="rId94" Type="http://schemas.openxmlformats.org/officeDocument/2006/relationships/customXml" Target="../customXml/item94.xml"/><Relationship Id="rId148" Type="http://schemas.openxmlformats.org/officeDocument/2006/relationships/customXml" Target="../customXml/item148.xml"/><Relationship Id="rId169" Type="http://schemas.openxmlformats.org/officeDocument/2006/relationships/customXml" Target="../customXml/item169.xml"/><Relationship Id="rId334" Type="http://schemas.openxmlformats.org/officeDocument/2006/relationships/customXml" Target="../customXml/item334.xml"/><Relationship Id="rId355" Type="http://schemas.openxmlformats.org/officeDocument/2006/relationships/customXml" Target="../customXml/item355.xml"/><Relationship Id="rId376" Type="http://schemas.openxmlformats.org/officeDocument/2006/relationships/customXml" Target="../customXml/item376.xml"/><Relationship Id="rId397" Type="http://schemas.openxmlformats.org/officeDocument/2006/relationships/customXml" Target="../customXml/item397.xml"/><Relationship Id="rId4" Type="http://schemas.openxmlformats.org/officeDocument/2006/relationships/customXml" Target="../customXml/item4.xml"/><Relationship Id="rId180" Type="http://schemas.openxmlformats.org/officeDocument/2006/relationships/customXml" Target="../customXml/item180.xml"/><Relationship Id="rId215" Type="http://schemas.openxmlformats.org/officeDocument/2006/relationships/customXml" Target="../customXml/item215.xml"/><Relationship Id="rId236" Type="http://schemas.openxmlformats.org/officeDocument/2006/relationships/customXml" Target="../customXml/item236.xml"/><Relationship Id="rId257" Type="http://schemas.openxmlformats.org/officeDocument/2006/relationships/customXml" Target="../customXml/item257.xml"/><Relationship Id="rId278" Type="http://schemas.openxmlformats.org/officeDocument/2006/relationships/customXml" Target="../customXml/item278.xml"/><Relationship Id="rId401" Type="http://schemas.openxmlformats.org/officeDocument/2006/relationships/slideMaster" Target="slideMasters/slideMaster1.xml"/><Relationship Id="rId422" Type="http://schemas.openxmlformats.org/officeDocument/2006/relationships/slide" Target="slides/slide14.xml"/><Relationship Id="rId303" Type="http://schemas.openxmlformats.org/officeDocument/2006/relationships/customXml" Target="../customXml/item303.xml"/><Relationship Id="rId42" Type="http://schemas.openxmlformats.org/officeDocument/2006/relationships/customXml" Target="../customXml/item42.xml"/><Relationship Id="rId84" Type="http://schemas.openxmlformats.org/officeDocument/2006/relationships/customXml" Target="../customXml/item84.xml"/><Relationship Id="rId138" Type="http://schemas.openxmlformats.org/officeDocument/2006/relationships/customXml" Target="../customXml/item138.xml"/><Relationship Id="rId345" Type="http://schemas.openxmlformats.org/officeDocument/2006/relationships/customXml" Target="../customXml/item345.xml"/><Relationship Id="rId387" Type="http://schemas.openxmlformats.org/officeDocument/2006/relationships/customXml" Target="../customXml/item387.xml"/><Relationship Id="rId191" Type="http://schemas.openxmlformats.org/officeDocument/2006/relationships/customXml" Target="../customXml/item191.xml"/><Relationship Id="rId205" Type="http://schemas.openxmlformats.org/officeDocument/2006/relationships/customXml" Target="../customXml/item205.xml"/><Relationship Id="rId247" Type="http://schemas.openxmlformats.org/officeDocument/2006/relationships/customXml" Target="../customXml/item247.xml"/><Relationship Id="rId412" Type="http://schemas.openxmlformats.org/officeDocument/2006/relationships/slide" Target="slides/slide4.xml"/><Relationship Id="rId107" Type="http://schemas.openxmlformats.org/officeDocument/2006/relationships/customXml" Target="../customXml/item107.xml"/><Relationship Id="rId289" Type="http://schemas.openxmlformats.org/officeDocument/2006/relationships/customXml" Target="../customXml/item289.xml"/><Relationship Id="rId11" Type="http://schemas.openxmlformats.org/officeDocument/2006/relationships/customXml" Target="../customXml/item11.xml"/><Relationship Id="rId53" Type="http://schemas.openxmlformats.org/officeDocument/2006/relationships/customXml" Target="../customXml/item53.xml"/><Relationship Id="rId149" Type="http://schemas.openxmlformats.org/officeDocument/2006/relationships/customXml" Target="../customXml/item149.xml"/><Relationship Id="rId314" Type="http://schemas.openxmlformats.org/officeDocument/2006/relationships/customXml" Target="../customXml/item314.xml"/><Relationship Id="rId356" Type="http://schemas.openxmlformats.org/officeDocument/2006/relationships/customXml" Target="../customXml/item356.xml"/><Relationship Id="rId398" Type="http://schemas.openxmlformats.org/officeDocument/2006/relationships/customXml" Target="../customXml/item398.xml"/><Relationship Id="rId95" Type="http://schemas.openxmlformats.org/officeDocument/2006/relationships/customXml" Target="../customXml/item95.xml"/><Relationship Id="rId160" Type="http://schemas.openxmlformats.org/officeDocument/2006/relationships/customXml" Target="../customXml/item160.xml"/><Relationship Id="rId216" Type="http://schemas.openxmlformats.org/officeDocument/2006/relationships/customXml" Target="../customXml/item216.xml"/><Relationship Id="rId423" Type="http://schemas.openxmlformats.org/officeDocument/2006/relationships/slide" Target="slides/slide15.xml"/><Relationship Id="rId258" Type="http://schemas.openxmlformats.org/officeDocument/2006/relationships/customXml" Target="../customXml/item258.xml"/><Relationship Id="rId22" Type="http://schemas.openxmlformats.org/officeDocument/2006/relationships/customXml" Target="../customXml/item22.xml"/><Relationship Id="rId64" Type="http://schemas.openxmlformats.org/officeDocument/2006/relationships/customXml" Target="../customXml/item64.xml"/><Relationship Id="rId118" Type="http://schemas.openxmlformats.org/officeDocument/2006/relationships/customXml" Target="../customXml/item118.xml"/><Relationship Id="rId325" Type="http://schemas.openxmlformats.org/officeDocument/2006/relationships/customXml" Target="../customXml/item325.xml"/><Relationship Id="rId367" Type="http://schemas.openxmlformats.org/officeDocument/2006/relationships/customXml" Target="../customXml/item367.xml"/><Relationship Id="rId171" Type="http://schemas.openxmlformats.org/officeDocument/2006/relationships/customXml" Target="../customXml/item171.xml"/><Relationship Id="rId227" Type="http://schemas.openxmlformats.org/officeDocument/2006/relationships/customXml" Target="../customXml/item227.xml"/><Relationship Id="rId269" Type="http://schemas.openxmlformats.org/officeDocument/2006/relationships/customXml" Target="../customXml/item269.xml"/><Relationship Id="rId33" Type="http://schemas.openxmlformats.org/officeDocument/2006/relationships/customXml" Target="../customXml/item33.xml"/><Relationship Id="rId129" Type="http://schemas.openxmlformats.org/officeDocument/2006/relationships/customXml" Target="../customXml/item129.xml"/><Relationship Id="rId280" Type="http://schemas.openxmlformats.org/officeDocument/2006/relationships/customXml" Target="../customXml/item280.xml"/><Relationship Id="rId336" Type="http://schemas.openxmlformats.org/officeDocument/2006/relationships/customXml" Target="../customXml/item336.xml"/><Relationship Id="rId75" Type="http://schemas.openxmlformats.org/officeDocument/2006/relationships/customXml" Target="../customXml/item75.xml"/><Relationship Id="rId140" Type="http://schemas.openxmlformats.org/officeDocument/2006/relationships/customXml" Target="../customXml/item140.xml"/><Relationship Id="rId182" Type="http://schemas.openxmlformats.org/officeDocument/2006/relationships/customXml" Target="../customXml/item182.xml"/><Relationship Id="rId378" Type="http://schemas.openxmlformats.org/officeDocument/2006/relationships/customXml" Target="../customXml/item378.xml"/><Relationship Id="rId403" Type="http://schemas.openxmlformats.org/officeDocument/2006/relationships/slideMaster" Target="slideMasters/slideMaster3.xml"/><Relationship Id="rId6" Type="http://schemas.openxmlformats.org/officeDocument/2006/relationships/customXml" Target="../customXml/item6.xml"/><Relationship Id="rId238" Type="http://schemas.openxmlformats.org/officeDocument/2006/relationships/customXml" Target="../customXml/item238.xml"/><Relationship Id="rId291" Type="http://schemas.openxmlformats.org/officeDocument/2006/relationships/customXml" Target="../customXml/item291.xml"/><Relationship Id="rId305" Type="http://schemas.openxmlformats.org/officeDocument/2006/relationships/customXml" Target="../customXml/item305.xml"/><Relationship Id="rId347" Type="http://schemas.openxmlformats.org/officeDocument/2006/relationships/customXml" Target="../customXml/item347.xml"/><Relationship Id="rId44" Type="http://schemas.openxmlformats.org/officeDocument/2006/relationships/customXml" Target="../customXml/item44.xml"/><Relationship Id="rId86" Type="http://schemas.openxmlformats.org/officeDocument/2006/relationships/customXml" Target="../customXml/item86.xml"/><Relationship Id="rId151" Type="http://schemas.openxmlformats.org/officeDocument/2006/relationships/customXml" Target="../customXml/item151.xml"/><Relationship Id="rId389" Type="http://schemas.openxmlformats.org/officeDocument/2006/relationships/customXml" Target="../customXml/item389.xml"/><Relationship Id="rId193" Type="http://schemas.openxmlformats.org/officeDocument/2006/relationships/customXml" Target="../customXml/item193.xml"/><Relationship Id="rId207" Type="http://schemas.openxmlformats.org/officeDocument/2006/relationships/customXml" Target="../customXml/item207.xml"/><Relationship Id="rId249" Type="http://schemas.openxmlformats.org/officeDocument/2006/relationships/customXml" Target="../customXml/item249.xml"/><Relationship Id="rId414" Type="http://schemas.openxmlformats.org/officeDocument/2006/relationships/slide" Target="slides/slide6.xml"/><Relationship Id="rId13" Type="http://schemas.openxmlformats.org/officeDocument/2006/relationships/customXml" Target="../customXml/item13.xml"/><Relationship Id="rId109" Type="http://schemas.openxmlformats.org/officeDocument/2006/relationships/customXml" Target="../customXml/item109.xml"/><Relationship Id="rId260" Type="http://schemas.openxmlformats.org/officeDocument/2006/relationships/customXml" Target="../customXml/item260.xml"/><Relationship Id="rId316" Type="http://schemas.openxmlformats.org/officeDocument/2006/relationships/customXml" Target="../customXml/item316.xml"/><Relationship Id="rId55" Type="http://schemas.openxmlformats.org/officeDocument/2006/relationships/customXml" Target="../customXml/item55.xml"/><Relationship Id="rId97" Type="http://schemas.openxmlformats.org/officeDocument/2006/relationships/customXml" Target="../customXml/item97.xml"/><Relationship Id="rId120" Type="http://schemas.openxmlformats.org/officeDocument/2006/relationships/customXml" Target="../customXml/item120.xml"/><Relationship Id="rId358" Type="http://schemas.openxmlformats.org/officeDocument/2006/relationships/customXml" Target="../customXml/item358.xml"/><Relationship Id="rId162" Type="http://schemas.openxmlformats.org/officeDocument/2006/relationships/customXml" Target="../customXml/item162.xml"/><Relationship Id="rId218" Type="http://schemas.openxmlformats.org/officeDocument/2006/relationships/customXml" Target="../customXml/item218.xml"/><Relationship Id="rId425" Type="http://schemas.openxmlformats.org/officeDocument/2006/relationships/slide" Target="slides/slide17.xml"/><Relationship Id="rId271" Type="http://schemas.openxmlformats.org/officeDocument/2006/relationships/customXml" Target="../customXml/item271.xml"/><Relationship Id="rId24" Type="http://schemas.openxmlformats.org/officeDocument/2006/relationships/customXml" Target="../customXml/item24.xml"/><Relationship Id="rId66" Type="http://schemas.openxmlformats.org/officeDocument/2006/relationships/customXml" Target="../customXml/item66.xml"/><Relationship Id="rId131" Type="http://schemas.openxmlformats.org/officeDocument/2006/relationships/customXml" Target="../customXml/item131.xml"/><Relationship Id="rId327" Type="http://schemas.openxmlformats.org/officeDocument/2006/relationships/customXml" Target="../customXml/item327.xml"/><Relationship Id="rId369" Type="http://schemas.openxmlformats.org/officeDocument/2006/relationships/customXml" Target="../customXml/item369.xml"/><Relationship Id="rId173" Type="http://schemas.openxmlformats.org/officeDocument/2006/relationships/customXml" Target="../customXml/item173.xml"/><Relationship Id="rId229" Type="http://schemas.openxmlformats.org/officeDocument/2006/relationships/customXml" Target="../customXml/item229.xml"/><Relationship Id="rId380" Type="http://schemas.openxmlformats.org/officeDocument/2006/relationships/customXml" Target="../customXml/item380.xml"/><Relationship Id="rId240" Type="http://schemas.openxmlformats.org/officeDocument/2006/relationships/customXml" Target="../customXml/item240.xml"/><Relationship Id="rId35" Type="http://schemas.openxmlformats.org/officeDocument/2006/relationships/customXml" Target="../customXml/item35.xml"/><Relationship Id="rId77" Type="http://schemas.openxmlformats.org/officeDocument/2006/relationships/customXml" Target="../customXml/item77.xml"/><Relationship Id="rId100" Type="http://schemas.openxmlformats.org/officeDocument/2006/relationships/customXml" Target="../customXml/item100.xml"/><Relationship Id="rId282" Type="http://schemas.openxmlformats.org/officeDocument/2006/relationships/customXml" Target="../customXml/item282.xml"/><Relationship Id="rId338" Type="http://schemas.openxmlformats.org/officeDocument/2006/relationships/customXml" Target="../customXml/item338.xml"/><Relationship Id="rId8" Type="http://schemas.openxmlformats.org/officeDocument/2006/relationships/customXml" Target="../customXml/item8.xml"/><Relationship Id="rId142" Type="http://schemas.openxmlformats.org/officeDocument/2006/relationships/customXml" Target="../customXml/item142.xml"/><Relationship Id="rId184" Type="http://schemas.openxmlformats.org/officeDocument/2006/relationships/customXml" Target="../customXml/item184.xml"/><Relationship Id="rId391" Type="http://schemas.openxmlformats.org/officeDocument/2006/relationships/customXml" Target="../customXml/item391.xml"/><Relationship Id="rId405" Type="http://schemas.openxmlformats.org/officeDocument/2006/relationships/slideMaster" Target="slideMasters/slideMaster5.xml"/><Relationship Id="rId251" Type="http://schemas.openxmlformats.org/officeDocument/2006/relationships/customXml" Target="../customXml/item251.xml"/><Relationship Id="rId46" Type="http://schemas.openxmlformats.org/officeDocument/2006/relationships/customXml" Target="../customXml/item46.xml"/><Relationship Id="rId293" Type="http://schemas.openxmlformats.org/officeDocument/2006/relationships/customXml" Target="../customXml/item293.xml"/><Relationship Id="rId307" Type="http://schemas.openxmlformats.org/officeDocument/2006/relationships/customXml" Target="../customXml/item307.xml"/><Relationship Id="rId349" Type="http://schemas.openxmlformats.org/officeDocument/2006/relationships/customXml" Target="../customXml/item349.xml"/><Relationship Id="rId88" Type="http://schemas.openxmlformats.org/officeDocument/2006/relationships/customXml" Target="../customXml/item88.xml"/><Relationship Id="rId111" Type="http://schemas.openxmlformats.org/officeDocument/2006/relationships/customXml" Target="../customXml/item111.xml"/><Relationship Id="rId153" Type="http://schemas.openxmlformats.org/officeDocument/2006/relationships/customXml" Target="../customXml/item153.xml"/><Relationship Id="rId195" Type="http://schemas.openxmlformats.org/officeDocument/2006/relationships/customXml" Target="../customXml/item195.xml"/><Relationship Id="rId209" Type="http://schemas.openxmlformats.org/officeDocument/2006/relationships/customXml" Target="../customXml/item209.xml"/><Relationship Id="rId360" Type="http://schemas.openxmlformats.org/officeDocument/2006/relationships/customXml" Target="../customXml/item360.xml"/><Relationship Id="rId416" Type="http://schemas.openxmlformats.org/officeDocument/2006/relationships/slide" Target="slides/slide8.xml"/><Relationship Id="rId220" Type="http://schemas.openxmlformats.org/officeDocument/2006/relationships/customXml" Target="../customXml/item220.xml"/><Relationship Id="rId15" Type="http://schemas.openxmlformats.org/officeDocument/2006/relationships/customXml" Target="../customXml/item15.xml"/><Relationship Id="rId57" Type="http://schemas.openxmlformats.org/officeDocument/2006/relationships/customXml" Target="../customXml/item57.xml"/><Relationship Id="rId262" Type="http://schemas.openxmlformats.org/officeDocument/2006/relationships/customXml" Target="../customXml/item262.xml"/><Relationship Id="rId318" Type="http://schemas.openxmlformats.org/officeDocument/2006/relationships/customXml" Target="../customXml/item318.xml"/><Relationship Id="rId99" Type="http://schemas.openxmlformats.org/officeDocument/2006/relationships/customXml" Target="../customXml/item99.xml"/><Relationship Id="rId122" Type="http://schemas.openxmlformats.org/officeDocument/2006/relationships/customXml" Target="../customXml/item122.xml"/><Relationship Id="rId164" Type="http://schemas.openxmlformats.org/officeDocument/2006/relationships/customXml" Target="../customXml/item164.xml"/><Relationship Id="rId371" Type="http://schemas.openxmlformats.org/officeDocument/2006/relationships/customXml" Target="../customXml/item371.xml"/><Relationship Id="rId427" Type="http://schemas.openxmlformats.org/officeDocument/2006/relationships/presProps" Target="presProps.xml"/><Relationship Id="rId26" Type="http://schemas.openxmlformats.org/officeDocument/2006/relationships/customXml" Target="../customXml/item26.xml"/><Relationship Id="rId231" Type="http://schemas.openxmlformats.org/officeDocument/2006/relationships/customXml" Target="../customXml/item231.xml"/><Relationship Id="rId273" Type="http://schemas.openxmlformats.org/officeDocument/2006/relationships/customXml" Target="../customXml/item273.xml"/><Relationship Id="rId329" Type="http://schemas.openxmlformats.org/officeDocument/2006/relationships/customXml" Target="../customXml/item329.xml"/><Relationship Id="rId68" Type="http://schemas.openxmlformats.org/officeDocument/2006/relationships/customXml" Target="../customXml/item68.xml"/><Relationship Id="rId133" Type="http://schemas.openxmlformats.org/officeDocument/2006/relationships/customXml" Target="../customXml/item133.xml"/><Relationship Id="rId175" Type="http://schemas.openxmlformats.org/officeDocument/2006/relationships/customXml" Target="../customXml/item175.xml"/><Relationship Id="rId340" Type="http://schemas.openxmlformats.org/officeDocument/2006/relationships/customXml" Target="../customXml/item340.xml"/><Relationship Id="rId200" Type="http://schemas.openxmlformats.org/officeDocument/2006/relationships/customXml" Target="../customXml/item200.xml"/><Relationship Id="rId382" Type="http://schemas.openxmlformats.org/officeDocument/2006/relationships/customXml" Target="../customXml/item382.xml"/><Relationship Id="rId242" Type="http://schemas.openxmlformats.org/officeDocument/2006/relationships/customXml" Target="../customXml/item242.xml"/><Relationship Id="rId284" Type="http://schemas.openxmlformats.org/officeDocument/2006/relationships/customXml" Target="../customXml/item284.xml"/><Relationship Id="rId37" Type="http://schemas.openxmlformats.org/officeDocument/2006/relationships/customXml" Target="../customXml/item37.xml"/><Relationship Id="rId79" Type="http://schemas.openxmlformats.org/officeDocument/2006/relationships/customXml" Target="../customXml/item79.xml"/><Relationship Id="rId102" Type="http://schemas.openxmlformats.org/officeDocument/2006/relationships/customXml" Target="../customXml/item102.xml"/><Relationship Id="rId144" Type="http://schemas.openxmlformats.org/officeDocument/2006/relationships/customXml" Target="../customXml/item144.xml"/><Relationship Id="rId90" Type="http://schemas.openxmlformats.org/officeDocument/2006/relationships/customXml" Target="../customXml/item90.xml"/><Relationship Id="rId186" Type="http://schemas.openxmlformats.org/officeDocument/2006/relationships/customXml" Target="../customXml/item186.xml"/><Relationship Id="rId351" Type="http://schemas.openxmlformats.org/officeDocument/2006/relationships/customXml" Target="../customXml/item351.xml"/><Relationship Id="rId393" Type="http://schemas.openxmlformats.org/officeDocument/2006/relationships/customXml" Target="../customXml/item393.xml"/><Relationship Id="rId407" Type="http://schemas.openxmlformats.org/officeDocument/2006/relationships/slideMaster" Target="slideMasters/slideMaster7.xml"/><Relationship Id="rId211" Type="http://schemas.openxmlformats.org/officeDocument/2006/relationships/customXml" Target="../customXml/item211.xml"/><Relationship Id="rId253" Type="http://schemas.openxmlformats.org/officeDocument/2006/relationships/customXml" Target="../customXml/item253.xml"/><Relationship Id="rId295" Type="http://schemas.openxmlformats.org/officeDocument/2006/relationships/customXml" Target="../customXml/item295.xml"/><Relationship Id="rId309" Type="http://schemas.openxmlformats.org/officeDocument/2006/relationships/customXml" Target="../customXml/item309.xml"/><Relationship Id="rId48" Type="http://schemas.openxmlformats.org/officeDocument/2006/relationships/customXml" Target="../customXml/item48.xml"/><Relationship Id="rId113" Type="http://schemas.openxmlformats.org/officeDocument/2006/relationships/customXml" Target="../customXml/item113.xml"/><Relationship Id="rId320" Type="http://schemas.openxmlformats.org/officeDocument/2006/relationships/customXml" Target="../customXml/item320.xml"/><Relationship Id="rId155" Type="http://schemas.openxmlformats.org/officeDocument/2006/relationships/customXml" Target="../customXml/item155.xml"/><Relationship Id="rId197" Type="http://schemas.openxmlformats.org/officeDocument/2006/relationships/customXml" Target="../customXml/item197.xml"/><Relationship Id="rId362" Type="http://schemas.openxmlformats.org/officeDocument/2006/relationships/customXml" Target="../customXml/item362.xml"/><Relationship Id="rId418" Type="http://schemas.openxmlformats.org/officeDocument/2006/relationships/slide" Target="slides/slide10.xml"/><Relationship Id="rId222" Type="http://schemas.openxmlformats.org/officeDocument/2006/relationships/customXml" Target="../customXml/item222.xml"/><Relationship Id="rId264" Type="http://schemas.openxmlformats.org/officeDocument/2006/relationships/customXml" Target="../customXml/item264.xml"/><Relationship Id="rId17" Type="http://schemas.openxmlformats.org/officeDocument/2006/relationships/customXml" Target="../customXml/item17.xml"/><Relationship Id="rId59" Type="http://schemas.openxmlformats.org/officeDocument/2006/relationships/customXml" Target="../customXml/item59.xml"/><Relationship Id="rId124" Type="http://schemas.openxmlformats.org/officeDocument/2006/relationships/customXml" Target="../customXml/item124.xml"/><Relationship Id="rId70" Type="http://schemas.openxmlformats.org/officeDocument/2006/relationships/customXml" Target="../customXml/item70.xml"/><Relationship Id="rId166" Type="http://schemas.openxmlformats.org/officeDocument/2006/relationships/customXml" Target="../customXml/item166.xml"/><Relationship Id="rId331" Type="http://schemas.openxmlformats.org/officeDocument/2006/relationships/customXml" Target="../customXml/item331.xml"/><Relationship Id="rId373" Type="http://schemas.openxmlformats.org/officeDocument/2006/relationships/customXml" Target="../customXml/item373.xml"/><Relationship Id="rId42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esh Vora, Jash" userId="10363a35-3c8f-415c-b596-fcf8aaf03059" providerId="ADAL" clId="{96A9C477-9DDA-4B71-806C-A71E560BF065}"/>
    <pc:docChg chg="undo custSel addSld delSld modSld">
      <pc:chgData name="Paresh Vora, Jash" userId="10363a35-3c8f-415c-b596-fcf8aaf03059" providerId="ADAL" clId="{96A9C477-9DDA-4B71-806C-A71E560BF065}" dt="2026-06-25T07:19:54.074" v="185" actId="20577"/>
      <pc:docMkLst>
        <pc:docMk/>
      </pc:docMkLst>
      <pc:sldChg chg="setBg">
        <pc:chgData name="Paresh Vora, Jash" userId="10363a35-3c8f-415c-b596-fcf8aaf03059" providerId="ADAL" clId="{96A9C477-9DDA-4B71-806C-A71E560BF065}" dt="2026-06-24T10:34:19.659" v="60"/>
        <pc:sldMkLst>
          <pc:docMk/>
          <pc:sldMk cId="716562358" sldId="2147483574"/>
        </pc:sldMkLst>
      </pc:sldChg>
      <pc:sldChg chg="modSp mod">
        <pc:chgData name="Paresh Vora, Jash" userId="10363a35-3c8f-415c-b596-fcf8aaf03059" providerId="ADAL" clId="{96A9C477-9DDA-4B71-806C-A71E560BF065}" dt="2026-06-24T11:00:09.925" v="70" actId="20577"/>
        <pc:sldMkLst>
          <pc:docMk/>
          <pc:sldMk cId="4056968040" sldId="2147483612"/>
        </pc:sldMkLst>
        <pc:spChg chg="mod">
          <ac:chgData name="Paresh Vora, Jash" userId="10363a35-3c8f-415c-b596-fcf8aaf03059" providerId="ADAL" clId="{96A9C477-9DDA-4B71-806C-A71E560BF065}" dt="2026-06-24T11:00:09.925" v="70" actId="20577"/>
          <ac:spMkLst>
            <pc:docMk/>
            <pc:sldMk cId="4056968040" sldId="2147483612"/>
            <ac:spMk id="703" creationId="{F1382E4D-5639-EC02-8639-E7A702F3C8EC}"/>
          </ac:spMkLst>
        </pc:spChg>
      </pc:sldChg>
      <pc:sldChg chg="modSp mod">
        <pc:chgData name="Paresh Vora, Jash" userId="10363a35-3c8f-415c-b596-fcf8aaf03059" providerId="ADAL" clId="{96A9C477-9DDA-4B71-806C-A71E560BF065}" dt="2026-06-25T07:19:25.342" v="161" actId="20577"/>
        <pc:sldMkLst>
          <pc:docMk/>
          <pc:sldMk cId="224933952" sldId="2147483615"/>
        </pc:sldMkLst>
        <pc:graphicFrameChg chg="modGraphic">
          <ac:chgData name="Paresh Vora, Jash" userId="10363a35-3c8f-415c-b596-fcf8aaf03059" providerId="ADAL" clId="{96A9C477-9DDA-4B71-806C-A71E560BF065}" dt="2026-06-25T07:19:25.342" v="161" actId="20577"/>
          <ac:graphicFrameMkLst>
            <pc:docMk/>
            <pc:sldMk cId="224933952" sldId="2147483615"/>
            <ac:graphicFrameMk id="2" creationId="{CE385796-D052-C9FE-F17F-3F5F99405B98}"/>
          </ac:graphicFrameMkLst>
        </pc:graphicFrameChg>
        <pc:graphicFrameChg chg="modGraphic">
          <ac:chgData name="Paresh Vora, Jash" userId="10363a35-3c8f-415c-b596-fcf8aaf03059" providerId="ADAL" clId="{96A9C477-9DDA-4B71-806C-A71E560BF065}" dt="2026-06-25T07:18:53.640" v="131" actId="20577"/>
          <ac:graphicFrameMkLst>
            <pc:docMk/>
            <pc:sldMk cId="224933952" sldId="2147483615"/>
            <ac:graphicFrameMk id="31" creationId="{92B91AE2-46CC-A255-0EBD-A1508E260DAD}"/>
          </ac:graphicFrameMkLst>
        </pc:graphicFrameChg>
      </pc:sldChg>
      <pc:sldChg chg="modSp del mod">
        <pc:chgData name="Paresh Vora, Jash" userId="10363a35-3c8f-415c-b596-fcf8aaf03059" providerId="ADAL" clId="{96A9C477-9DDA-4B71-806C-A71E560BF065}" dt="2026-06-25T07:19:48.467" v="171" actId="47"/>
        <pc:sldMkLst>
          <pc:docMk/>
          <pc:sldMk cId="3550796080" sldId="2147483616"/>
        </pc:sldMkLst>
        <pc:graphicFrameChg chg="modGraphic">
          <ac:chgData name="Paresh Vora, Jash" userId="10363a35-3c8f-415c-b596-fcf8aaf03059" providerId="ADAL" clId="{96A9C477-9DDA-4B71-806C-A71E560BF065}" dt="2026-06-25T07:19:34.860" v="165" actId="20577"/>
          <ac:graphicFrameMkLst>
            <pc:docMk/>
            <pc:sldMk cId="3550796080" sldId="2147483616"/>
            <ac:graphicFrameMk id="2" creationId="{371A5A8E-35F9-BDC3-29D0-69C28A30EF5B}"/>
          </ac:graphicFrameMkLst>
        </pc:graphicFrameChg>
        <pc:graphicFrameChg chg="modGraphic">
          <ac:chgData name="Paresh Vora, Jash" userId="10363a35-3c8f-415c-b596-fcf8aaf03059" providerId="ADAL" clId="{96A9C477-9DDA-4B71-806C-A71E560BF065}" dt="2026-06-25T07:19:38.887" v="169" actId="20577"/>
          <ac:graphicFrameMkLst>
            <pc:docMk/>
            <pc:sldMk cId="3550796080" sldId="2147483616"/>
            <ac:graphicFrameMk id="31" creationId="{02CF7570-4E1B-1132-4D52-593F8A62888D}"/>
          </ac:graphicFrameMkLst>
        </pc:graphicFrameChg>
      </pc:sldChg>
      <pc:sldChg chg="modSp mod">
        <pc:chgData name="Paresh Vora, Jash" userId="10363a35-3c8f-415c-b596-fcf8aaf03059" providerId="ADAL" clId="{96A9C477-9DDA-4B71-806C-A71E560BF065}" dt="2026-06-24T11:01:04.171" v="99" actId="20577"/>
        <pc:sldMkLst>
          <pc:docMk/>
          <pc:sldMk cId="760728181" sldId="2147483619"/>
        </pc:sldMkLst>
        <pc:spChg chg="mod">
          <ac:chgData name="Paresh Vora, Jash" userId="10363a35-3c8f-415c-b596-fcf8aaf03059" providerId="ADAL" clId="{96A9C477-9DDA-4B71-806C-A71E560BF065}" dt="2026-06-24T11:01:04.171" v="99" actId="20577"/>
          <ac:spMkLst>
            <pc:docMk/>
            <pc:sldMk cId="760728181" sldId="2147483619"/>
            <ac:spMk id="4" creationId="{7B5F5872-D589-9420-D8DC-2CD23E77BC22}"/>
          </ac:spMkLst>
        </pc:spChg>
      </pc:sldChg>
      <pc:sldChg chg="modSp mod">
        <pc:chgData name="Paresh Vora, Jash" userId="10363a35-3c8f-415c-b596-fcf8aaf03059" providerId="ADAL" clId="{96A9C477-9DDA-4B71-806C-A71E560BF065}" dt="2026-06-24T11:01:15.445" v="109" actId="20577"/>
        <pc:sldMkLst>
          <pc:docMk/>
          <pc:sldMk cId="3069317749" sldId="2147483632"/>
        </pc:sldMkLst>
        <pc:spChg chg="mod">
          <ac:chgData name="Paresh Vora, Jash" userId="10363a35-3c8f-415c-b596-fcf8aaf03059" providerId="ADAL" clId="{96A9C477-9DDA-4B71-806C-A71E560BF065}" dt="2026-06-24T11:01:15.445" v="109" actId="20577"/>
          <ac:spMkLst>
            <pc:docMk/>
            <pc:sldMk cId="3069317749" sldId="2147483632"/>
            <ac:spMk id="4" creationId="{66703E84-B974-1473-1F56-AB519C025772}"/>
          </ac:spMkLst>
        </pc:spChg>
      </pc:sldChg>
      <pc:sldChg chg="modSp mod">
        <pc:chgData name="Paresh Vora, Jash" userId="10363a35-3c8f-415c-b596-fcf8aaf03059" providerId="ADAL" clId="{96A9C477-9DDA-4B71-806C-A71E560BF065}" dt="2026-06-24T11:00:20.499" v="82" actId="20577"/>
        <pc:sldMkLst>
          <pc:docMk/>
          <pc:sldMk cId="1361442725" sldId="2147483634"/>
        </pc:sldMkLst>
        <pc:spChg chg="mod">
          <ac:chgData name="Paresh Vora, Jash" userId="10363a35-3c8f-415c-b596-fcf8aaf03059" providerId="ADAL" clId="{96A9C477-9DDA-4B71-806C-A71E560BF065}" dt="2026-06-24T11:00:20.499" v="82" actId="20577"/>
          <ac:spMkLst>
            <pc:docMk/>
            <pc:sldMk cId="1361442725" sldId="2147483634"/>
            <ac:spMk id="703" creationId="{A4D1A7B4-345A-C513-80E5-8A4FBEBFD98A}"/>
          </ac:spMkLst>
        </pc:spChg>
      </pc:sldChg>
      <pc:sldChg chg="addSp modSp new mod">
        <pc:chgData name="Paresh Vora, Jash" userId="10363a35-3c8f-415c-b596-fcf8aaf03059" providerId="ADAL" clId="{96A9C477-9DDA-4B71-806C-A71E560BF065}" dt="2026-06-24T10:02:43.222" v="58"/>
        <pc:sldMkLst>
          <pc:docMk/>
          <pc:sldMk cId="4180802585" sldId="2147483635"/>
        </pc:sldMkLst>
        <pc:spChg chg="mod">
          <ac:chgData name="Paresh Vora, Jash" userId="10363a35-3c8f-415c-b596-fcf8aaf03059" providerId="ADAL" clId="{96A9C477-9DDA-4B71-806C-A71E560BF065}" dt="2026-06-24T09:58:33.051" v="44"/>
          <ac:spMkLst>
            <pc:docMk/>
            <pc:sldMk cId="4180802585" sldId="2147483635"/>
            <ac:spMk id="7" creationId="{58F6DD92-73E7-4FCF-32B8-D82DFB9AE93D}"/>
          </ac:spMkLst>
        </pc:spChg>
        <pc:spChg chg="add mod">
          <ac:chgData name="Paresh Vora, Jash" userId="10363a35-3c8f-415c-b596-fcf8aaf03059" providerId="ADAL" clId="{96A9C477-9DDA-4B71-806C-A71E560BF065}" dt="2026-06-24T09:59:34.120" v="55" actId="14100"/>
          <ac:spMkLst>
            <pc:docMk/>
            <pc:sldMk cId="4180802585" sldId="2147483635"/>
            <ac:spMk id="9" creationId="{A34373B4-BB60-E563-FC1F-6155DE6732B9}"/>
          </ac:spMkLst>
        </pc:spChg>
        <pc:grpChg chg="add mod">
          <ac:chgData name="Paresh Vora, Jash" userId="10363a35-3c8f-415c-b596-fcf8aaf03059" providerId="ADAL" clId="{96A9C477-9DDA-4B71-806C-A71E560BF065}" dt="2026-06-24T09:58:38.906" v="45" actId="1076"/>
          <ac:grpSpMkLst>
            <pc:docMk/>
            <pc:sldMk cId="4180802585" sldId="2147483635"/>
            <ac:grpSpMk id="5" creationId="{4E444512-A2C8-C036-24B6-EE52D7A0A873}"/>
          </ac:grpSpMkLst>
        </pc:grpChg>
        <pc:graphicFrameChg chg="add mod modGraphic">
          <ac:chgData name="Paresh Vora, Jash" userId="10363a35-3c8f-415c-b596-fcf8aaf03059" providerId="ADAL" clId="{96A9C477-9DDA-4B71-806C-A71E560BF065}" dt="2026-06-24T10:02:43.222" v="58"/>
          <ac:graphicFrameMkLst>
            <pc:docMk/>
            <pc:sldMk cId="4180802585" sldId="2147483635"/>
            <ac:graphicFrameMk id="4" creationId="{A89E567D-46CE-0E12-7FAE-C8201F879D3D}"/>
          </ac:graphicFrameMkLst>
        </pc:graphicFrameChg>
        <pc:picChg chg="mod">
          <ac:chgData name="Paresh Vora, Jash" userId="10363a35-3c8f-415c-b596-fcf8aaf03059" providerId="ADAL" clId="{96A9C477-9DDA-4B71-806C-A71E560BF065}" dt="2026-06-24T09:58:33.051" v="44"/>
          <ac:picMkLst>
            <pc:docMk/>
            <pc:sldMk cId="4180802585" sldId="2147483635"/>
            <ac:picMk id="6" creationId="{F9A52BAD-1D54-E71A-BAE8-4A76129A180D}"/>
          </ac:picMkLst>
        </pc:picChg>
        <pc:cxnChg chg="add mod">
          <ac:chgData name="Paresh Vora, Jash" userId="10363a35-3c8f-415c-b596-fcf8aaf03059" providerId="ADAL" clId="{96A9C477-9DDA-4B71-806C-A71E560BF065}" dt="2026-06-24T09:59:16.696" v="51"/>
          <ac:cxnSpMkLst>
            <pc:docMk/>
            <pc:sldMk cId="4180802585" sldId="2147483635"/>
            <ac:cxnSpMk id="8" creationId="{7BBB6798-21B1-A086-7E11-E512ACB80505}"/>
          </ac:cxnSpMkLst>
        </pc:cxnChg>
      </pc:sldChg>
      <pc:sldChg chg="modSp add mod">
        <pc:chgData name="Paresh Vora, Jash" userId="10363a35-3c8f-415c-b596-fcf8aaf03059" providerId="ADAL" clId="{96A9C477-9DDA-4B71-806C-A71E560BF065}" dt="2026-06-25T07:19:54.074" v="185" actId="20577"/>
        <pc:sldMkLst>
          <pc:docMk/>
          <pc:sldMk cId="1120250865" sldId="2147483636"/>
        </pc:sldMkLst>
        <pc:spChg chg="mod">
          <ac:chgData name="Paresh Vora, Jash" userId="10363a35-3c8f-415c-b596-fcf8aaf03059" providerId="ADAL" clId="{96A9C477-9DDA-4B71-806C-A71E560BF065}" dt="2026-06-25T07:19:54.074" v="185" actId="20577"/>
          <ac:spMkLst>
            <pc:docMk/>
            <pc:sldMk cId="1120250865" sldId="2147483636"/>
            <ac:spMk id="4" creationId="{D332DD8B-E4E2-88C8-F94F-978715E13119}"/>
          </ac:spMkLst>
        </pc:spChg>
      </pc:sldChg>
      <pc:sldChg chg="delSp add del mod">
        <pc:chgData name="Paresh Vora, Jash" userId="10363a35-3c8f-415c-b596-fcf8aaf03059" providerId="ADAL" clId="{96A9C477-9DDA-4B71-806C-A71E560BF065}" dt="2026-06-24T11:00:58.008" v="83" actId="47"/>
        <pc:sldMkLst>
          <pc:docMk/>
          <pc:sldMk cId="3918084636" sldId="2147483636"/>
        </pc:sldMkLst>
        <pc:graphicFrameChg chg="del">
          <ac:chgData name="Paresh Vora, Jash" userId="10363a35-3c8f-415c-b596-fcf8aaf03059" providerId="ADAL" clId="{96A9C477-9DDA-4B71-806C-A71E560BF065}" dt="2026-06-24T09:56:18.229" v="12" actId="478"/>
          <ac:graphicFrameMkLst>
            <pc:docMk/>
            <pc:sldMk cId="3918084636" sldId="2147483636"/>
            <ac:graphicFrameMk id="107" creationId="{F487F924-7960-6445-242D-761D15ACFA5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Chart%20in%20Microsoft%20PowerPoint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Chart%20in%20Microsoft%20PowerPoint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6605122096486006E-2"/>
          <c:y val="4.5170257123002086E-2"/>
          <c:w val="0.94565217391304346"/>
          <c:h val="0.9096594857539958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1"/>
              </a:solidFill>
              <a:ln w="9525" cmpd="sng" algn="ctr">
                <a:solidFill>
                  <a:schemeClr val="accent1"/>
                </a:solidFill>
                <a:prstDash val="solid"/>
              </a:ln>
            </c:spPr>
          </c:marker>
          <c:xVal>
            <c:numRef>
              <c:f>Sheet1!$A$1:$A$4</c:f>
              <c:numCache>
                <c:formatCode>General</c:formatCode>
                <c:ptCount val="4"/>
                <c:pt idx="0">
                  <c:v>113860274.77968025</c:v>
                </c:pt>
                <c:pt idx="1">
                  <c:v>76965753.612274408</c:v>
                </c:pt>
                <c:pt idx="2">
                  <c:v>43654311.890564442</c:v>
                </c:pt>
                <c:pt idx="3">
                  <c:v>19449863.760000002</c:v>
                </c:pt>
              </c:numCache>
            </c:numRef>
          </c:xVal>
          <c:yVal>
            <c:numRef>
              <c:f>Sheet1!$B$1:$B$4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1</c:v>
                </c:pt>
                <c:pt idx="3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CC6-4632-9137-A12047BDD8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24209967"/>
        <c:axId val="1"/>
      </c:scatterChart>
      <c:valAx>
        <c:axId val="1124209967"/>
        <c:scaling>
          <c:orientation val="minMax"/>
          <c:max val="118521549.78967953"/>
          <c:min val="0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crossBetween val="midCat"/>
      </c:valAx>
      <c:valAx>
        <c:axId val="1"/>
        <c:scaling>
          <c:orientation val="maxMin"/>
          <c:max val="1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4209967"/>
        <c:crosses val="min"/>
        <c:crossBetween val="midCat"/>
        <c:majorUnit val="1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6605122096486006E-2"/>
          <c:y val="4.5170257123002086E-2"/>
          <c:w val="0.94565217391304346"/>
          <c:h val="0.9096594857539958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1"/>
              </a:solidFill>
              <a:ln w="9525" cmpd="sng" algn="ctr">
                <a:solidFill>
                  <a:schemeClr val="accent1"/>
                </a:solidFill>
                <a:prstDash val="solid"/>
              </a:ln>
            </c:spPr>
          </c:marker>
          <c:xVal>
            <c:numRef>
              <c:f>Sheet1!$A$1:$A$4</c:f>
              <c:numCache>
                <c:formatCode>General</c:formatCode>
                <c:ptCount val="4"/>
                <c:pt idx="0">
                  <c:v>113860274.77968025</c:v>
                </c:pt>
                <c:pt idx="1">
                  <c:v>76965753.612274408</c:v>
                </c:pt>
                <c:pt idx="2">
                  <c:v>43654311.890564442</c:v>
                </c:pt>
                <c:pt idx="3">
                  <c:v>19449863.760000002</c:v>
                </c:pt>
              </c:numCache>
            </c:numRef>
          </c:xVal>
          <c:yVal>
            <c:numRef>
              <c:f>Sheet1!$B$1:$B$4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1</c:v>
                </c:pt>
                <c:pt idx="3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FEA-4861-8E6E-37CC47961A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24209967"/>
        <c:axId val="1"/>
      </c:scatterChart>
      <c:valAx>
        <c:axId val="1124209967"/>
        <c:scaling>
          <c:orientation val="minMax"/>
          <c:max val="118521549.78967953"/>
          <c:min val="0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crossBetween val="midCat"/>
      </c:valAx>
      <c:valAx>
        <c:axId val="1"/>
        <c:scaling>
          <c:orientation val="maxMin"/>
          <c:max val="1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4209967"/>
        <c:crosses val="min"/>
        <c:crossBetween val="midCat"/>
        <c:majorUnit val="1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6605122096486006E-2"/>
          <c:y val="4.5170257123002086E-2"/>
          <c:w val="0.94565217391304346"/>
          <c:h val="0.9096594857539958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1"/>
              </a:solidFill>
              <a:ln w="9525" cmpd="sng" algn="ctr">
                <a:solidFill>
                  <a:schemeClr val="accent1"/>
                </a:solidFill>
                <a:prstDash val="solid"/>
              </a:ln>
            </c:spPr>
          </c:marker>
          <c:xVal>
            <c:numRef>
              <c:f>Sheet1!$A$1:$A$4</c:f>
              <c:numCache>
                <c:formatCode>General</c:formatCode>
                <c:ptCount val="4"/>
                <c:pt idx="0">
                  <c:v>113860274.77968025</c:v>
                </c:pt>
                <c:pt idx="1">
                  <c:v>76965753.612274408</c:v>
                </c:pt>
                <c:pt idx="2">
                  <c:v>43654311.890564442</c:v>
                </c:pt>
                <c:pt idx="3">
                  <c:v>19449863.760000002</c:v>
                </c:pt>
              </c:numCache>
            </c:numRef>
          </c:xVal>
          <c:yVal>
            <c:numRef>
              <c:f>Sheet1!$B$1:$B$4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1</c:v>
                </c:pt>
                <c:pt idx="3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FC7-4B19-BD85-C87C6E0EF2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24209967"/>
        <c:axId val="1"/>
      </c:scatterChart>
      <c:valAx>
        <c:axId val="1124209967"/>
        <c:scaling>
          <c:orientation val="minMax"/>
          <c:max val="118521549.78967953"/>
          <c:min val="0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crossBetween val="midCat"/>
      </c:valAx>
      <c:valAx>
        <c:axId val="1"/>
        <c:scaling>
          <c:orientation val="maxMin"/>
          <c:max val="1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4209967"/>
        <c:crosses val="min"/>
        <c:crossBetween val="midCat"/>
        <c:majorUnit val="1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6605122096486006E-2"/>
          <c:y val="4.5170257123002086E-2"/>
          <c:w val="0.94565217391304346"/>
          <c:h val="0.9096594857539958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1"/>
              </a:solidFill>
              <a:ln w="9525" cmpd="sng" algn="ctr">
                <a:solidFill>
                  <a:schemeClr val="accent1"/>
                </a:solidFill>
                <a:prstDash val="solid"/>
              </a:ln>
            </c:spPr>
          </c:marker>
          <c:xVal>
            <c:numRef>
              <c:f>Sheet1!$A$1:$A$4</c:f>
              <c:numCache>
                <c:formatCode>General</c:formatCode>
                <c:ptCount val="4"/>
                <c:pt idx="0">
                  <c:v>113860274.77968025</c:v>
                </c:pt>
                <c:pt idx="1">
                  <c:v>76965753.612274408</c:v>
                </c:pt>
                <c:pt idx="2">
                  <c:v>43654311.890564442</c:v>
                </c:pt>
                <c:pt idx="3">
                  <c:v>19449863.760000002</c:v>
                </c:pt>
              </c:numCache>
            </c:numRef>
          </c:xVal>
          <c:yVal>
            <c:numRef>
              <c:f>Sheet1!$B$1:$B$4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1</c:v>
                </c:pt>
                <c:pt idx="3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644-47D5-9D53-D269ED8ADB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24209967"/>
        <c:axId val="1"/>
      </c:scatterChart>
      <c:valAx>
        <c:axId val="1124209967"/>
        <c:scaling>
          <c:orientation val="minMax"/>
          <c:max val="118521549.78967953"/>
          <c:min val="0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crossBetween val="midCat"/>
      </c:valAx>
      <c:valAx>
        <c:axId val="1"/>
        <c:scaling>
          <c:orientation val="maxMin"/>
          <c:max val="1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4209967"/>
        <c:crosses val="min"/>
        <c:crossBetween val="midCat"/>
        <c:majorUnit val="1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6605122096486006E-2"/>
          <c:y val="4.5170257123002086E-2"/>
          <c:w val="0.94565217391304346"/>
          <c:h val="0.9096594857539958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1"/>
              </a:solidFill>
              <a:ln w="9525" cmpd="sng" algn="ctr">
                <a:solidFill>
                  <a:schemeClr val="accent1"/>
                </a:solidFill>
                <a:prstDash val="solid"/>
              </a:ln>
            </c:spPr>
          </c:marker>
          <c:xVal>
            <c:numRef>
              <c:f>Sheet1!$A$1:$A$4</c:f>
              <c:numCache>
                <c:formatCode>General</c:formatCode>
                <c:ptCount val="4"/>
                <c:pt idx="0">
                  <c:v>113860274.77968025</c:v>
                </c:pt>
                <c:pt idx="1">
                  <c:v>76965753.612274408</c:v>
                </c:pt>
                <c:pt idx="2">
                  <c:v>43654311.890564442</c:v>
                </c:pt>
                <c:pt idx="3">
                  <c:v>19449863.760000002</c:v>
                </c:pt>
              </c:numCache>
            </c:numRef>
          </c:xVal>
          <c:yVal>
            <c:numRef>
              <c:f>Sheet1!$B$1:$B$4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1</c:v>
                </c:pt>
                <c:pt idx="3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CC6-4632-9137-A12047BDD8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24209967"/>
        <c:axId val="1"/>
      </c:scatterChart>
      <c:valAx>
        <c:axId val="1124209967"/>
        <c:scaling>
          <c:orientation val="minMax"/>
          <c:max val="118521549.78967953"/>
          <c:min val="0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crossBetween val="midCat"/>
      </c:valAx>
      <c:valAx>
        <c:axId val="1"/>
        <c:scaling>
          <c:orientation val="maxMin"/>
          <c:max val="1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4209967"/>
        <c:crosses val="min"/>
        <c:crossBetween val="midCat"/>
        <c:majorUnit val="1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6605122096486006E-2"/>
          <c:y val="4.5170257123002086E-2"/>
          <c:w val="0.94565217391304346"/>
          <c:h val="0.9096594857539958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1"/>
              </a:solidFill>
              <a:ln w="9525" cmpd="sng" algn="ctr">
                <a:solidFill>
                  <a:schemeClr val="accent1"/>
                </a:solidFill>
                <a:prstDash val="solid"/>
              </a:ln>
            </c:spPr>
          </c:marker>
          <c:xVal>
            <c:numRef>
              <c:f>Sheet1!$A$1:$A$4</c:f>
              <c:numCache>
                <c:formatCode>General</c:formatCode>
                <c:ptCount val="4"/>
                <c:pt idx="0">
                  <c:v>113860274.77968025</c:v>
                </c:pt>
                <c:pt idx="1">
                  <c:v>76965753.612274408</c:v>
                </c:pt>
                <c:pt idx="2">
                  <c:v>43654311.890564442</c:v>
                </c:pt>
                <c:pt idx="3">
                  <c:v>19449863.760000002</c:v>
                </c:pt>
              </c:numCache>
            </c:numRef>
          </c:xVal>
          <c:yVal>
            <c:numRef>
              <c:f>Sheet1!$B$1:$B$4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1</c:v>
                </c:pt>
                <c:pt idx="3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FEA-4861-8E6E-37CC47961A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24209967"/>
        <c:axId val="1"/>
      </c:scatterChart>
      <c:valAx>
        <c:axId val="1124209967"/>
        <c:scaling>
          <c:orientation val="minMax"/>
          <c:max val="118521549.78967953"/>
          <c:min val="0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crossBetween val="midCat"/>
      </c:valAx>
      <c:valAx>
        <c:axId val="1"/>
        <c:scaling>
          <c:orientation val="maxMin"/>
          <c:max val="1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4209967"/>
        <c:crosses val="min"/>
        <c:crossBetween val="midCat"/>
        <c:majorUnit val="1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6605122096486006E-2"/>
          <c:y val="4.5170257123002086E-2"/>
          <c:w val="0.94565217391304346"/>
          <c:h val="0.9096594857539958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1"/>
              </a:solidFill>
              <a:ln w="9525" cmpd="sng" algn="ctr">
                <a:solidFill>
                  <a:schemeClr val="accent1"/>
                </a:solidFill>
                <a:prstDash val="solid"/>
              </a:ln>
            </c:spPr>
          </c:marker>
          <c:xVal>
            <c:numRef>
              <c:f>Sheet1!$A$1:$A$4</c:f>
              <c:numCache>
                <c:formatCode>General</c:formatCode>
                <c:ptCount val="4"/>
                <c:pt idx="0">
                  <c:v>113860274.77968025</c:v>
                </c:pt>
                <c:pt idx="1">
                  <c:v>76965753.612274408</c:v>
                </c:pt>
                <c:pt idx="2">
                  <c:v>43654311.890564442</c:v>
                </c:pt>
                <c:pt idx="3">
                  <c:v>19449863.760000002</c:v>
                </c:pt>
              </c:numCache>
            </c:numRef>
          </c:xVal>
          <c:yVal>
            <c:numRef>
              <c:f>Sheet1!$B$1:$B$4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1</c:v>
                </c:pt>
                <c:pt idx="3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FC7-4B19-BD85-C87C6E0EF2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24209967"/>
        <c:axId val="1"/>
      </c:scatterChart>
      <c:valAx>
        <c:axId val="1124209967"/>
        <c:scaling>
          <c:orientation val="minMax"/>
          <c:max val="118521549.78967953"/>
          <c:min val="0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crossBetween val="midCat"/>
      </c:valAx>
      <c:valAx>
        <c:axId val="1"/>
        <c:scaling>
          <c:orientation val="maxMin"/>
          <c:max val="1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4209967"/>
        <c:crosses val="min"/>
        <c:crossBetween val="midCat"/>
        <c:majorUnit val="1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6605122096486006E-2"/>
          <c:y val="4.5170257123002086E-2"/>
          <c:w val="0.94565217391304346"/>
          <c:h val="0.9096594857539958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1"/>
              </a:solidFill>
              <a:ln w="9525" cmpd="sng" algn="ctr">
                <a:solidFill>
                  <a:schemeClr val="accent1"/>
                </a:solidFill>
                <a:prstDash val="solid"/>
              </a:ln>
            </c:spPr>
          </c:marker>
          <c:xVal>
            <c:numRef>
              <c:f>Sheet1!$A$1:$A$4</c:f>
              <c:numCache>
                <c:formatCode>General</c:formatCode>
                <c:ptCount val="4"/>
                <c:pt idx="0">
                  <c:v>113860274.77968025</c:v>
                </c:pt>
                <c:pt idx="1">
                  <c:v>76965753.612274408</c:v>
                </c:pt>
                <c:pt idx="2">
                  <c:v>43654311.890564442</c:v>
                </c:pt>
                <c:pt idx="3">
                  <c:v>19449863.760000002</c:v>
                </c:pt>
              </c:numCache>
            </c:numRef>
          </c:xVal>
          <c:yVal>
            <c:numRef>
              <c:f>Sheet1!$B$1:$B$4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1</c:v>
                </c:pt>
                <c:pt idx="3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644-47D5-9D53-D269ED8ADB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24209967"/>
        <c:axId val="1"/>
      </c:scatterChart>
      <c:valAx>
        <c:axId val="1124209967"/>
        <c:scaling>
          <c:orientation val="minMax"/>
          <c:max val="118521549.78967953"/>
          <c:min val="0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crossBetween val="midCat"/>
      </c:valAx>
      <c:valAx>
        <c:axId val="1"/>
        <c:scaling>
          <c:orientation val="maxMin"/>
          <c:max val="1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4209967"/>
        <c:crosses val="min"/>
        <c:crossBetween val="midCat"/>
        <c:majorUnit val="1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'[Chart in Microsoft PowerPoint]Sheet1'!$B$19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xVal>
            <c:numRef>
              <c:f>'[Chart in Microsoft PowerPoint]Sheet1'!$A$20:$A$26</c:f>
              <c:numCache>
                <c:formatCode>0.0%</c:formatCode>
                <c:ptCount val="7"/>
                <c:pt idx="0">
                  <c:v>0.17</c:v>
                </c:pt>
                <c:pt idx="1">
                  <c:v>0.26900000000000002</c:v>
                </c:pt>
                <c:pt idx="2">
                  <c:v>-0.157</c:v>
                </c:pt>
                <c:pt idx="3">
                  <c:v>1.7999999999999999E-2</c:v>
                </c:pt>
                <c:pt idx="4">
                  <c:v>3.9E-2</c:v>
                </c:pt>
                <c:pt idx="5">
                  <c:v>1.4E-2</c:v>
                </c:pt>
                <c:pt idx="6">
                  <c:v>-8.0000000000000002E-3</c:v>
                </c:pt>
              </c:numCache>
            </c:numRef>
          </c:xVal>
          <c:yVal>
            <c:numRef>
              <c:f>'[Chart in Microsoft PowerPoint]Sheet1'!$B$20:$B$26</c:f>
              <c:numCache>
                <c:formatCode>0.0%</c:formatCode>
                <c:ptCount val="7"/>
                <c:pt idx="0">
                  <c:v>8.3000000000000004E-2</c:v>
                </c:pt>
                <c:pt idx="1">
                  <c:v>3.9E-2</c:v>
                </c:pt>
                <c:pt idx="2">
                  <c:v>-4.8000000000000001E-2</c:v>
                </c:pt>
                <c:pt idx="3">
                  <c:v>0</c:v>
                </c:pt>
                <c:pt idx="4">
                  <c:v>5.8000000000000003E-2</c:v>
                </c:pt>
                <c:pt idx="5">
                  <c:v>0.14799999999999999</c:v>
                </c:pt>
                <c:pt idx="6">
                  <c:v>-1.4999999999999999E-2</c:v>
                </c:pt>
              </c:numCache>
            </c:numRef>
          </c:yVal>
          <c:bubbleSize>
            <c:numRef>
              <c:f>'[Chart in Microsoft PowerPoint]Sheet1'!$C$20:$C$26</c:f>
              <c:numCache>
                <c:formatCode>#,##0</c:formatCode>
                <c:ptCount val="7"/>
                <c:pt idx="0">
                  <c:v>44823500.439999998</c:v>
                </c:pt>
                <c:pt idx="1">
                  <c:v>14468079.029999999</c:v>
                </c:pt>
                <c:pt idx="2">
                  <c:v>3019184.69</c:v>
                </c:pt>
                <c:pt idx="3">
                  <c:v>19571916.640000001</c:v>
                </c:pt>
                <c:pt idx="4">
                  <c:v>2592745.77</c:v>
                </c:pt>
                <c:pt idx="5">
                  <c:v>6470762.04</c:v>
                </c:pt>
                <c:pt idx="6">
                  <c:v>74019008.209999993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63D9-4393-86E7-8001BF51B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059079360"/>
        <c:axId val="1059077920"/>
      </c:bubbleChart>
      <c:valAx>
        <c:axId val="1059079360"/>
        <c:scaling>
          <c:orientation val="minMax"/>
        </c:scaling>
        <c:delete val="0"/>
        <c:axPos val="b"/>
        <c:numFmt formatCode="0.0%" sourceLinked="1"/>
        <c:majorTickMark val="none"/>
        <c:minorTickMark val="none"/>
        <c:tickLblPos val="low"/>
        <c:spPr>
          <a:noFill/>
          <a:ln w="15875" cap="flat" cmpd="sng" algn="ctr">
            <a:solidFill>
              <a:srgbClr val="000F47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B9B6B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9077920"/>
        <c:crosses val="autoZero"/>
        <c:crossBetween val="midCat"/>
      </c:valAx>
      <c:valAx>
        <c:axId val="1059077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20000"/>
                  <a:lumOff val="80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low"/>
        <c:spPr>
          <a:noFill/>
          <a:ln w="15875" cap="flat" cmpd="sng" algn="ctr">
            <a:solidFill>
              <a:srgbClr val="000F47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B9B6B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90793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'[Chart in Microsoft PowerPoint]Sheet1'!$B$19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xVal>
            <c:numRef>
              <c:f>'[Chart in Microsoft PowerPoint]Sheet1'!$A$20:$A$26</c:f>
              <c:numCache>
                <c:formatCode>0.0%</c:formatCode>
                <c:ptCount val="7"/>
                <c:pt idx="0">
                  <c:v>0.17</c:v>
                </c:pt>
                <c:pt idx="1">
                  <c:v>0.26900000000000002</c:v>
                </c:pt>
                <c:pt idx="2">
                  <c:v>-0.157</c:v>
                </c:pt>
                <c:pt idx="3">
                  <c:v>1.7999999999999999E-2</c:v>
                </c:pt>
                <c:pt idx="4">
                  <c:v>3.9E-2</c:v>
                </c:pt>
                <c:pt idx="5">
                  <c:v>1.4E-2</c:v>
                </c:pt>
                <c:pt idx="6">
                  <c:v>-8.0000000000000002E-3</c:v>
                </c:pt>
              </c:numCache>
            </c:numRef>
          </c:xVal>
          <c:yVal>
            <c:numRef>
              <c:f>'[Chart in Microsoft PowerPoint]Sheet1'!$B$20:$B$26</c:f>
              <c:numCache>
                <c:formatCode>0.0%</c:formatCode>
                <c:ptCount val="7"/>
                <c:pt idx="0">
                  <c:v>8.3000000000000004E-2</c:v>
                </c:pt>
                <c:pt idx="1">
                  <c:v>3.9E-2</c:v>
                </c:pt>
                <c:pt idx="2">
                  <c:v>-4.8000000000000001E-2</c:v>
                </c:pt>
                <c:pt idx="3">
                  <c:v>0</c:v>
                </c:pt>
                <c:pt idx="4">
                  <c:v>5.8000000000000003E-2</c:v>
                </c:pt>
                <c:pt idx="5">
                  <c:v>0.14799999999999999</c:v>
                </c:pt>
                <c:pt idx="6">
                  <c:v>-1.4999999999999999E-2</c:v>
                </c:pt>
              </c:numCache>
            </c:numRef>
          </c:yVal>
          <c:bubbleSize>
            <c:numRef>
              <c:f>'[Chart in Microsoft PowerPoint]Sheet1'!$C$20:$C$26</c:f>
              <c:numCache>
                <c:formatCode>#,##0</c:formatCode>
                <c:ptCount val="7"/>
                <c:pt idx="0">
                  <c:v>44823500.439999998</c:v>
                </c:pt>
                <c:pt idx="1">
                  <c:v>14468079.029999999</c:v>
                </c:pt>
                <c:pt idx="2">
                  <c:v>3019184.69</c:v>
                </c:pt>
                <c:pt idx="3">
                  <c:v>19571916.640000001</c:v>
                </c:pt>
                <c:pt idx="4">
                  <c:v>2592745.77</c:v>
                </c:pt>
                <c:pt idx="5">
                  <c:v>6470762.04</c:v>
                </c:pt>
                <c:pt idx="6">
                  <c:v>74019008.209999993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63D9-4393-86E7-8001BF51B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059079360"/>
        <c:axId val="1059077920"/>
      </c:bubbleChart>
      <c:valAx>
        <c:axId val="1059079360"/>
        <c:scaling>
          <c:orientation val="minMax"/>
        </c:scaling>
        <c:delete val="0"/>
        <c:axPos val="b"/>
        <c:numFmt formatCode="0.0%" sourceLinked="1"/>
        <c:majorTickMark val="none"/>
        <c:minorTickMark val="none"/>
        <c:tickLblPos val="low"/>
        <c:spPr>
          <a:noFill/>
          <a:ln w="15875" cap="flat" cmpd="sng" algn="ctr">
            <a:solidFill>
              <a:srgbClr val="000F47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B9B6B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9077920"/>
        <c:crosses val="autoZero"/>
        <c:crossBetween val="midCat"/>
      </c:valAx>
      <c:valAx>
        <c:axId val="1059077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20000"/>
                  <a:lumOff val="80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low"/>
        <c:spPr>
          <a:noFill/>
          <a:ln w="15875" cap="flat" cmpd="sng" algn="ctr">
            <a:solidFill>
              <a:srgbClr val="000F47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B9B6B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90793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Selected Carrier</cx:pt>
          <cx:pt idx="1">Casualty</cx:pt>
          <cx:pt idx="2">FINPRO</cx:pt>
          <cx:pt idx="3">Environmental</cx:pt>
          <cx:pt idx="4">Rank (N + 5)</cx:pt>
          <cx:pt idx="5">Category 6</cx:pt>
          <cx:pt idx="6">Category 7</cx:pt>
          <cx:pt idx="7">Rank (N + 10)</cx:pt>
        </cx:lvl>
      </cx:strDim>
      <cx:numDim type="val">
        <cx:f>Sheet1!$B$2:$B$9</cx:f>
        <cx:lvl ptCount="8" formatCode="General">
          <cx:pt idx="0">100</cx:pt>
          <cx:pt idx="1">20</cx:pt>
          <cx:pt idx="2">50</cx:pt>
          <cx:pt idx="3">-40</cx:pt>
          <cx:pt idx="4">130</cx:pt>
          <cx:pt idx="5">-60</cx:pt>
          <cx:pt idx="6">70</cx:pt>
          <cx:pt idx="7">140</cx:pt>
        </cx:lvl>
      </cx:numDim>
    </cx:data>
  </cx:chartData>
  <cx:chart>
    <cx:title pos="t" align="ctr" overlay="0">
      <cx:tx>
        <cx:txData>
          <cx:v>Carrier Rank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862" b="0" i="0" u="none" strike="noStrike" baseline="0" dirty="0">
              <a:solidFill>
                <a:srgbClr val="000F47">
                  <a:lumMod val="65000"/>
                  <a:lumOff val="35000"/>
                </a:srgbClr>
              </a:solidFill>
              <a:latin typeface="Arial"/>
            </a:rPr>
            <a:t>Carrier Rank</a:t>
          </a:r>
        </a:p>
      </cx:txPr>
    </cx:title>
    <cx:plotArea>
      <cx:plotAreaRegion>
        <cx:plotSurface>
          <cx:spPr>
            <a:ln>
              <a:noFill/>
            </a:ln>
          </cx:spPr>
        </cx:plotSurface>
        <cx:series layoutId="waterfall" uniqueId="{FC9FA7FB-B601-4812-96CB-2147A5918094}">
          <cx:tx>
            <cx:txData>
              <cx:f>Sheet1!$B$1</cx:f>
              <cx:v>Series1</cx:v>
            </cx:txData>
          </cx:tx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</cx:axis>
      <cx:axis id="1">
        <cx:valScaling/>
        <cx:majorGridlines>
          <cx:spPr>
            <a:ln>
              <a:solidFill>
                <a:schemeClr val="bg1"/>
              </a:solidFill>
            </a:ln>
          </cx:spPr>
        </cx:majorGridlines>
        <cx:tickLabels/>
      </cx:axis>
    </cx:plotArea>
    <cx:legend pos="t" align="ctr" overlay="0"/>
  </cx:chart>
  <cx:spPr>
    <a:ln>
      <a:noFill/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F6D3C-077B-4ED1-8F64-F9220B1E330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6D91B-C012-4040-A2AB-10761A1E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84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CDDBC-4FD4-8749-022D-012F911F1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9BFE6-7215-B140-FBB2-247AAB87E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97C7C-59DB-753C-02EE-6435D8F21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04912-0670-8028-B701-7EC18EE9F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1287AD-4F0B-4027-BAF2-5E194010B58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872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10E86-F579-C36C-E9D9-9B94EF65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9D609-5657-2E0B-BE97-357314CBC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8C85E9-A109-2ACB-04CC-936205493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CAACE-55A2-2336-EF9D-A53CEE9CB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BF5AC0-C4B3-464D-8E9B-9D86370B787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2999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29C89-1433-645C-5C32-992A31FCD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A10D7-7157-41C6-252A-A038E87D7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70AC4-FB46-5D06-B893-A6D626DFD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F1996-98E0-98B2-1C1D-49E7748A0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1287AD-4F0B-4027-BAF2-5E194010B58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538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46B94-606A-86FE-7D04-510B59DC6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FE306-DE6D-9C27-24F1-FFF76A03B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76CB0-4C71-A317-33C9-EECA04BDA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F5827-9D83-4D1A-E5B5-CD6CF7BE7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BF5AC0-C4B3-464D-8E9B-9D86370B787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2549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../customXml/item10.xml"/><Relationship Id="rId7" Type="http://schemas.openxmlformats.org/officeDocument/2006/relationships/image" Target="../media/image3.png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13.xml"/><Relationship Id="rId6" Type="http://schemas.openxmlformats.org/officeDocument/2006/relationships/slideMaster" Target="../slideMasters/slideMaster1.xml"/><Relationship Id="rId5" Type="http://schemas.openxmlformats.org/officeDocument/2006/relationships/customXml" Target="../../customXml/item12.xml"/><Relationship Id="rId4" Type="http://schemas.openxmlformats.org/officeDocument/2006/relationships/customXml" Target="../../customXml/item11.xml"/><Relationship Id="rId9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1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customXml" Target="../../customXml/item16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18.xml"/><Relationship Id="rId7" Type="http://schemas.openxmlformats.org/officeDocument/2006/relationships/image" Target="../media/image2.png"/><Relationship Id="rId2" Type="http://schemas.openxmlformats.org/officeDocument/2006/relationships/customXml" Target="../../customXml/item17.xml"/><Relationship Id="rId1" Type="http://schemas.openxmlformats.org/officeDocument/2006/relationships/customXml" Target="../../customXml/item20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customXml" Target="../../customXml/item19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../customXml/item22.xml"/><Relationship Id="rId7" Type="http://schemas.openxmlformats.org/officeDocument/2006/relationships/image" Target="../media/image6.png"/><Relationship Id="rId2" Type="http://schemas.openxmlformats.org/officeDocument/2006/relationships/customXml" Target="../../customXml/item21.xml"/><Relationship Id="rId1" Type="http://schemas.openxmlformats.org/officeDocument/2006/relationships/customXml" Target="../../customXml/item25.xml"/><Relationship Id="rId6" Type="http://schemas.openxmlformats.org/officeDocument/2006/relationships/slideMaster" Target="../slideMasters/slideMaster1.xml"/><Relationship Id="rId5" Type="http://schemas.openxmlformats.org/officeDocument/2006/relationships/customXml" Target="../../customXml/item24.xml"/><Relationship Id="rId4" Type="http://schemas.openxmlformats.org/officeDocument/2006/relationships/customXml" Target="../../customXml/item23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../customXml/item34.xml"/><Relationship Id="rId7" Type="http://schemas.openxmlformats.org/officeDocument/2006/relationships/image" Target="../media/image3.png"/><Relationship Id="rId2" Type="http://schemas.openxmlformats.org/officeDocument/2006/relationships/customXml" Target="../../customXml/item33.xml"/><Relationship Id="rId1" Type="http://schemas.openxmlformats.org/officeDocument/2006/relationships/customXml" Target="../../customXml/item37.xml"/><Relationship Id="rId6" Type="http://schemas.openxmlformats.org/officeDocument/2006/relationships/slideMaster" Target="../slideMasters/slideMaster2.xml"/><Relationship Id="rId5" Type="http://schemas.openxmlformats.org/officeDocument/2006/relationships/customXml" Target="../../customXml/item36.xml"/><Relationship Id="rId4" Type="http://schemas.openxmlformats.org/officeDocument/2006/relationships/customXml" Target="../../customXml/item35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40.xml"/><Relationship Id="rId2" Type="http://schemas.openxmlformats.org/officeDocument/2006/relationships/customXml" Target="../../customXml/item39.xml"/><Relationship Id="rId1" Type="http://schemas.openxmlformats.org/officeDocument/2006/relationships/customXml" Target="../../customXml/item38.xml"/><Relationship Id="rId4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customXml" Target="../../customXml/item42.xml"/><Relationship Id="rId1" Type="http://schemas.openxmlformats.org/officeDocument/2006/relationships/customXml" Target="../../customXml/item4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45.xml"/><Relationship Id="rId7" Type="http://schemas.openxmlformats.org/officeDocument/2006/relationships/image" Target="../media/image2.png"/><Relationship Id="rId2" Type="http://schemas.openxmlformats.org/officeDocument/2006/relationships/customXml" Target="../../customXml/item44.xml"/><Relationship Id="rId1" Type="http://schemas.openxmlformats.org/officeDocument/2006/relationships/customXml" Target="../../customXml/item43.xml"/><Relationship Id="rId6" Type="http://schemas.openxmlformats.org/officeDocument/2006/relationships/slideMaster" Target="../slideMasters/slideMaster2.xml"/><Relationship Id="rId5" Type="http://schemas.openxmlformats.org/officeDocument/2006/relationships/customXml" Target="../../customXml/item47.xml"/><Relationship Id="rId4" Type="http://schemas.openxmlformats.org/officeDocument/2006/relationships/customXml" Target="../../customXml/item46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customXml" Target="../../customXml/item4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51.xml"/><Relationship Id="rId2" Type="http://schemas.openxmlformats.org/officeDocument/2006/relationships/customXml" Target="../../customXml/item50.xml"/><Relationship Id="rId1" Type="http://schemas.openxmlformats.org/officeDocument/2006/relationships/customXml" Target="../../customXml/item49.xml"/><Relationship Id="rId4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54.xml"/><Relationship Id="rId2" Type="http://schemas.openxmlformats.org/officeDocument/2006/relationships/customXml" Target="../../customXml/item53.xml"/><Relationship Id="rId1" Type="http://schemas.openxmlformats.org/officeDocument/2006/relationships/customXml" Target="../../customXml/item52.xml"/><Relationship Id="rId5" Type="http://schemas.openxmlformats.org/officeDocument/2006/relationships/slideMaster" Target="../slideMasters/slideMaster2.xml"/><Relationship Id="rId4" Type="http://schemas.openxmlformats.org/officeDocument/2006/relationships/customXml" Target="../../customXml/item5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58.xml"/><Relationship Id="rId2" Type="http://schemas.openxmlformats.org/officeDocument/2006/relationships/customXml" Target="../../customXml/item57.xml"/><Relationship Id="rId1" Type="http://schemas.openxmlformats.org/officeDocument/2006/relationships/customXml" Target="../../customXml/item56.xml"/><Relationship Id="rId6" Type="http://schemas.openxmlformats.org/officeDocument/2006/relationships/slideMaster" Target="../slideMasters/slideMaster2.xml"/><Relationship Id="rId5" Type="http://schemas.openxmlformats.org/officeDocument/2006/relationships/customXml" Target="../../customXml/item60.xml"/><Relationship Id="rId4" Type="http://schemas.openxmlformats.org/officeDocument/2006/relationships/customXml" Target="../../customXml/item59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62.xml"/><Relationship Id="rId7" Type="http://schemas.openxmlformats.org/officeDocument/2006/relationships/image" Target="../media/image2.png"/><Relationship Id="rId2" Type="http://schemas.openxmlformats.org/officeDocument/2006/relationships/customXml" Target="../../customXml/item61.xml"/><Relationship Id="rId1" Type="http://schemas.openxmlformats.org/officeDocument/2006/relationships/customXml" Target="../../customXml/item64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2.xml"/><Relationship Id="rId4" Type="http://schemas.openxmlformats.org/officeDocument/2006/relationships/customXml" Target="../../customXml/item6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66.xml"/><Relationship Id="rId2" Type="http://schemas.openxmlformats.org/officeDocument/2006/relationships/customXml" Target="../../customXml/item65.xml"/><Relationship Id="rId1" Type="http://schemas.openxmlformats.org/officeDocument/2006/relationships/customXml" Target="../../customXml/item6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../customXml/item69.xml"/><Relationship Id="rId7" Type="http://schemas.openxmlformats.org/officeDocument/2006/relationships/image" Target="../media/image6.png"/><Relationship Id="rId2" Type="http://schemas.openxmlformats.org/officeDocument/2006/relationships/customXml" Target="../../customXml/item68.xml"/><Relationship Id="rId1" Type="http://schemas.openxmlformats.org/officeDocument/2006/relationships/customXml" Target="../../customXml/item72.xml"/><Relationship Id="rId6" Type="http://schemas.openxmlformats.org/officeDocument/2006/relationships/slideMaster" Target="../slideMasters/slideMaster2.xml"/><Relationship Id="rId5" Type="http://schemas.openxmlformats.org/officeDocument/2006/relationships/customXml" Target="../../customXml/item71.xml"/><Relationship Id="rId4" Type="http://schemas.openxmlformats.org/officeDocument/2006/relationships/customXml" Target="../../customXml/item70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customXml" Target="../../customXml/item74.xml"/><Relationship Id="rId1" Type="http://schemas.openxmlformats.org/officeDocument/2006/relationships/customXml" Target="../../customXml/item7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77.xml"/><Relationship Id="rId2" Type="http://schemas.openxmlformats.org/officeDocument/2006/relationships/customXml" Target="../../customXml/item76.xml"/><Relationship Id="rId1" Type="http://schemas.openxmlformats.org/officeDocument/2006/relationships/customXml" Target="../../customXml/item75.xml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8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9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../customXml/item86.xml"/><Relationship Id="rId7" Type="http://schemas.openxmlformats.org/officeDocument/2006/relationships/image" Target="../media/image3.png"/><Relationship Id="rId2" Type="http://schemas.openxmlformats.org/officeDocument/2006/relationships/customXml" Target="../../customXml/item85.xml"/><Relationship Id="rId1" Type="http://schemas.openxmlformats.org/officeDocument/2006/relationships/customXml" Target="../../customXml/item89.xml"/><Relationship Id="rId6" Type="http://schemas.openxmlformats.org/officeDocument/2006/relationships/slideMaster" Target="../slideMasters/slideMaster3.xml"/><Relationship Id="rId5" Type="http://schemas.openxmlformats.org/officeDocument/2006/relationships/customXml" Target="../../customXml/item88.xml"/><Relationship Id="rId4" Type="http://schemas.openxmlformats.org/officeDocument/2006/relationships/customXml" Target="../../customXml/item87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92.xml"/><Relationship Id="rId2" Type="http://schemas.openxmlformats.org/officeDocument/2006/relationships/customXml" Target="../../customXml/item91.xml"/><Relationship Id="rId1" Type="http://schemas.openxmlformats.org/officeDocument/2006/relationships/customXml" Target="../../customXml/item90.xml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customXml" Target="../../customXml/item94.xml"/><Relationship Id="rId1" Type="http://schemas.openxmlformats.org/officeDocument/2006/relationships/customXml" Target="../../customXml/item9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97.xml"/><Relationship Id="rId7" Type="http://schemas.openxmlformats.org/officeDocument/2006/relationships/image" Target="../media/image2.png"/><Relationship Id="rId2" Type="http://schemas.openxmlformats.org/officeDocument/2006/relationships/customXml" Target="../../customXml/item96.xml"/><Relationship Id="rId1" Type="http://schemas.openxmlformats.org/officeDocument/2006/relationships/customXml" Target="../../customXml/item95.xml"/><Relationship Id="rId6" Type="http://schemas.openxmlformats.org/officeDocument/2006/relationships/slideMaster" Target="../slideMasters/slideMaster3.xml"/><Relationship Id="rId5" Type="http://schemas.openxmlformats.org/officeDocument/2006/relationships/customXml" Target="../../customXml/item99.xml"/><Relationship Id="rId4" Type="http://schemas.openxmlformats.org/officeDocument/2006/relationships/customXml" Target="../../customXml/item98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customXml" Target="../../customXml/item100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103.xml"/><Relationship Id="rId2" Type="http://schemas.openxmlformats.org/officeDocument/2006/relationships/customXml" Target="../../customXml/item102.xml"/><Relationship Id="rId1" Type="http://schemas.openxmlformats.org/officeDocument/2006/relationships/customXml" Target="../../customXml/item101.xml"/><Relationship Id="rId4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106.xml"/><Relationship Id="rId2" Type="http://schemas.openxmlformats.org/officeDocument/2006/relationships/customXml" Target="../../customXml/item105.xml"/><Relationship Id="rId1" Type="http://schemas.openxmlformats.org/officeDocument/2006/relationships/customXml" Target="../../customXml/item104.xml"/><Relationship Id="rId5" Type="http://schemas.openxmlformats.org/officeDocument/2006/relationships/slideMaster" Target="../slideMasters/slideMaster3.xml"/><Relationship Id="rId4" Type="http://schemas.openxmlformats.org/officeDocument/2006/relationships/customXml" Target="../../customXml/item107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110.xml"/><Relationship Id="rId2" Type="http://schemas.openxmlformats.org/officeDocument/2006/relationships/customXml" Target="../../customXml/item109.xml"/><Relationship Id="rId1" Type="http://schemas.openxmlformats.org/officeDocument/2006/relationships/customXml" Target="../../customXml/item108.xml"/><Relationship Id="rId6" Type="http://schemas.openxmlformats.org/officeDocument/2006/relationships/slideMaster" Target="../slideMasters/slideMaster3.xml"/><Relationship Id="rId5" Type="http://schemas.openxmlformats.org/officeDocument/2006/relationships/customXml" Target="../../customXml/item112.xml"/><Relationship Id="rId4" Type="http://schemas.openxmlformats.org/officeDocument/2006/relationships/customXml" Target="../../customXml/item11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114.xml"/><Relationship Id="rId7" Type="http://schemas.openxmlformats.org/officeDocument/2006/relationships/image" Target="../media/image2.png"/><Relationship Id="rId2" Type="http://schemas.openxmlformats.org/officeDocument/2006/relationships/customXml" Target="../../customXml/item113.xml"/><Relationship Id="rId1" Type="http://schemas.openxmlformats.org/officeDocument/2006/relationships/customXml" Target="../../customXml/item116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3.xml"/><Relationship Id="rId4" Type="http://schemas.openxmlformats.org/officeDocument/2006/relationships/customXml" Target="../../customXml/item11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118.xml"/><Relationship Id="rId2" Type="http://schemas.openxmlformats.org/officeDocument/2006/relationships/customXml" Target="../../customXml/item117.xml"/><Relationship Id="rId1" Type="http://schemas.openxmlformats.org/officeDocument/2006/relationships/customXml" Target="../../customXml/item119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../customXml/item121.xml"/><Relationship Id="rId7" Type="http://schemas.openxmlformats.org/officeDocument/2006/relationships/image" Target="../media/image6.png"/><Relationship Id="rId2" Type="http://schemas.openxmlformats.org/officeDocument/2006/relationships/customXml" Target="../../customXml/item120.xml"/><Relationship Id="rId1" Type="http://schemas.openxmlformats.org/officeDocument/2006/relationships/customXml" Target="../../customXml/item124.xml"/><Relationship Id="rId6" Type="http://schemas.openxmlformats.org/officeDocument/2006/relationships/slideMaster" Target="../slideMasters/slideMaster3.xml"/><Relationship Id="rId5" Type="http://schemas.openxmlformats.org/officeDocument/2006/relationships/customXml" Target="../../customXml/item123.xml"/><Relationship Id="rId4" Type="http://schemas.openxmlformats.org/officeDocument/2006/relationships/customXml" Target="../../customXml/item12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customXml" Target="../../customXml/item126.xml"/><Relationship Id="rId1" Type="http://schemas.openxmlformats.org/officeDocument/2006/relationships/customXml" Target="../../customXml/item12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129.xml"/><Relationship Id="rId2" Type="http://schemas.openxmlformats.org/officeDocument/2006/relationships/customXml" Target="../../customXml/item128.xml"/><Relationship Id="rId1" Type="http://schemas.openxmlformats.org/officeDocument/2006/relationships/customXml" Target="../../customXml/item127.xml"/><Relationship Id="rId4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Relationship Id="rId4" Type="http://schemas.openxmlformats.org/officeDocument/2006/relationships/image" Target="../media/image8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Relationship Id="rId4" Type="http://schemas.openxmlformats.org/officeDocument/2006/relationships/image" Target="../media/image9.emf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customXml" Target="../../customXml/item139.xml"/><Relationship Id="rId7" Type="http://schemas.openxmlformats.org/officeDocument/2006/relationships/slideMaster" Target="../slideMasters/slideMaster4.xml"/><Relationship Id="rId2" Type="http://schemas.openxmlformats.org/officeDocument/2006/relationships/customXml" Target="../../customXml/item138.xml"/><Relationship Id="rId1" Type="http://schemas.openxmlformats.org/officeDocument/2006/relationships/customXml" Target="../../customXml/item143.xml"/><Relationship Id="rId6" Type="http://schemas.openxmlformats.org/officeDocument/2006/relationships/customXml" Target="../../customXml/item142.xml"/><Relationship Id="rId5" Type="http://schemas.openxmlformats.org/officeDocument/2006/relationships/customXml" Target="../../customXml/item141.xml"/><Relationship Id="rId10" Type="http://schemas.openxmlformats.org/officeDocument/2006/relationships/image" Target="../media/image4.png"/><Relationship Id="rId4" Type="http://schemas.openxmlformats.org/officeDocument/2006/relationships/customXml" Target="../../customXml/item140.xml"/><Relationship Id="rId9" Type="http://schemas.openxmlformats.org/officeDocument/2006/relationships/image" Target="../media/image3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146.xml"/><Relationship Id="rId2" Type="http://schemas.openxmlformats.org/officeDocument/2006/relationships/customXml" Target="../../customXml/item145.xml"/><Relationship Id="rId1" Type="http://schemas.openxmlformats.org/officeDocument/2006/relationships/customXml" Target="../../customXml/item144.xml"/><Relationship Id="rId4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customXml" Target="../../customXml/item148.xml"/><Relationship Id="rId1" Type="http://schemas.openxmlformats.org/officeDocument/2006/relationships/customXml" Target="../../customXml/item147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customXml" Target="../../customXml/item149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152.xml"/><Relationship Id="rId2" Type="http://schemas.openxmlformats.org/officeDocument/2006/relationships/customXml" Target="../../customXml/item151.xml"/><Relationship Id="rId1" Type="http://schemas.openxmlformats.org/officeDocument/2006/relationships/customXml" Target="../../customXml/item150.xml"/><Relationship Id="rId4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155.xml"/><Relationship Id="rId2" Type="http://schemas.openxmlformats.org/officeDocument/2006/relationships/customXml" Target="../../customXml/item154.xml"/><Relationship Id="rId1" Type="http://schemas.openxmlformats.org/officeDocument/2006/relationships/customXml" Target="../../customXml/item153.xml"/><Relationship Id="rId5" Type="http://schemas.openxmlformats.org/officeDocument/2006/relationships/slideMaster" Target="../slideMasters/slideMaster4.xml"/><Relationship Id="rId4" Type="http://schemas.openxmlformats.org/officeDocument/2006/relationships/customXml" Target="../../customXml/item15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159.xml"/><Relationship Id="rId2" Type="http://schemas.openxmlformats.org/officeDocument/2006/relationships/customXml" Target="../../customXml/item158.xml"/><Relationship Id="rId1" Type="http://schemas.openxmlformats.org/officeDocument/2006/relationships/customXml" Target="../../customXml/item157.xml"/><Relationship Id="rId6" Type="http://schemas.openxmlformats.org/officeDocument/2006/relationships/slideMaster" Target="../slideMasters/slideMaster4.xml"/><Relationship Id="rId5" Type="http://schemas.openxmlformats.org/officeDocument/2006/relationships/customXml" Target="../../customXml/item161.xml"/><Relationship Id="rId4" Type="http://schemas.openxmlformats.org/officeDocument/2006/relationships/customXml" Target="../../customXml/item160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163.xml"/><Relationship Id="rId7" Type="http://schemas.openxmlformats.org/officeDocument/2006/relationships/image" Target="../media/image2.png"/><Relationship Id="rId2" Type="http://schemas.openxmlformats.org/officeDocument/2006/relationships/customXml" Target="../../customXml/item162.xml"/><Relationship Id="rId1" Type="http://schemas.openxmlformats.org/officeDocument/2006/relationships/customXml" Target="../../customXml/item165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4.xml"/><Relationship Id="rId4" Type="http://schemas.openxmlformats.org/officeDocument/2006/relationships/customXml" Target="../../customXml/item164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167.xml"/><Relationship Id="rId2" Type="http://schemas.openxmlformats.org/officeDocument/2006/relationships/customXml" Target="../../customXml/item166.xml"/><Relationship Id="rId1" Type="http://schemas.openxmlformats.org/officeDocument/2006/relationships/customXml" Target="../../customXml/item16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../customXml/item170.xml"/><Relationship Id="rId7" Type="http://schemas.openxmlformats.org/officeDocument/2006/relationships/image" Target="../media/image6.png"/><Relationship Id="rId2" Type="http://schemas.openxmlformats.org/officeDocument/2006/relationships/customXml" Target="../../customXml/item169.xml"/><Relationship Id="rId1" Type="http://schemas.openxmlformats.org/officeDocument/2006/relationships/customXml" Target="../../customXml/item173.xml"/><Relationship Id="rId6" Type="http://schemas.openxmlformats.org/officeDocument/2006/relationships/slideMaster" Target="../slideMasters/slideMaster4.xml"/><Relationship Id="rId5" Type="http://schemas.openxmlformats.org/officeDocument/2006/relationships/customXml" Target="../../customXml/item172.xml"/><Relationship Id="rId4" Type="http://schemas.openxmlformats.org/officeDocument/2006/relationships/customXml" Target="../../customXml/item17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customXml" Target="../../customXml/item175.xml"/><Relationship Id="rId1" Type="http://schemas.openxmlformats.org/officeDocument/2006/relationships/customXml" Target="../../customXml/item174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customXml" Target="../../customXml/item185.xml"/><Relationship Id="rId7" Type="http://schemas.openxmlformats.org/officeDocument/2006/relationships/slideMaster" Target="../slideMasters/slideMaster5.xml"/><Relationship Id="rId2" Type="http://schemas.openxmlformats.org/officeDocument/2006/relationships/customXml" Target="../../customXml/item184.xml"/><Relationship Id="rId1" Type="http://schemas.openxmlformats.org/officeDocument/2006/relationships/customXml" Target="../../customXml/item189.xml"/><Relationship Id="rId6" Type="http://schemas.openxmlformats.org/officeDocument/2006/relationships/customXml" Target="../../customXml/item188.xml"/><Relationship Id="rId5" Type="http://schemas.openxmlformats.org/officeDocument/2006/relationships/customXml" Target="../../customXml/item187.xml"/><Relationship Id="rId10" Type="http://schemas.openxmlformats.org/officeDocument/2006/relationships/image" Target="../media/image4.png"/><Relationship Id="rId4" Type="http://schemas.openxmlformats.org/officeDocument/2006/relationships/customXml" Target="../../customXml/item186.xml"/><Relationship Id="rId9" Type="http://schemas.openxmlformats.org/officeDocument/2006/relationships/image" Target="../media/image3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192.xml"/><Relationship Id="rId2" Type="http://schemas.openxmlformats.org/officeDocument/2006/relationships/customXml" Target="../../customXml/item191.xml"/><Relationship Id="rId1" Type="http://schemas.openxmlformats.org/officeDocument/2006/relationships/customXml" Target="../../customXml/item190.xml"/><Relationship Id="rId4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customXml" Target="../../customXml/item194.xml"/><Relationship Id="rId1" Type="http://schemas.openxmlformats.org/officeDocument/2006/relationships/customXml" Target="../../customXml/item19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customXml" Target="../../customXml/item19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198.xml"/><Relationship Id="rId2" Type="http://schemas.openxmlformats.org/officeDocument/2006/relationships/customXml" Target="../../customXml/item197.xml"/><Relationship Id="rId1" Type="http://schemas.openxmlformats.org/officeDocument/2006/relationships/customXml" Target="../../customXml/item196.xml"/><Relationship Id="rId4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01.xml"/><Relationship Id="rId2" Type="http://schemas.openxmlformats.org/officeDocument/2006/relationships/customXml" Target="../../customXml/item200.xml"/><Relationship Id="rId1" Type="http://schemas.openxmlformats.org/officeDocument/2006/relationships/customXml" Target="../../customXml/item199.xml"/><Relationship Id="rId5" Type="http://schemas.openxmlformats.org/officeDocument/2006/relationships/slideMaster" Target="../slideMasters/slideMaster5.xml"/><Relationship Id="rId4" Type="http://schemas.openxmlformats.org/officeDocument/2006/relationships/customXml" Target="../../customXml/item20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05.xml"/><Relationship Id="rId2" Type="http://schemas.openxmlformats.org/officeDocument/2006/relationships/customXml" Target="../../customXml/item204.xml"/><Relationship Id="rId1" Type="http://schemas.openxmlformats.org/officeDocument/2006/relationships/customXml" Target="../../customXml/item203.xml"/><Relationship Id="rId6" Type="http://schemas.openxmlformats.org/officeDocument/2006/relationships/slideMaster" Target="../slideMasters/slideMaster5.xml"/><Relationship Id="rId5" Type="http://schemas.openxmlformats.org/officeDocument/2006/relationships/customXml" Target="../../customXml/item207.xml"/><Relationship Id="rId4" Type="http://schemas.openxmlformats.org/officeDocument/2006/relationships/customXml" Target="../../customXml/item206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09.xml"/><Relationship Id="rId7" Type="http://schemas.openxmlformats.org/officeDocument/2006/relationships/image" Target="../media/image2.png"/><Relationship Id="rId2" Type="http://schemas.openxmlformats.org/officeDocument/2006/relationships/customXml" Target="../../customXml/item208.xml"/><Relationship Id="rId1" Type="http://schemas.openxmlformats.org/officeDocument/2006/relationships/customXml" Target="../../customXml/item211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5.xml"/><Relationship Id="rId4" Type="http://schemas.openxmlformats.org/officeDocument/2006/relationships/customXml" Target="../../customXml/item210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13.xml"/><Relationship Id="rId2" Type="http://schemas.openxmlformats.org/officeDocument/2006/relationships/customXml" Target="../../customXml/item212.xml"/><Relationship Id="rId1" Type="http://schemas.openxmlformats.org/officeDocument/2006/relationships/customXml" Target="../../customXml/item214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../customXml/item216.xml"/><Relationship Id="rId7" Type="http://schemas.openxmlformats.org/officeDocument/2006/relationships/image" Target="../media/image6.png"/><Relationship Id="rId2" Type="http://schemas.openxmlformats.org/officeDocument/2006/relationships/customXml" Target="../../customXml/item215.xml"/><Relationship Id="rId1" Type="http://schemas.openxmlformats.org/officeDocument/2006/relationships/customXml" Target="../../customXml/item219.xml"/><Relationship Id="rId6" Type="http://schemas.openxmlformats.org/officeDocument/2006/relationships/slideMaster" Target="../slideMasters/slideMaster5.xml"/><Relationship Id="rId5" Type="http://schemas.openxmlformats.org/officeDocument/2006/relationships/customXml" Target="../../customXml/item218.xml"/><Relationship Id="rId4" Type="http://schemas.openxmlformats.org/officeDocument/2006/relationships/customXml" Target="../../customXml/item217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customXml" Target="../../customXml/item221.xml"/><Relationship Id="rId1" Type="http://schemas.openxmlformats.org/officeDocument/2006/relationships/customXml" Target="../../customXml/item220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32.xml"/><Relationship Id="rId2" Type="http://schemas.openxmlformats.org/officeDocument/2006/relationships/customXml" Target="../../customXml/item231.xml"/><Relationship Id="rId1" Type="http://schemas.openxmlformats.org/officeDocument/2006/relationships/customXml" Target="../../customXml/item230.xml"/><Relationship Id="rId4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customXml" Target="../../customXml/item234.xml"/><Relationship Id="rId1" Type="http://schemas.openxmlformats.org/officeDocument/2006/relationships/customXml" Target="../../customXml/item23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customXml" Target="../../customXml/item236.xml"/><Relationship Id="rId1" Type="http://schemas.openxmlformats.org/officeDocument/2006/relationships/customXml" Target="../../customXml/item235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39.xml"/><Relationship Id="rId2" Type="http://schemas.openxmlformats.org/officeDocument/2006/relationships/customXml" Target="../../customXml/item238.xml"/><Relationship Id="rId1" Type="http://schemas.openxmlformats.org/officeDocument/2006/relationships/customXml" Target="../../customXml/item237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customXml" Target="../../customXml/item240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43.xml"/><Relationship Id="rId2" Type="http://schemas.openxmlformats.org/officeDocument/2006/relationships/customXml" Target="../../customXml/item242.xml"/><Relationship Id="rId1" Type="http://schemas.openxmlformats.org/officeDocument/2006/relationships/customXml" Target="../../customXml/item241.xml"/><Relationship Id="rId4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46.xml"/><Relationship Id="rId2" Type="http://schemas.openxmlformats.org/officeDocument/2006/relationships/customXml" Target="../../customXml/item245.xml"/><Relationship Id="rId1" Type="http://schemas.openxmlformats.org/officeDocument/2006/relationships/customXml" Target="../../customXml/item244.xml"/><Relationship Id="rId5" Type="http://schemas.openxmlformats.org/officeDocument/2006/relationships/slideMaster" Target="../slideMasters/slideMaster6.xml"/><Relationship Id="rId4" Type="http://schemas.openxmlformats.org/officeDocument/2006/relationships/customXml" Target="../../customXml/item247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50.xml"/><Relationship Id="rId2" Type="http://schemas.openxmlformats.org/officeDocument/2006/relationships/customXml" Target="../../customXml/item249.xml"/><Relationship Id="rId1" Type="http://schemas.openxmlformats.org/officeDocument/2006/relationships/customXml" Target="../../customXml/item248.xml"/><Relationship Id="rId6" Type="http://schemas.openxmlformats.org/officeDocument/2006/relationships/slideMaster" Target="../slideMasters/slideMaster6.xml"/><Relationship Id="rId5" Type="http://schemas.openxmlformats.org/officeDocument/2006/relationships/customXml" Target="../../customXml/item252.xml"/><Relationship Id="rId4" Type="http://schemas.openxmlformats.org/officeDocument/2006/relationships/customXml" Target="../../customXml/item251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54.xml"/><Relationship Id="rId7" Type="http://schemas.openxmlformats.org/officeDocument/2006/relationships/image" Target="../media/image2.png"/><Relationship Id="rId2" Type="http://schemas.openxmlformats.org/officeDocument/2006/relationships/customXml" Target="../../customXml/item253.xml"/><Relationship Id="rId1" Type="http://schemas.openxmlformats.org/officeDocument/2006/relationships/customXml" Target="../../customXml/item256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6.xml"/><Relationship Id="rId4" Type="http://schemas.openxmlformats.org/officeDocument/2006/relationships/customXml" Target="../../customXml/item255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58.xml"/><Relationship Id="rId2" Type="http://schemas.openxmlformats.org/officeDocument/2006/relationships/customXml" Target="../../customXml/item257.xml"/><Relationship Id="rId1" Type="http://schemas.openxmlformats.org/officeDocument/2006/relationships/customXml" Target="../../customXml/item259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61.xml"/><Relationship Id="rId2" Type="http://schemas.openxmlformats.org/officeDocument/2006/relationships/customXml" Target="../../customXml/item260.xml"/><Relationship Id="rId1" Type="http://schemas.openxmlformats.org/officeDocument/2006/relationships/customXml" Target="../../customXml/item262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../customXml/item264.xml"/><Relationship Id="rId7" Type="http://schemas.openxmlformats.org/officeDocument/2006/relationships/image" Target="../media/image6.png"/><Relationship Id="rId2" Type="http://schemas.openxmlformats.org/officeDocument/2006/relationships/customXml" Target="../../customXml/item263.xml"/><Relationship Id="rId1" Type="http://schemas.openxmlformats.org/officeDocument/2006/relationships/customXml" Target="../../customXml/item267.xml"/><Relationship Id="rId6" Type="http://schemas.openxmlformats.org/officeDocument/2006/relationships/slideMaster" Target="../slideMasters/slideMaster6.xml"/><Relationship Id="rId5" Type="http://schemas.openxmlformats.org/officeDocument/2006/relationships/customXml" Target="../../customXml/item266.xml"/><Relationship Id="rId4" Type="http://schemas.openxmlformats.org/officeDocument/2006/relationships/customXml" Target="../../customXml/item26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6.xml"/><Relationship Id="rId1" Type="http://schemas.openxmlformats.org/officeDocument/2006/relationships/customXml" Target="../../customXml/item268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12.xml"/><Relationship Id="rId4" Type="http://schemas.openxmlformats.org/officeDocument/2006/relationships/image" Target="../media/image8.emf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71.xml"/><Relationship Id="rId2" Type="http://schemas.openxmlformats.org/officeDocument/2006/relationships/customXml" Target="../../customXml/item270.xml"/><Relationship Id="rId1" Type="http://schemas.openxmlformats.org/officeDocument/2006/relationships/customXml" Target="../../customXml/item269.xml"/><Relationship Id="rId4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82.xml"/><Relationship Id="rId2" Type="http://schemas.openxmlformats.org/officeDocument/2006/relationships/customXml" Target="../../customXml/item281.xml"/><Relationship Id="rId1" Type="http://schemas.openxmlformats.org/officeDocument/2006/relationships/customXml" Target="../../customXml/item280.xml"/><Relationship Id="rId4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customXml" Target="../../customXml/item284.xml"/><Relationship Id="rId1" Type="http://schemas.openxmlformats.org/officeDocument/2006/relationships/customXml" Target="../../customXml/item28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customXml" Target="../../customXml/item286.xml"/><Relationship Id="rId1" Type="http://schemas.openxmlformats.org/officeDocument/2006/relationships/customXml" Target="../../customXml/item285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89.xml"/><Relationship Id="rId2" Type="http://schemas.openxmlformats.org/officeDocument/2006/relationships/customXml" Target="../../customXml/item288.xml"/><Relationship Id="rId1" Type="http://schemas.openxmlformats.org/officeDocument/2006/relationships/customXml" Target="../../customXml/item287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customXml" Target="../../customXml/item290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93.xml"/><Relationship Id="rId2" Type="http://schemas.openxmlformats.org/officeDocument/2006/relationships/customXml" Target="../../customXml/item292.xml"/><Relationship Id="rId1" Type="http://schemas.openxmlformats.org/officeDocument/2006/relationships/customXml" Target="../../customXml/item291.xml"/><Relationship Id="rId4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96.xml"/><Relationship Id="rId2" Type="http://schemas.openxmlformats.org/officeDocument/2006/relationships/customXml" Target="../../customXml/item295.xml"/><Relationship Id="rId1" Type="http://schemas.openxmlformats.org/officeDocument/2006/relationships/customXml" Target="../../customXml/item294.xml"/><Relationship Id="rId5" Type="http://schemas.openxmlformats.org/officeDocument/2006/relationships/slideMaster" Target="../slideMasters/slideMaster7.xml"/><Relationship Id="rId4" Type="http://schemas.openxmlformats.org/officeDocument/2006/relationships/customXml" Target="../../customXml/item297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00.xml"/><Relationship Id="rId2" Type="http://schemas.openxmlformats.org/officeDocument/2006/relationships/customXml" Target="../../customXml/item299.xml"/><Relationship Id="rId1" Type="http://schemas.openxmlformats.org/officeDocument/2006/relationships/customXml" Target="../../customXml/item298.xml"/><Relationship Id="rId6" Type="http://schemas.openxmlformats.org/officeDocument/2006/relationships/slideMaster" Target="../slideMasters/slideMaster7.xml"/><Relationship Id="rId5" Type="http://schemas.openxmlformats.org/officeDocument/2006/relationships/customXml" Target="../../customXml/item302.xml"/><Relationship Id="rId4" Type="http://schemas.openxmlformats.org/officeDocument/2006/relationships/customXml" Target="../../customXml/item301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04.xml"/><Relationship Id="rId7" Type="http://schemas.openxmlformats.org/officeDocument/2006/relationships/image" Target="../media/image2.png"/><Relationship Id="rId2" Type="http://schemas.openxmlformats.org/officeDocument/2006/relationships/customXml" Target="../../customXml/item303.xml"/><Relationship Id="rId1" Type="http://schemas.openxmlformats.org/officeDocument/2006/relationships/customXml" Target="../../customXml/item306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7.xml"/><Relationship Id="rId4" Type="http://schemas.openxmlformats.org/officeDocument/2006/relationships/customXml" Target="../../customXml/item305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08.xml"/><Relationship Id="rId2" Type="http://schemas.openxmlformats.org/officeDocument/2006/relationships/customXml" Target="../../customXml/item307.xml"/><Relationship Id="rId1" Type="http://schemas.openxmlformats.org/officeDocument/2006/relationships/customXml" Target="../../customXml/item309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11.xml"/><Relationship Id="rId2" Type="http://schemas.openxmlformats.org/officeDocument/2006/relationships/customXml" Target="../../customXml/item310.xml"/><Relationship Id="rId1" Type="http://schemas.openxmlformats.org/officeDocument/2006/relationships/customXml" Target="../../customXml/item312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../customXml/item314.xml"/><Relationship Id="rId7" Type="http://schemas.openxmlformats.org/officeDocument/2006/relationships/image" Target="../media/image6.png"/><Relationship Id="rId2" Type="http://schemas.openxmlformats.org/officeDocument/2006/relationships/customXml" Target="../../customXml/item313.xml"/><Relationship Id="rId1" Type="http://schemas.openxmlformats.org/officeDocument/2006/relationships/customXml" Target="../../customXml/item317.xml"/><Relationship Id="rId6" Type="http://schemas.openxmlformats.org/officeDocument/2006/relationships/slideMaster" Target="../slideMasters/slideMaster7.xml"/><Relationship Id="rId5" Type="http://schemas.openxmlformats.org/officeDocument/2006/relationships/customXml" Target="../../customXml/item316.xml"/><Relationship Id="rId4" Type="http://schemas.openxmlformats.org/officeDocument/2006/relationships/customXml" Target="../../customXml/item31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7.xml"/><Relationship Id="rId1" Type="http://schemas.openxmlformats.org/officeDocument/2006/relationships/customXml" Target="../../customXml/item318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4.xml"/><Relationship Id="rId4" Type="http://schemas.openxmlformats.org/officeDocument/2006/relationships/image" Target="../media/image8.emf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21.xml"/><Relationship Id="rId2" Type="http://schemas.openxmlformats.org/officeDocument/2006/relationships/customXml" Target="../../customXml/item320.xml"/><Relationship Id="rId1" Type="http://schemas.openxmlformats.org/officeDocument/2006/relationships/customXml" Target="../../customXml/item319.xml"/><Relationship Id="rId4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32.xml"/><Relationship Id="rId2" Type="http://schemas.openxmlformats.org/officeDocument/2006/relationships/customXml" Target="../../customXml/item331.xml"/><Relationship Id="rId1" Type="http://schemas.openxmlformats.org/officeDocument/2006/relationships/customXml" Target="../../customXml/item330.xml"/><Relationship Id="rId4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customXml" Target="../../customXml/item334.xml"/><Relationship Id="rId1" Type="http://schemas.openxmlformats.org/officeDocument/2006/relationships/customXml" Target="../../customXml/item333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customXml" Target="../../customXml/item336.xml"/><Relationship Id="rId1" Type="http://schemas.openxmlformats.org/officeDocument/2006/relationships/customXml" Target="../../customXml/item335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39.xml"/><Relationship Id="rId2" Type="http://schemas.openxmlformats.org/officeDocument/2006/relationships/customXml" Target="../../customXml/item338.xml"/><Relationship Id="rId1" Type="http://schemas.openxmlformats.org/officeDocument/2006/relationships/customXml" Target="../../customXml/item337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customXml" Target="../../customXml/item340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43.xml"/><Relationship Id="rId2" Type="http://schemas.openxmlformats.org/officeDocument/2006/relationships/customXml" Target="../../customXml/item342.xml"/><Relationship Id="rId1" Type="http://schemas.openxmlformats.org/officeDocument/2006/relationships/customXml" Target="../../customXml/item341.xml"/><Relationship Id="rId4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46.xml"/><Relationship Id="rId2" Type="http://schemas.openxmlformats.org/officeDocument/2006/relationships/customXml" Target="../../customXml/item345.xml"/><Relationship Id="rId1" Type="http://schemas.openxmlformats.org/officeDocument/2006/relationships/customXml" Target="../../customXml/item344.xml"/><Relationship Id="rId5" Type="http://schemas.openxmlformats.org/officeDocument/2006/relationships/slideMaster" Target="../slideMasters/slideMaster8.xml"/><Relationship Id="rId4" Type="http://schemas.openxmlformats.org/officeDocument/2006/relationships/customXml" Target="../../customXml/item347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50.xml"/><Relationship Id="rId2" Type="http://schemas.openxmlformats.org/officeDocument/2006/relationships/customXml" Target="../../customXml/item349.xml"/><Relationship Id="rId1" Type="http://schemas.openxmlformats.org/officeDocument/2006/relationships/customXml" Target="../../customXml/item348.xml"/><Relationship Id="rId6" Type="http://schemas.openxmlformats.org/officeDocument/2006/relationships/slideMaster" Target="../slideMasters/slideMaster8.xml"/><Relationship Id="rId5" Type="http://schemas.openxmlformats.org/officeDocument/2006/relationships/customXml" Target="../../customXml/item352.xml"/><Relationship Id="rId4" Type="http://schemas.openxmlformats.org/officeDocument/2006/relationships/customXml" Target="../../customXml/item351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54.xml"/><Relationship Id="rId7" Type="http://schemas.openxmlformats.org/officeDocument/2006/relationships/image" Target="../media/image2.png"/><Relationship Id="rId2" Type="http://schemas.openxmlformats.org/officeDocument/2006/relationships/customXml" Target="../../customXml/item353.xml"/><Relationship Id="rId1" Type="http://schemas.openxmlformats.org/officeDocument/2006/relationships/customXml" Target="../../customXml/item356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8.xml"/><Relationship Id="rId4" Type="http://schemas.openxmlformats.org/officeDocument/2006/relationships/customXml" Target="../../customXml/item355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58.xml"/><Relationship Id="rId2" Type="http://schemas.openxmlformats.org/officeDocument/2006/relationships/customXml" Target="../../customXml/item357.xml"/><Relationship Id="rId1" Type="http://schemas.openxmlformats.org/officeDocument/2006/relationships/customXml" Target="../../customXml/item359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61.xml"/><Relationship Id="rId2" Type="http://schemas.openxmlformats.org/officeDocument/2006/relationships/customXml" Target="../../customXml/item360.xml"/><Relationship Id="rId1" Type="http://schemas.openxmlformats.org/officeDocument/2006/relationships/customXml" Target="../../customXml/item362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../customXml/item364.xml"/><Relationship Id="rId7" Type="http://schemas.openxmlformats.org/officeDocument/2006/relationships/image" Target="../media/image6.png"/><Relationship Id="rId2" Type="http://schemas.openxmlformats.org/officeDocument/2006/relationships/customXml" Target="../../customXml/item363.xml"/><Relationship Id="rId1" Type="http://schemas.openxmlformats.org/officeDocument/2006/relationships/customXml" Target="../../customXml/item367.xml"/><Relationship Id="rId6" Type="http://schemas.openxmlformats.org/officeDocument/2006/relationships/slideMaster" Target="../slideMasters/slideMaster8.xml"/><Relationship Id="rId5" Type="http://schemas.openxmlformats.org/officeDocument/2006/relationships/customXml" Target="../../customXml/item366.xml"/><Relationship Id="rId4" Type="http://schemas.openxmlformats.org/officeDocument/2006/relationships/customXml" Target="../../customXml/item36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8.xml"/><Relationship Id="rId1" Type="http://schemas.openxmlformats.org/officeDocument/2006/relationships/customXml" Target="../../customXml/item368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16.xml"/><Relationship Id="rId4" Type="http://schemas.openxmlformats.org/officeDocument/2006/relationships/image" Target="../media/image8.emf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371.xml"/><Relationship Id="rId2" Type="http://schemas.openxmlformats.org/officeDocument/2006/relationships/customXml" Target="../../customXml/item370.xml"/><Relationship Id="rId1" Type="http://schemas.openxmlformats.org/officeDocument/2006/relationships/customXml" Target="../../customXml/item369.xml"/><Relationship Id="rId4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  <p:custDataLst>
              <p:custData r:id="rId2"/>
            </p:custDataLst>
          </p:nvPr>
        </p:nvSpPr>
        <p:spPr>
          <a:xfrm>
            <a:off x="457200" y="2566800"/>
            <a:ext cx="6906703" cy="880153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lnSpc>
                <a:spcPct val="90000"/>
              </a:lnSpc>
              <a:defRPr sz="4000" b="0" i="0" cap="none" baseline="0">
                <a:solidFill>
                  <a:schemeClr val="dk1"/>
                </a:solidFill>
                <a:latin typeface="+mj-lt"/>
                <a:cs typeface="Georgia Pro Light" panose="02040302050405020303" pitchFamily="18" charset="0"/>
              </a:defRPr>
            </a:lvl1pPr>
          </a:lstStyle>
          <a:p>
            <a:r>
              <a:rPr lang="en-US" dirty="0"/>
              <a:t>Main 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  <p:custDataLst>
              <p:custData r:id="rId3"/>
            </p:custDataLst>
          </p:nvPr>
        </p:nvSpPr>
        <p:spPr>
          <a:xfrm>
            <a:off x="7533765" y="2566800"/>
            <a:ext cx="4201200" cy="340038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cap="none">
                <a:solidFill>
                  <a:schemeClr val="dk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8E4E92-9AFC-8F34-D178-F85738EE60B0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4"/>
            </p:custDataLst>
          </p:nvPr>
        </p:nvSpPr>
        <p:spPr>
          <a:xfrm>
            <a:off x="7533766" y="2955600"/>
            <a:ext cx="4202234" cy="388800"/>
          </a:xfrm>
        </p:spPr>
        <p:txBody>
          <a:bodyPr anchor="b" anchorCtr="0"/>
          <a:lstStyle>
            <a:lvl1pPr marL="0" indent="0" algn="r">
              <a:buNone/>
              <a:defRPr sz="1200"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04D60C-57AB-68C3-4AB4-908C9DFEFAD1}"/>
              </a:ext>
            </a:extLst>
          </p:cNvPr>
          <p:cNvSpPr>
            <a:spLocks noGrp="1"/>
          </p:cNvSpPr>
          <p:nvPr>
            <p:ph type="body" sz="quarter" idx="11"/>
            <p:custDataLst>
              <p:custData r:id="rId5"/>
            </p:custDataLst>
          </p:nvPr>
        </p:nvSpPr>
        <p:spPr>
          <a:xfrm>
            <a:off x="7533765" y="428400"/>
            <a:ext cx="4202235" cy="536400"/>
          </a:xfrm>
        </p:spPr>
        <p:txBody>
          <a:bodyPr/>
          <a:lstStyle>
            <a:lvl1pPr marL="0" indent="0" algn="r">
              <a:buNone/>
              <a:defRPr sz="1000">
                <a:solidFill>
                  <a:schemeClr val="dk1"/>
                </a:solidFill>
              </a:defRPr>
            </a:lvl1pPr>
          </a:lstStyle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 dirty="0"/>
          </a:p>
        </p:txBody>
      </p:sp>
      <p:pic>
        <p:nvPicPr>
          <p:cNvPr id="6" name="CoverMainLogo_WHITE" descr="The Marsh McLennan company logo." hidden="1">
            <a:extLst>
              <a:ext uri="{FF2B5EF4-FFF2-40B4-BE49-F238E27FC236}">
                <a16:creationId xmlns:a16="http://schemas.microsoft.com/office/drawing/2014/main" id="{A46AC619-CB67-5B40-9089-CF8CD470DF1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  <p:pic>
        <p:nvPicPr>
          <p:cNvPr id="8" name="CoverMainLogo_COLOUR" descr="The Marsh McLennan company logo.">
            <a:extLst>
              <a:ext uri="{FF2B5EF4-FFF2-40B4-BE49-F238E27FC236}">
                <a16:creationId xmlns:a16="http://schemas.microsoft.com/office/drawing/2014/main" id="{168ECC43-0065-403E-528E-9AFA3B52B04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2A34F0-B7EE-84E3-9DF9-29F85F20850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7035" y="3542399"/>
            <a:ext cx="11277765" cy="3315601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3372687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23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422D773-8B6D-F1F5-3CF3-45DA7390341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1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0397F5-0585-9339-EB8E-57E32F286930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7FE4-1591-FDD7-05F1-391927293F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A24-5C37-B6AA-ED00-F3B697F2C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523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</p:custDataLst>
    <p:extLst>
      <p:ext uri="{BB962C8B-B14F-4D97-AF65-F5344CB8AC3E}">
        <p14:creationId xmlns:p14="http://schemas.microsoft.com/office/powerpoint/2010/main" val="1494476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le">
            <a:extLst>
              <a:ext uri="{FF2B5EF4-FFF2-40B4-BE49-F238E27FC236}">
                <a16:creationId xmlns:a16="http://schemas.microsoft.com/office/drawing/2014/main" id="{87774E20-C39B-CC3C-CA86-73CF1D07D094}"/>
              </a:ext>
            </a:extLst>
          </p:cNvPr>
          <p:cNvSpPr/>
          <p:nvPr userDrawn="1">
            <p:custDataLst>
              <p:custData r:id="rId2"/>
            </p:custDataLst>
          </p:nvPr>
        </p:nvSpPr>
        <p:spPr>
          <a:xfrm rot="-5400000">
            <a:off x="3160709" y="3417460"/>
            <a:ext cx="5872894" cy="0"/>
          </a:xfrm>
          <a:prstGeom prst="line">
            <a:avLst/>
          </a:prstGeom>
          <a:noFill/>
          <a:ln w="12700">
            <a:solidFill>
              <a:schemeClr val="lt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051EDF5-F149-19BD-6BE8-19C6F6D8FA1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6217200" y="381600"/>
            <a:ext cx="5518800" cy="5904000"/>
          </a:xfrm>
        </p:spPr>
        <p:txBody>
          <a:bodyPr tIns="137160"/>
          <a:lstStyle>
            <a:lvl1pPr marL="342900" indent="-342900">
              <a:buFont typeface="+mj-lt"/>
              <a:buAutoNum type="arabicPeriod"/>
              <a:defRPr>
                <a:solidFill>
                  <a:schemeClr val="lt2"/>
                </a:solidFill>
              </a:defRPr>
            </a:lvl1pPr>
          </a:lstStyle>
          <a:p>
            <a:pPr lvl="0"/>
            <a:r>
              <a:rPr lang="en-US" dirty="0"/>
              <a:t>Click to add topic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73B62-3AC5-E42A-58D7-F381B96F8296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4"/>
            </p:custDataLst>
          </p:nvPr>
        </p:nvSpPr>
        <p:spPr>
          <a:xfrm>
            <a:off x="457200" y="381600"/>
            <a:ext cx="5518800" cy="5904000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lt2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4" name="ContentLogo_WHITE" descr="The Marsh McLennan company logo.">
            <a:extLst>
              <a:ext uri="{FF2B5EF4-FFF2-40B4-BE49-F238E27FC236}">
                <a16:creationId xmlns:a16="http://schemas.microsoft.com/office/drawing/2014/main" id="{03E95BE7-BB4A-4389-5353-C622671E2E2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7" name="ContentLogo_COLOUR" descr="The Marsh McLennan company logo." hidden="1">
            <a:extLst>
              <a:ext uri="{FF2B5EF4-FFF2-40B4-BE49-F238E27FC236}">
                <a16:creationId xmlns:a16="http://schemas.microsoft.com/office/drawing/2014/main" id="{0662EFE8-FE6D-2B77-E92F-D4A6090B40C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310628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ileRef" hidden="1">
            <a:extLst>
              <a:ext uri="{FF2B5EF4-FFF2-40B4-BE49-F238E27FC236}">
                <a16:creationId xmlns:a16="http://schemas.microsoft.com/office/drawing/2014/main" id="{09BA50B2-6484-EC4D-AF6E-8573FB70C5FE}"/>
              </a:ext>
            </a:extLst>
          </p:cNvPr>
          <p:cNvSpPr txBox="1"/>
          <p:nvPr userDrawn="1">
            <p:custDataLst>
              <p:custData r:id="rId2"/>
            </p:custDataLst>
          </p:nvPr>
        </p:nvSpPr>
        <p:spPr>
          <a:xfrm>
            <a:off x="6210000" y="5382000"/>
            <a:ext cx="5526000" cy="3960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indent="-457200" algn="r">
              <a:spcBef>
                <a:spcPts val="1800"/>
              </a:spcBef>
            </a:pPr>
            <a:r>
              <a:rPr lang="en-US" sz="800" dirty="0">
                <a:solidFill>
                  <a:schemeClr val="dk1"/>
                </a:solidFill>
              </a:rPr>
              <a:t>{</a:t>
            </a:r>
            <a:r>
              <a:rPr lang="en-US" sz="800" dirty="0" err="1">
                <a:solidFill>
                  <a:schemeClr val="dk1"/>
                </a:solidFill>
              </a:rPr>
              <a:t>FileRef</a:t>
            </a:r>
            <a:r>
              <a:rPr lang="en-US" sz="800" dirty="0">
                <a:solidFill>
                  <a:schemeClr val="dk1"/>
                </a:solidFill>
              </a:rPr>
              <a:t>}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9BC8DB0-975F-CCF8-758D-35DEB9A7693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3"/>
            </p:custDataLst>
          </p:nvPr>
        </p:nvSpPr>
        <p:spPr>
          <a:xfrm>
            <a:off x="457200" y="1411200"/>
            <a:ext cx="11278800" cy="416664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800"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optional disclaimer</a:t>
            </a:r>
          </a:p>
        </p:txBody>
      </p:sp>
      <p:sp>
        <p:nvSpPr>
          <p:cNvPr id="18" name="Purpose">
            <a:extLst>
              <a:ext uri="{FF2B5EF4-FFF2-40B4-BE49-F238E27FC236}">
                <a16:creationId xmlns:a16="http://schemas.microsoft.com/office/drawing/2014/main" id="{33265701-6D53-6A3D-4181-B4BB94559EC0}"/>
              </a:ext>
            </a:extLst>
          </p:cNvPr>
          <p:cNvSpPr/>
          <p:nvPr userDrawn="1">
            <p:custDataLst>
              <p:custData r:id="rId4"/>
            </p:custDataLst>
          </p:nvPr>
        </p:nvSpPr>
        <p:spPr>
          <a:xfrm>
            <a:off x="457200" y="6055200"/>
            <a:ext cx="11278800" cy="486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lang="en-US" sz="1100" dirty="0">
                <a:solidFill>
                  <a:schemeClr val="dk1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We are leaders in risk, strategy and people. One company, with four global businesses,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lang="en-US" sz="1100" dirty="0">
                <a:solidFill>
                  <a:schemeClr val="dk1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united by a shared purpose to build the confidence to thrive through the power of perspective.</a:t>
            </a:r>
            <a:endParaRPr lang="en-US" sz="1100" dirty="0">
              <a:solidFill>
                <a:schemeClr val="dk1"/>
              </a:solidFill>
              <a:latin typeface="+mn-lt"/>
            </a:endParaRPr>
          </a:p>
        </p:txBody>
      </p:sp>
      <p:pic>
        <p:nvPicPr>
          <p:cNvPr id="4" name="MainBackLogo_WHITE" descr="The Marsh McLennan company logo." hidden="1">
            <a:extLst>
              <a:ext uri="{FF2B5EF4-FFF2-40B4-BE49-F238E27FC236}">
                <a16:creationId xmlns:a16="http://schemas.microsoft.com/office/drawing/2014/main" id="{68F7F326-8C58-F6D6-904B-6F3B2314696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  <p:pic>
        <p:nvPicPr>
          <p:cNvPr id="7" name="MainBackLogo_COLOUR" descr="The Marsh McLennan company logo.">
            <a:extLst>
              <a:ext uri="{FF2B5EF4-FFF2-40B4-BE49-F238E27FC236}">
                <a16:creationId xmlns:a16="http://schemas.microsoft.com/office/drawing/2014/main" id="{19C616B0-6DDE-060A-48F9-8538E32FBD2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  <p:sp>
        <p:nvSpPr>
          <p:cNvPr id="3" name="Copyright">
            <a:extLst>
              <a:ext uri="{FF2B5EF4-FFF2-40B4-BE49-F238E27FC236}">
                <a16:creationId xmlns:a16="http://schemas.microsoft.com/office/drawing/2014/main" id="{EDB603E3-2B46-59B0-FA21-7994650D07D6}"/>
              </a:ext>
            </a:extLst>
          </p:cNvPr>
          <p:cNvSpPr txBox="1">
            <a:spLocks/>
          </p:cNvSpPr>
          <p:nvPr userDrawn="1">
            <p:custDataLst>
              <p:custData r:id="rId5"/>
            </p:custDataLst>
          </p:nvPr>
        </p:nvSpPr>
        <p:spPr>
          <a:xfrm>
            <a:off x="6574140" y="6606000"/>
            <a:ext cx="5158800" cy="123111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GB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dk1"/>
                </a:solidFill>
              </a:rPr>
              <a:t>© 2026 Marsh. All rights reserved.</a:t>
            </a:r>
          </a:p>
        </p:txBody>
      </p:sp>
    </p:spTree>
    <p:custDataLst>
      <p:custData r:id="rId1"/>
    </p:custDataLst>
    <p:extLst>
      <p:ext uri="{BB962C8B-B14F-4D97-AF65-F5344CB8AC3E}">
        <p14:creationId xmlns:p14="http://schemas.microsoft.com/office/powerpoint/2010/main" val="2954492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  <p:custDataLst>
              <p:custData r:id="rId2"/>
            </p:custDataLst>
          </p:nvPr>
        </p:nvSpPr>
        <p:spPr>
          <a:xfrm>
            <a:off x="457200" y="2566800"/>
            <a:ext cx="6906703" cy="880153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lnSpc>
                <a:spcPct val="90000"/>
              </a:lnSpc>
              <a:defRPr sz="4000" b="0" i="0" cap="none" baseline="0">
                <a:solidFill>
                  <a:schemeClr val="lt2"/>
                </a:solidFill>
                <a:latin typeface="+mj-lt"/>
                <a:cs typeface="Georgia Pro Light" panose="02040302050405020303" pitchFamily="18" charset="0"/>
              </a:defRPr>
            </a:lvl1pPr>
          </a:lstStyle>
          <a:p>
            <a:r>
              <a:rPr lang="en-US" dirty="0"/>
              <a:t>Main 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  <p:custDataLst>
              <p:custData r:id="rId3"/>
            </p:custDataLst>
          </p:nvPr>
        </p:nvSpPr>
        <p:spPr>
          <a:xfrm>
            <a:off x="7533765" y="2566800"/>
            <a:ext cx="4201200" cy="340038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cap="none">
                <a:solidFill>
                  <a:schemeClr val="l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8E4E92-9AFC-8F34-D178-F85738EE60B0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4"/>
            </p:custDataLst>
          </p:nvPr>
        </p:nvSpPr>
        <p:spPr>
          <a:xfrm>
            <a:off x="7533766" y="2955600"/>
            <a:ext cx="4202234" cy="388800"/>
          </a:xfrm>
        </p:spPr>
        <p:txBody>
          <a:bodyPr anchor="b" anchorCtr="0"/>
          <a:lstStyle>
            <a:lvl1pPr marL="0" indent="0" algn="r">
              <a:buNone/>
              <a:defRPr sz="1200"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Presenter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04D60C-57AB-68C3-4AB4-908C9DFEFAD1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custData r:id="rId5"/>
            </p:custDataLst>
          </p:nvPr>
        </p:nvSpPr>
        <p:spPr>
          <a:xfrm>
            <a:off x="7533765" y="428400"/>
            <a:ext cx="4202235" cy="536400"/>
          </a:xfrm>
        </p:spPr>
        <p:txBody>
          <a:bodyPr/>
          <a:lstStyle>
            <a:lvl1pPr marL="0" indent="0" algn="r">
              <a:buNone/>
              <a:defRPr sz="1000">
                <a:solidFill>
                  <a:schemeClr val="lt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US" dirty="0"/>
          </a:p>
        </p:txBody>
      </p:sp>
      <p:pic>
        <p:nvPicPr>
          <p:cNvPr id="6" name="CoverMainLogo_WHITE" descr="The Marsh company logo.">
            <a:extLst>
              <a:ext uri="{FF2B5EF4-FFF2-40B4-BE49-F238E27FC236}">
                <a16:creationId xmlns:a16="http://schemas.microsoft.com/office/drawing/2014/main" id="{F706C41A-0540-A1A0-5817-3AF44741964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  <p:pic>
        <p:nvPicPr>
          <p:cNvPr id="8" name="CoverMainLogo_COLOUR" descr="The Marsh company logo." hidden="1">
            <a:extLst>
              <a:ext uri="{FF2B5EF4-FFF2-40B4-BE49-F238E27FC236}">
                <a16:creationId xmlns:a16="http://schemas.microsoft.com/office/drawing/2014/main" id="{3A24DC3E-0AA2-B141-4C02-C61C1C185F1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2920510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00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custData r:id="rId1"/>
            </p:custDataLst>
          </p:nvPr>
        </p:nvSpPr>
        <p:spPr>
          <a:xfrm>
            <a:off x="464400" y="1411200"/>
            <a:ext cx="112716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DBFA167-EBBB-980F-D592-144B4E0B90D0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2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l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687A39-A1EB-59AA-2F79-DB2DEA0CF268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A0953-CC8E-69D0-A82A-0F0F688129B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132D5-5186-04AF-22B7-C3D719B1D91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67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422D773-8B6D-F1F5-3CF3-45DA7390341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1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l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0397F5-0585-9339-EB8E-57E32F286930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7FE4-1591-FDD7-05F1-391927293F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A24-5C37-B6AA-ED00-F3B697F2C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65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422D773-8B6D-F1F5-3CF3-45DA7390341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1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0397F5-0585-9339-EB8E-57E32F286930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7FE4-1591-FDD7-05F1-391927293F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A24-5C37-B6AA-ED00-F3B697F2C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Rule">
            <a:extLst>
              <a:ext uri="{FF2B5EF4-FFF2-40B4-BE49-F238E27FC236}">
                <a16:creationId xmlns:a16="http://schemas.microsoft.com/office/drawing/2014/main" id="{DDAC28D3-9B2E-65D0-D487-D5D420D12610}"/>
              </a:ext>
            </a:extLst>
          </p:cNvPr>
          <p:cNvSpPr/>
          <p:nvPr userDrawn="1">
            <p:custDataLst>
              <p:custData r:id="rId3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chemeClr val="dk1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5B75B9B2-FE3C-CDA7-11CF-AD87196B69E5}"/>
              </a:ext>
            </a:extLst>
          </p:cNvPr>
          <p:cNvSpPr txBox="1">
            <a:spLocks/>
          </p:cNvSpPr>
          <p:nvPr userDrawn="1">
            <p:custDataLst>
              <p:custData r:id="rId4"/>
            </p:custDataLst>
          </p:nvPr>
        </p:nvSpPr>
        <p:spPr>
          <a:xfrm>
            <a:off x="6210000" y="6606000"/>
            <a:ext cx="5158800" cy="123111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GB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dirty="0">
                <a:solidFill>
                  <a:schemeClr val="dk1"/>
                </a:solidFill>
              </a:rPr>
              <a:t>© 2026 Marsh. All rights reserved.</a:t>
            </a:r>
            <a:endParaRPr lang="en-US" sz="700" dirty="0">
              <a:solidFill>
                <a:schemeClr val="dk1"/>
              </a:solidFill>
            </a:endParaRP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82A15785-9FE3-FC29-0582-F93B1898D977}"/>
              </a:ext>
            </a:extLst>
          </p:cNvPr>
          <p:cNvSpPr txBox="1">
            <a:spLocks/>
          </p:cNvSpPr>
          <p:nvPr userDrawn="1">
            <p:custDataLst>
              <p:custData r:id="rId5"/>
            </p:custDataLst>
          </p:nvPr>
        </p:nvSpPr>
        <p:spPr>
          <a:xfrm>
            <a:off x="11368800" y="6620400"/>
            <a:ext cx="3636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GB"/>
            </a:defPPr>
            <a:lvl1pPr marL="0" algn="r" defTabSz="457200" rtl="0" eaLnBrk="1" latinLnBrk="0" hangingPunct="1">
              <a:defRPr sz="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ContentLogo_COLOUR" descr="The Marsh company logo.">
            <a:extLst>
              <a:ext uri="{FF2B5EF4-FFF2-40B4-BE49-F238E27FC236}">
                <a16:creationId xmlns:a16="http://schemas.microsoft.com/office/drawing/2014/main" id="{C1ED8E52-7D77-2C68-25C8-943AE9C9382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40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</p:custDataLst>
    <p:extLst>
      <p:ext uri="{BB962C8B-B14F-4D97-AF65-F5344CB8AC3E}">
        <p14:creationId xmlns:p14="http://schemas.microsoft.com/office/powerpoint/2010/main" val="1712815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  <p:custDataLst>
              <p:custData r:id="rId1"/>
            </p:custDataLst>
          </p:nvPr>
        </p:nvSpPr>
        <p:spPr>
          <a:xfrm>
            <a:off x="457200" y="1411200"/>
            <a:ext cx="55260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  <p:custDataLst>
              <p:custData r:id="rId2"/>
            </p:custDataLst>
          </p:nvPr>
        </p:nvSpPr>
        <p:spPr>
          <a:xfrm>
            <a:off x="6210000" y="1411200"/>
            <a:ext cx="55260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6F971F5-72C9-9FA0-D4FA-4115FF9C781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l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731A64-2BAC-4802-E868-A4A0D1BF1D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42892-5420-DC43-3EEF-D4BE29E2EC3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6714D-1946-3625-54D0-D09B477162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181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 hasCustomPrompt="1"/>
            <p:custDataLst>
              <p:custData r:id="rId1"/>
            </p:custDataLst>
          </p:nvPr>
        </p:nvSpPr>
        <p:spPr>
          <a:xfrm>
            <a:off x="457200" y="1411200"/>
            <a:ext cx="36036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  <p:custDataLst>
              <p:custData r:id="rId2"/>
            </p:custDataLst>
          </p:nvPr>
        </p:nvSpPr>
        <p:spPr>
          <a:xfrm>
            <a:off x="4298400" y="1411200"/>
            <a:ext cx="36036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3" hasCustomPrompt="1"/>
            <p:custDataLst>
              <p:custData r:id="rId3"/>
            </p:custDataLst>
          </p:nvPr>
        </p:nvSpPr>
        <p:spPr>
          <a:xfrm>
            <a:off x="8132400" y="1411200"/>
            <a:ext cx="36000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A872C0F-553C-FF87-B951-36138D0FF10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4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l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0E63CE-3F08-D7D1-9C89-3F65068DB8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7801D96-C5BA-7ACA-2A4B-5A077138922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FAAF1-9167-47F7-0D3F-29E25D9593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610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 hasCustomPrompt="1"/>
            <p:custDataLst>
              <p:custData r:id="rId1"/>
            </p:custDataLst>
          </p:nvPr>
        </p:nvSpPr>
        <p:spPr>
          <a:xfrm>
            <a:off x="4572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  <p:custDataLst>
              <p:custData r:id="rId2"/>
            </p:custDataLst>
          </p:nvPr>
        </p:nvSpPr>
        <p:spPr>
          <a:xfrm>
            <a:off x="33408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 hasCustomPrompt="1"/>
            <p:custDataLst>
              <p:custData r:id="rId3"/>
            </p:custDataLst>
          </p:nvPr>
        </p:nvSpPr>
        <p:spPr>
          <a:xfrm>
            <a:off x="62136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  <p:custDataLst>
              <p:custData r:id="rId4"/>
            </p:custDataLst>
          </p:nvPr>
        </p:nvSpPr>
        <p:spPr>
          <a:xfrm>
            <a:off x="90936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E6927B-0694-0EBA-513B-68CAE3D6EF5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5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l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A2323E0-E727-5932-93D5-A9CAE6B47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4D80D-1D44-6836-8C39-E634810F05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EC5B58-8ED7-67BC-15A0-C369F1AF6B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559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le">
            <a:extLst>
              <a:ext uri="{FF2B5EF4-FFF2-40B4-BE49-F238E27FC236}">
                <a16:creationId xmlns:a16="http://schemas.microsoft.com/office/drawing/2014/main" id="{87774E20-C39B-CC3C-CA86-73CF1D07D094}"/>
              </a:ext>
            </a:extLst>
          </p:cNvPr>
          <p:cNvSpPr/>
          <p:nvPr userDrawn="1">
            <p:custDataLst>
              <p:custData r:id="rId2"/>
            </p:custDataLst>
          </p:nvPr>
        </p:nvSpPr>
        <p:spPr>
          <a:xfrm rot="-5400000">
            <a:off x="3160709" y="3417460"/>
            <a:ext cx="5872894" cy="0"/>
          </a:xfrm>
          <a:prstGeom prst="line">
            <a:avLst/>
          </a:prstGeom>
          <a:noFill/>
          <a:ln w="12700">
            <a:solidFill>
              <a:schemeClr val="dk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051EDF5-F149-19BD-6BE8-19C6F6D8FA1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6217200" y="381600"/>
            <a:ext cx="5518800" cy="5904000"/>
          </a:xfrm>
        </p:spPr>
        <p:txBody>
          <a:bodyPr tIns="137160"/>
          <a:lstStyle>
            <a:lvl1pPr marL="342900" indent="-342900">
              <a:buFont typeface="+mj-lt"/>
              <a:buAutoNum type="arabicPeriod"/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topic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73B62-3AC5-E42A-58D7-F381B96F8296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4"/>
            </p:custDataLst>
          </p:nvPr>
        </p:nvSpPr>
        <p:spPr>
          <a:xfrm>
            <a:off x="457200" y="381600"/>
            <a:ext cx="5518800" cy="5904000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dk1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4" name="ContentLogo_WHITE" descr="The Marsh company logo." hidden="1">
            <a:extLst>
              <a:ext uri="{FF2B5EF4-FFF2-40B4-BE49-F238E27FC236}">
                <a16:creationId xmlns:a16="http://schemas.microsoft.com/office/drawing/2014/main" id="{527DFDEA-9715-9596-7AF5-4A5A2141C5F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7" name="ContentLogo_COLOUR" descr="The Marsh company logo.">
            <a:extLst>
              <a:ext uri="{FF2B5EF4-FFF2-40B4-BE49-F238E27FC236}">
                <a16:creationId xmlns:a16="http://schemas.microsoft.com/office/drawing/2014/main" id="{7273D589-9077-97A9-AFB6-D392FBD2409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1987762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F761A1B-C4CA-BC05-524B-40620F1040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2"/>
            </p:custDataLst>
          </p:nvPr>
        </p:nvSpPr>
        <p:spPr>
          <a:xfrm>
            <a:off x="7412400" y="2493304"/>
            <a:ext cx="4322400" cy="5032017"/>
          </a:xfrm>
        </p:spPr>
        <p:txBody>
          <a:bodyPr anchor="b"/>
          <a:lstStyle>
            <a:lvl1pPr marL="0" indent="0" algn="r">
              <a:buNone/>
              <a:defRPr sz="24200" b="0" i="0">
                <a:solidFill>
                  <a:schemeClr val="lt2"/>
                </a:solidFill>
                <a:latin typeface="+mj-lt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2ED18453-854E-C783-5410-0CF0975ADEC1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>
          <a:xfrm>
            <a:off x="457200" y="381600"/>
            <a:ext cx="5752800" cy="5660246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lt2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3" name="ContentLogo_WHITE" descr="The Marsh company logo.">
            <a:extLst>
              <a:ext uri="{FF2B5EF4-FFF2-40B4-BE49-F238E27FC236}">
                <a16:creationId xmlns:a16="http://schemas.microsoft.com/office/drawing/2014/main" id="{4A421C4C-EBC9-A92C-9707-F3A80B45BBF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6" name="ContentLogo_COLOUR" descr="The Marsh company logo." hidden="1">
            <a:extLst>
              <a:ext uri="{FF2B5EF4-FFF2-40B4-BE49-F238E27FC236}">
                <a16:creationId xmlns:a16="http://schemas.microsoft.com/office/drawing/2014/main" id="{857BBEA0-DA5D-81C1-FB71-80E80C967EA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2823959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ileRef" hidden="1">
            <a:extLst>
              <a:ext uri="{FF2B5EF4-FFF2-40B4-BE49-F238E27FC236}">
                <a16:creationId xmlns:a16="http://schemas.microsoft.com/office/drawing/2014/main" id="{09BA50B2-6484-EC4D-AF6E-8573FB70C5FE}"/>
              </a:ext>
            </a:extLst>
          </p:cNvPr>
          <p:cNvSpPr txBox="1"/>
          <p:nvPr userDrawn="1">
            <p:custDataLst>
              <p:custData r:id="rId2"/>
            </p:custDataLst>
          </p:nvPr>
        </p:nvSpPr>
        <p:spPr>
          <a:xfrm>
            <a:off x="6210000" y="5382000"/>
            <a:ext cx="5526000" cy="3960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indent="-457200" algn="r">
              <a:spcBef>
                <a:spcPts val="1800"/>
              </a:spcBef>
            </a:pPr>
            <a:r>
              <a:rPr lang="en-US" sz="800" dirty="0">
                <a:solidFill>
                  <a:schemeClr val="lt2"/>
                </a:solidFill>
              </a:rPr>
              <a:t>{</a:t>
            </a:r>
            <a:r>
              <a:rPr lang="en-US" sz="800" dirty="0" err="1">
                <a:solidFill>
                  <a:schemeClr val="lt2"/>
                </a:solidFill>
              </a:rPr>
              <a:t>FileRef</a:t>
            </a:r>
            <a:r>
              <a:rPr lang="en-US" sz="800" dirty="0">
                <a:solidFill>
                  <a:schemeClr val="lt2"/>
                </a:solidFill>
              </a:rPr>
              <a:t>}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9BC8DB0-975F-CCF8-758D-35DEB9A7693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3"/>
            </p:custDataLst>
          </p:nvPr>
        </p:nvSpPr>
        <p:spPr>
          <a:xfrm>
            <a:off x="457200" y="1411200"/>
            <a:ext cx="11278800" cy="416664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800">
                <a:solidFill>
                  <a:schemeClr val="lt2"/>
                </a:solidFill>
              </a:defRPr>
            </a:lvl1pPr>
          </a:lstStyle>
          <a:p>
            <a:pPr lvl="0"/>
            <a:r>
              <a:rPr lang="en-US" dirty="0"/>
              <a:t>Click to add optional disclaimer</a:t>
            </a:r>
          </a:p>
        </p:txBody>
      </p:sp>
      <p:sp>
        <p:nvSpPr>
          <p:cNvPr id="18" name="Purpose">
            <a:extLst>
              <a:ext uri="{FF2B5EF4-FFF2-40B4-BE49-F238E27FC236}">
                <a16:creationId xmlns:a16="http://schemas.microsoft.com/office/drawing/2014/main" id="{33265701-6D53-6A3D-4181-B4BB94559EC0}"/>
              </a:ext>
            </a:extLst>
          </p:cNvPr>
          <p:cNvSpPr/>
          <p:nvPr userDrawn="1">
            <p:custDataLst>
              <p:custData r:id="rId4"/>
            </p:custDataLst>
          </p:nvPr>
        </p:nvSpPr>
        <p:spPr>
          <a:xfrm>
            <a:off x="457200" y="6055200"/>
            <a:ext cx="11278800" cy="486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lang="en-US" sz="1100" dirty="0">
                <a:solidFill>
                  <a:schemeClr val="lt2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We are leaders in risk, strategy and people. One company, with four global businesses,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lang="en-US" sz="1100" dirty="0">
                <a:solidFill>
                  <a:schemeClr val="lt2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united by a shared purpose to build the confidence to thrive through the power of perspective.</a:t>
            </a:r>
            <a:endParaRPr lang="en-US" sz="1100" dirty="0">
              <a:solidFill>
                <a:schemeClr val="lt2"/>
              </a:solidFill>
              <a:latin typeface="+mn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E383406-A41F-86A0-6C9B-01677B288AC4}"/>
              </a:ext>
            </a:extLst>
          </p:cNvPr>
          <p:cNvSpPr txBox="1">
            <a:spLocks/>
          </p:cNvSpPr>
          <p:nvPr userDrawn="1">
            <p:custDataLst>
              <p:custData r:id="rId5"/>
            </p:custDataLst>
          </p:nvPr>
        </p:nvSpPr>
        <p:spPr>
          <a:xfrm>
            <a:off x="6210000" y="6602400"/>
            <a:ext cx="5526000" cy="123111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GB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lt2"/>
                </a:solidFill>
              </a:rPr>
              <a:t>© 2026 Marsh. All rights reserved.</a:t>
            </a:r>
          </a:p>
        </p:txBody>
      </p:sp>
      <p:pic>
        <p:nvPicPr>
          <p:cNvPr id="4" name="MainBackLogo_WHITE" descr="The Marsh company logo.">
            <a:extLst>
              <a:ext uri="{FF2B5EF4-FFF2-40B4-BE49-F238E27FC236}">
                <a16:creationId xmlns:a16="http://schemas.microsoft.com/office/drawing/2014/main" id="{10E9A3A1-A753-F5E7-2E1C-976D15BC306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  <p:pic>
        <p:nvPicPr>
          <p:cNvPr id="7" name="MainBackLogo_COLOUR" descr="The Marsh company logo." hidden="1">
            <a:extLst>
              <a:ext uri="{FF2B5EF4-FFF2-40B4-BE49-F238E27FC236}">
                <a16:creationId xmlns:a16="http://schemas.microsoft.com/office/drawing/2014/main" id="{057F43E1-F8EC-BDD3-F3C5-B343B73C39B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23976143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custData r:id="rId1"/>
            </p:custDataLst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  <p:custDataLst>
              <p:custData r:id="rId2"/>
            </p:custDataLst>
          </p:nvPr>
        </p:nvSpPr>
        <p:spPr>
          <a:xfrm>
            <a:off x="485775" y="806400"/>
            <a:ext cx="11225025" cy="320400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13701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3D6335A-B440-264A-ADCF-510226FDCEF3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210301" y="6388100"/>
            <a:ext cx="4546600" cy="247650"/>
          </a:xfrm>
        </p:spPr>
        <p:txBody>
          <a:bodyPr anchor="b"/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MARSH INSURER  CONSULTING GROUP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4D9E00-BE79-044E-880B-B336004BB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55601"/>
            <a:ext cx="11252199" cy="495299"/>
          </a:xfrm>
        </p:spPr>
        <p:txBody>
          <a:bodyPr vert="horz"/>
          <a:lstStyle/>
          <a:p>
            <a:r>
              <a:rPr lang="en-US"/>
              <a:t>Click to add 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3740D47-97C5-7046-A0ED-2FDCEE545EC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806807"/>
            <a:ext cx="11223624" cy="318476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248184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ond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Line"/>
          <p:cNvSpPr>
            <a:spLocks noGrp="1"/>
          </p:cNvSpPr>
          <p:nvPr>
            <p:ph sz="quarter" idx="10"/>
          </p:nvPr>
        </p:nvSpPr>
        <p:spPr>
          <a:xfrm>
            <a:off x="558801" y="1139337"/>
            <a:ext cx="10972799" cy="3750812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12" name="ContentTable"/>
          <p:cNvSpPr>
            <a:spLocks noGrp="1"/>
          </p:cNvSpPr>
          <p:nvPr>
            <p:ph sz="quarter" idx="11"/>
          </p:nvPr>
        </p:nvSpPr>
        <p:spPr>
          <a:xfrm>
            <a:off x="558801" y="4890149"/>
            <a:ext cx="11112284" cy="158461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5864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custData r:id="rId1"/>
            </p:custDataLst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custData r:id="rId2"/>
            </p:custDataLst>
          </p:nvPr>
        </p:nvSpPr>
        <p:spPr/>
        <p:txBody>
          <a:bodyPr/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DF66040D-6F20-4F4B-8995-856BEECD84BE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485776" y="806400"/>
            <a:ext cx="11226800" cy="320400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683842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3065FBC-B738-C54B-9BC4-18152E8240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43833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3065FBC-B738-C54B-9BC4-18152E824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3D6335A-B440-264A-ADCF-510226FDCEF3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210301" y="6388100"/>
            <a:ext cx="4546600" cy="247650"/>
          </a:xfrm>
        </p:spPr>
        <p:txBody>
          <a:bodyPr anchor="b"/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add a footnote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4D9E00-BE79-044E-880B-B336004BB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55601"/>
            <a:ext cx="11252199" cy="495299"/>
          </a:xfrm>
        </p:spPr>
        <p:txBody>
          <a:bodyPr vert="horz"/>
          <a:lstStyle/>
          <a:p>
            <a:r>
              <a:rPr lang="en-US" dirty="0"/>
              <a:t>Click to add 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3740D47-97C5-7046-A0ED-2FDCEE545EC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85776" y="806807"/>
            <a:ext cx="11223624" cy="318476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773275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5AFEB67-91FA-AF46-907B-E0F184EFDD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5AFEB67-91FA-AF46-907B-E0F184EFDD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3DA736-E5DF-844D-B5DD-D8BB742411F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210301" y="6388100"/>
            <a:ext cx="4546600" cy="247651"/>
          </a:xfrm>
        </p:spPr>
        <p:txBody>
          <a:bodyPr anchor="b"/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add a footnote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C7917B-E936-2847-936C-8884185B001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5776" y="1612901"/>
            <a:ext cx="11223624" cy="45166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3DD64E3-026E-A04D-AC24-029A817E82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2" y="355601"/>
            <a:ext cx="11252199" cy="495299"/>
          </a:xfrm>
        </p:spPr>
        <p:txBody>
          <a:bodyPr vert="horz"/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2D0924E-7A15-6045-86EA-6E2333478DE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85776" y="806807"/>
            <a:ext cx="11223624" cy="318476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771208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7352" y="176225"/>
            <a:ext cx="4443730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DF002F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942838" y="4663566"/>
            <a:ext cx="5327650" cy="164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dirty="0">
                <a:solidFill>
                  <a:srgbClr val="000000"/>
                </a:solidFill>
              </a:rPr>
              <a:t>Liberty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Insurance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Your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global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specialty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partner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Netherlands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>
                <a:solidFill>
                  <a:srgbClr val="000000"/>
                </a:solidFill>
              </a:rPr>
              <a:t>‹#›</a:t>
            </a:fld>
            <a:endParaRPr spc="-25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2130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DF002F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dirty="0">
                <a:solidFill>
                  <a:srgbClr val="000000"/>
                </a:solidFill>
              </a:rPr>
              <a:t>Liberty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Insurance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Your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global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specialty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partner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Netherlands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>
                <a:solidFill>
                  <a:srgbClr val="000000"/>
                </a:solidFill>
              </a:rPr>
              <a:t>‹#›</a:t>
            </a:fld>
            <a:endParaRPr spc="-25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7974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inancial performa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../../../assets/images/ppt-head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114800"/>
          </a:xfrm>
          <a:prstGeom prst="rect">
            <a:avLst/>
          </a:prstGeom>
        </p:spPr>
      </p:pic>
      <p:pic>
        <p:nvPicPr>
          <p:cNvPr id="3" name="Object 2" descr="../../../assets/images/ppt-header-logo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1508760" cy="347472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0" y="548640"/>
            <a:ext cx="12192000" cy="731520"/>
          </a:xfrm>
          <a:prstGeom prst="rect">
            <a:avLst/>
          </a:prstGeom>
          <a:solidFill>
            <a:srgbClr val="F0F1F2"/>
          </a:solidFill>
        </p:spPr>
        <p:txBody>
          <a:bodyPr wrap="square" rtlCol="0" anchor="ctr"/>
          <a:lstStyle/>
          <a:p>
            <a:pPr>
              <a:buNone/>
            </a:pPr>
            <a:endParaRPr lang="en-US" dirty="0"/>
          </a:p>
        </p:txBody>
      </p:sp>
      <p:pic>
        <p:nvPicPr>
          <p:cNvPr id="9" name="Object 8" descr="../../../assets/images/SR_Logo_CorporateSolutions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6217920"/>
            <a:ext cx="1645920" cy="356616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10058400" y="6400800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buNone/>
            </a:pPr>
            <a:r>
              <a:rPr lang="en-US" sz="1000" dirty="0">
                <a:solidFill>
                  <a:srgbClr val="576E69"/>
                </a:solidFill>
                <a:latin typeface="SwissReSans Light" pitchFamily="34" charset="0"/>
                <a:ea typeface="SwissReSans Light" pitchFamily="34" charset="-122"/>
                <a:cs typeface="SwissReSans Light" pitchFamily="34" charset="-120"/>
              </a:rPr>
              <a:t>Customer 360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2742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Dark Grey">
  <p:cSld name="Title Only Dark Gre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77393-F784-4DE9-9C0C-1096FAF8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4A69C-5A96-4EC3-AB4E-A2A6DCA2F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49013-4A93-4A3B-BF5A-2E49C6E7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7A1A5-BE62-4D1C-8747-5D64A2567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4D2043-7E31-4A53-BD33-72A88E68217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0823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Light Color">
  <p:cSld name="Title and Content Light Color">
    <p:bg>
      <p:bgPr>
        <a:solidFill>
          <a:schemeClr val="bg2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4D2043-7E31-4A53-BD33-72A88E68217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ADEDF-3C24-4D54-87D1-E58D78D84B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5325" y="1628776"/>
            <a:ext cx="11017250" cy="43925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2359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E4D2043-7E31-4A53-BD33-72A88E68217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59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  <p:custDataLst>
              <p:custData r:id="rId2"/>
            </p:custDataLst>
          </p:nvPr>
        </p:nvSpPr>
        <p:spPr>
          <a:xfrm>
            <a:off x="457200" y="2566800"/>
            <a:ext cx="6906703" cy="880153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lnSpc>
                <a:spcPct val="90000"/>
              </a:lnSpc>
              <a:defRPr sz="4000" b="0" i="0" cap="none" baseline="0">
                <a:solidFill>
                  <a:schemeClr val="lt2"/>
                </a:solidFill>
                <a:latin typeface="+mj-lt"/>
                <a:cs typeface="Georgia Pro Light" panose="02040302050405020303" pitchFamily="18" charset="0"/>
              </a:defRPr>
            </a:lvl1pPr>
          </a:lstStyle>
          <a:p>
            <a:r>
              <a:rPr lang="en-US" dirty="0"/>
              <a:t>Main 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  <p:custDataLst>
              <p:custData r:id="rId3"/>
            </p:custDataLst>
          </p:nvPr>
        </p:nvSpPr>
        <p:spPr>
          <a:xfrm>
            <a:off x="7533765" y="2566800"/>
            <a:ext cx="4201200" cy="340038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cap="none">
                <a:solidFill>
                  <a:schemeClr val="l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8E4E92-9AFC-8F34-D178-F85738EE60B0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4"/>
            </p:custDataLst>
          </p:nvPr>
        </p:nvSpPr>
        <p:spPr>
          <a:xfrm>
            <a:off x="7533766" y="2955600"/>
            <a:ext cx="4202234" cy="388800"/>
          </a:xfrm>
        </p:spPr>
        <p:txBody>
          <a:bodyPr anchor="b" anchorCtr="0"/>
          <a:lstStyle>
            <a:lvl1pPr marL="0" indent="0" algn="r">
              <a:buNone/>
              <a:defRPr sz="1200"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Presenter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04D60C-57AB-68C3-4AB4-908C9DFEFAD1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custData r:id="rId5"/>
            </p:custDataLst>
          </p:nvPr>
        </p:nvSpPr>
        <p:spPr>
          <a:xfrm>
            <a:off x="7533765" y="428400"/>
            <a:ext cx="4202235" cy="536400"/>
          </a:xfrm>
        </p:spPr>
        <p:txBody>
          <a:bodyPr/>
          <a:lstStyle>
            <a:lvl1pPr marL="0" indent="0" algn="r">
              <a:buNone/>
              <a:defRPr sz="1000">
                <a:solidFill>
                  <a:schemeClr val="lt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US" dirty="0"/>
          </a:p>
        </p:txBody>
      </p:sp>
      <p:pic>
        <p:nvPicPr>
          <p:cNvPr id="6" name="CoverMainLogo_WHITE" descr="The Marsh company logo.">
            <a:extLst>
              <a:ext uri="{FF2B5EF4-FFF2-40B4-BE49-F238E27FC236}">
                <a16:creationId xmlns:a16="http://schemas.microsoft.com/office/drawing/2014/main" id="{F706C41A-0540-A1A0-5817-3AF44741964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  <p:pic>
        <p:nvPicPr>
          <p:cNvPr id="8" name="CoverMainLogo_COLOUR" descr="The Marsh company logo." hidden="1">
            <a:extLst>
              <a:ext uri="{FF2B5EF4-FFF2-40B4-BE49-F238E27FC236}">
                <a16:creationId xmlns:a16="http://schemas.microsoft.com/office/drawing/2014/main" id="{3A24DC3E-0AA2-B141-4C02-C61C1C185F1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232338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00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custData r:id="rId1"/>
            </p:custDataLst>
          </p:nvPr>
        </p:nvSpPr>
        <p:spPr>
          <a:xfrm>
            <a:off x="464400" y="1411200"/>
            <a:ext cx="112716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DBFA167-EBBB-980F-D592-144B4E0B90D0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2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l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687A39-A1EB-59AA-2F79-DB2DEA0CF268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A0953-CC8E-69D0-A82A-0F0F688129B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132D5-5186-04AF-22B7-C3D719B1D91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6935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422D773-8B6D-F1F5-3CF3-45DA7390341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1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l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0397F5-0585-9339-EB8E-57E32F286930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7FE4-1591-FDD7-05F1-391927293F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A24-5C37-B6AA-ED00-F3B697F2C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60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422D773-8B6D-F1F5-3CF3-45DA7390341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1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0397F5-0585-9339-EB8E-57E32F286930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7FE4-1591-FDD7-05F1-391927293F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A24-5C37-B6AA-ED00-F3B697F2C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Rule">
            <a:extLst>
              <a:ext uri="{FF2B5EF4-FFF2-40B4-BE49-F238E27FC236}">
                <a16:creationId xmlns:a16="http://schemas.microsoft.com/office/drawing/2014/main" id="{DDAC28D3-9B2E-65D0-D487-D5D420D12610}"/>
              </a:ext>
            </a:extLst>
          </p:cNvPr>
          <p:cNvSpPr/>
          <p:nvPr userDrawn="1">
            <p:custDataLst>
              <p:custData r:id="rId3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chemeClr val="dk1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5B75B9B2-FE3C-CDA7-11CF-AD87196B69E5}"/>
              </a:ext>
            </a:extLst>
          </p:cNvPr>
          <p:cNvSpPr txBox="1">
            <a:spLocks/>
          </p:cNvSpPr>
          <p:nvPr userDrawn="1">
            <p:custDataLst>
              <p:custData r:id="rId4"/>
            </p:custDataLst>
          </p:nvPr>
        </p:nvSpPr>
        <p:spPr>
          <a:xfrm>
            <a:off x="6210000" y="6606000"/>
            <a:ext cx="5158800" cy="123111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GB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dirty="0">
                <a:solidFill>
                  <a:schemeClr val="dk1"/>
                </a:solidFill>
              </a:rPr>
              <a:t>© 2026 Marsh. All rights reserved.</a:t>
            </a:r>
            <a:endParaRPr lang="en-US" sz="700" dirty="0">
              <a:solidFill>
                <a:schemeClr val="dk1"/>
              </a:solidFill>
            </a:endParaRP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82A15785-9FE3-FC29-0582-F93B1898D977}"/>
              </a:ext>
            </a:extLst>
          </p:cNvPr>
          <p:cNvSpPr txBox="1">
            <a:spLocks/>
          </p:cNvSpPr>
          <p:nvPr userDrawn="1">
            <p:custDataLst>
              <p:custData r:id="rId5"/>
            </p:custDataLst>
          </p:nvPr>
        </p:nvSpPr>
        <p:spPr>
          <a:xfrm>
            <a:off x="11368800" y="6620400"/>
            <a:ext cx="3636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GB"/>
            </a:defPPr>
            <a:lvl1pPr marL="0" algn="r" defTabSz="457200" rtl="0" eaLnBrk="1" latinLnBrk="0" hangingPunct="1">
              <a:defRPr sz="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ContentLogo_COLOUR" descr="The Marsh company logo.">
            <a:extLst>
              <a:ext uri="{FF2B5EF4-FFF2-40B4-BE49-F238E27FC236}">
                <a16:creationId xmlns:a16="http://schemas.microsoft.com/office/drawing/2014/main" id="{C1ED8E52-7D77-2C68-25C8-943AE9C9382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422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</p:custDataLst>
    <p:extLst>
      <p:ext uri="{BB962C8B-B14F-4D97-AF65-F5344CB8AC3E}">
        <p14:creationId xmlns:p14="http://schemas.microsoft.com/office/powerpoint/2010/main" val="30848539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  <p:custDataLst>
              <p:custData r:id="rId1"/>
            </p:custDataLst>
          </p:nvPr>
        </p:nvSpPr>
        <p:spPr>
          <a:xfrm>
            <a:off x="457200" y="1411200"/>
            <a:ext cx="55260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  <p:custDataLst>
              <p:custData r:id="rId2"/>
            </p:custDataLst>
          </p:nvPr>
        </p:nvSpPr>
        <p:spPr>
          <a:xfrm>
            <a:off x="6210000" y="1411200"/>
            <a:ext cx="55260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6F971F5-72C9-9FA0-D4FA-4115FF9C781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l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731A64-2BAC-4802-E868-A4A0D1BF1D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42892-5420-DC43-3EEF-D4BE29E2EC3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6714D-1946-3625-54D0-D09B477162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399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 hasCustomPrompt="1"/>
            <p:custDataLst>
              <p:custData r:id="rId1"/>
            </p:custDataLst>
          </p:nvPr>
        </p:nvSpPr>
        <p:spPr>
          <a:xfrm>
            <a:off x="457200" y="1411200"/>
            <a:ext cx="36036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  <p:custDataLst>
              <p:custData r:id="rId2"/>
            </p:custDataLst>
          </p:nvPr>
        </p:nvSpPr>
        <p:spPr>
          <a:xfrm>
            <a:off x="4298400" y="1411200"/>
            <a:ext cx="36036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3" hasCustomPrompt="1"/>
            <p:custDataLst>
              <p:custData r:id="rId3"/>
            </p:custDataLst>
          </p:nvPr>
        </p:nvSpPr>
        <p:spPr>
          <a:xfrm>
            <a:off x="8132400" y="1411200"/>
            <a:ext cx="36000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A872C0F-553C-FF87-B951-36138D0FF10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4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l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0E63CE-3F08-D7D1-9C89-3F65068DB8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7801D96-C5BA-7ACA-2A4B-5A077138922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FAAF1-9167-47F7-0D3F-29E25D9593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2071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 hasCustomPrompt="1"/>
            <p:custDataLst>
              <p:custData r:id="rId1"/>
            </p:custDataLst>
          </p:nvPr>
        </p:nvSpPr>
        <p:spPr>
          <a:xfrm>
            <a:off x="4572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  <p:custDataLst>
              <p:custData r:id="rId2"/>
            </p:custDataLst>
          </p:nvPr>
        </p:nvSpPr>
        <p:spPr>
          <a:xfrm>
            <a:off x="33408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 hasCustomPrompt="1"/>
            <p:custDataLst>
              <p:custData r:id="rId3"/>
            </p:custDataLst>
          </p:nvPr>
        </p:nvSpPr>
        <p:spPr>
          <a:xfrm>
            <a:off x="62136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  <p:custDataLst>
              <p:custData r:id="rId4"/>
            </p:custDataLst>
          </p:nvPr>
        </p:nvSpPr>
        <p:spPr>
          <a:xfrm>
            <a:off x="90936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E6927B-0694-0EBA-513B-68CAE3D6EF5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5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l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A2323E0-E727-5932-93D5-A9CAE6B47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4D80D-1D44-6836-8C39-E634810F05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EC5B58-8ED7-67BC-15A0-C369F1AF6B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8449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le">
            <a:extLst>
              <a:ext uri="{FF2B5EF4-FFF2-40B4-BE49-F238E27FC236}">
                <a16:creationId xmlns:a16="http://schemas.microsoft.com/office/drawing/2014/main" id="{87774E20-C39B-CC3C-CA86-73CF1D07D094}"/>
              </a:ext>
            </a:extLst>
          </p:cNvPr>
          <p:cNvSpPr/>
          <p:nvPr userDrawn="1">
            <p:custDataLst>
              <p:custData r:id="rId2"/>
            </p:custDataLst>
          </p:nvPr>
        </p:nvSpPr>
        <p:spPr>
          <a:xfrm rot="-5400000">
            <a:off x="3160709" y="3417460"/>
            <a:ext cx="5872894" cy="0"/>
          </a:xfrm>
          <a:prstGeom prst="line">
            <a:avLst/>
          </a:prstGeom>
          <a:noFill/>
          <a:ln w="12700">
            <a:solidFill>
              <a:schemeClr val="dk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051EDF5-F149-19BD-6BE8-19C6F6D8FA1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6217200" y="381600"/>
            <a:ext cx="5518800" cy="5904000"/>
          </a:xfrm>
        </p:spPr>
        <p:txBody>
          <a:bodyPr tIns="137160"/>
          <a:lstStyle>
            <a:lvl1pPr marL="342900" indent="-342900">
              <a:buFont typeface="+mj-lt"/>
              <a:buAutoNum type="arabicPeriod"/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topic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73B62-3AC5-E42A-58D7-F381B96F8296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4"/>
            </p:custDataLst>
          </p:nvPr>
        </p:nvSpPr>
        <p:spPr>
          <a:xfrm>
            <a:off x="457200" y="381600"/>
            <a:ext cx="5518800" cy="5904000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dk1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4" name="ContentLogo_WHITE" descr="The Marsh company logo." hidden="1">
            <a:extLst>
              <a:ext uri="{FF2B5EF4-FFF2-40B4-BE49-F238E27FC236}">
                <a16:creationId xmlns:a16="http://schemas.microsoft.com/office/drawing/2014/main" id="{527DFDEA-9715-9596-7AF5-4A5A2141C5F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7" name="ContentLogo_COLOUR" descr="The Marsh company logo.">
            <a:extLst>
              <a:ext uri="{FF2B5EF4-FFF2-40B4-BE49-F238E27FC236}">
                <a16:creationId xmlns:a16="http://schemas.microsoft.com/office/drawing/2014/main" id="{7273D589-9077-97A9-AFB6-D392FBD2409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24191559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F761A1B-C4CA-BC05-524B-40620F1040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2"/>
            </p:custDataLst>
          </p:nvPr>
        </p:nvSpPr>
        <p:spPr>
          <a:xfrm>
            <a:off x="7412400" y="2493304"/>
            <a:ext cx="4322400" cy="5032017"/>
          </a:xfrm>
        </p:spPr>
        <p:txBody>
          <a:bodyPr anchor="b"/>
          <a:lstStyle>
            <a:lvl1pPr marL="0" indent="0" algn="r">
              <a:buNone/>
              <a:defRPr sz="24200" b="0" i="0">
                <a:solidFill>
                  <a:schemeClr val="lt2"/>
                </a:solidFill>
                <a:latin typeface="+mj-lt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2ED18453-854E-C783-5410-0CF0975ADEC1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>
          <a:xfrm>
            <a:off x="457200" y="381600"/>
            <a:ext cx="5752800" cy="5660246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lt2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3" name="ContentLogo_WHITE" descr="The Marsh company logo.">
            <a:extLst>
              <a:ext uri="{FF2B5EF4-FFF2-40B4-BE49-F238E27FC236}">
                <a16:creationId xmlns:a16="http://schemas.microsoft.com/office/drawing/2014/main" id="{4A421C4C-EBC9-A92C-9707-F3A80B45BBF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6" name="ContentLogo_COLOUR" descr="The Marsh company logo." hidden="1">
            <a:extLst>
              <a:ext uri="{FF2B5EF4-FFF2-40B4-BE49-F238E27FC236}">
                <a16:creationId xmlns:a16="http://schemas.microsoft.com/office/drawing/2014/main" id="{857BBEA0-DA5D-81C1-FB71-80E80C967EA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2496818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ileRef" hidden="1">
            <a:extLst>
              <a:ext uri="{FF2B5EF4-FFF2-40B4-BE49-F238E27FC236}">
                <a16:creationId xmlns:a16="http://schemas.microsoft.com/office/drawing/2014/main" id="{09BA50B2-6484-EC4D-AF6E-8573FB70C5FE}"/>
              </a:ext>
            </a:extLst>
          </p:cNvPr>
          <p:cNvSpPr txBox="1"/>
          <p:nvPr userDrawn="1">
            <p:custDataLst>
              <p:custData r:id="rId2"/>
            </p:custDataLst>
          </p:nvPr>
        </p:nvSpPr>
        <p:spPr>
          <a:xfrm>
            <a:off x="6210000" y="5382000"/>
            <a:ext cx="5526000" cy="3960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indent="-457200" algn="r">
              <a:spcBef>
                <a:spcPts val="1800"/>
              </a:spcBef>
            </a:pPr>
            <a:r>
              <a:rPr lang="en-US" sz="800" dirty="0">
                <a:solidFill>
                  <a:schemeClr val="lt2"/>
                </a:solidFill>
              </a:rPr>
              <a:t>{</a:t>
            </a:r>
            <a:r>
              <a:rPr lang="en-US" sz="800" dirty="0" err="1">
                <a:solidFill>
                  <a:schemeClr val="lt2"/>
                </a:solidFill>
              </a:rPr>
              <a:t>FileRef</a:t>
            </a:r>
            <a:r>
              <a:rPr lang="en-US" sz="800" dirty="0">
                <a:solidFill>
                  <a:schemeClr val="lt2"/>
                </a:solidFill>
              </a:rPr>
              <a:t>}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9BC8DB0-975F-CCF8-758D-35DEB9A7693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3"/>
            </p:custDataLst>
          </p:nvPr>
        </p:nvSpPr>
        <p:spPr>
          <a:xfrm>
            <a:off x="457200" y="1411200"/>
            <a:ext cx="11278800" cy="416664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800">
                <a:solidFill>
                  <a:schemeClr val="lt2"/>
                </a:solidFill>
              </a:defRPr>
            </a:lvl1pPr>
          </a:lstStyle>
          <a:p>
            <a:pPr lvl="0"/>
            <a:r>
              <a:rPr lang="en-US" dirty="0"/>
              <a:t>Click to add optional disclaimer</a:t>
            </a:r>
          </a:p>
        </p:txBody>
      </p:sp>
      <p:sp>
        <p:nvSpPr>
          <p:cNvPr id="18" name="Purpose">
            <a:extLst>
              <a:ext uri="{FF2B5EF4-FFF2-40B4-BE49-F238E27FC236}">
                <a16:creationId xmlns:a16="http://schemas.microsoft.com/office/drawing/2014/main" id="{33265701-6D53-6A3D-4181-B4BB94559EC0}"/>
              </a:ext>
            </a:extLst>
          </p:cNvPr>
          <p:cNvSpPr/>
          <p:nvPr userDrawn="1">
            <p:custDataLst>
              <p:custData r:id="rId4"/>
            </p:custDataLst>
          </p:nvPr>
        </p:nvSpPr>
        <p:spPr>
          <a:xfrm>
            <a:off x="457200" y="6055200"/>
            <a:ext cx="11278800" cy="486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lang="en-US" sz="1100" dirty="0">
                <a:solidFill>
                  <a:schemeClr val="lt2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We are leaders in risk, strategy and people. One company, with four global businesses,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lang="en-US" sz="1100" dirty="0">
                <a:solidFill>
                  <a:schemeClr val="lt2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united by a shared purpose to build the confidence to thrive through the power of perspective.</a:t>
            </a:r>
            <a:endParaRPr lang="en-US" sz="1100" dirty="0">
              <a:solidFill>
                <a:schemeClr val="lt2"/>
              </a:solidFill>
              <a:latin typeface="+mn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E383406-A41F-86A0-6C9B-01677B288AC4}"/>
              </a:ext>
            </a:extLst>
          </p:cNvPr>
          <p:cNvSpPr txBox="1">
            <a:spLocks/>
          </p:cNvSpPr>
          <p:nvPr userDrawn="1">
            <p:custDataLst>
              <p:custData r:id="rId5"/>
            </p:custDataLst>
          </p:nvPr>
        </p:nvSpPr>
        <p:spPr>
          <a:xfrm>
            <a:off x="6210000" y="6602400"/>
            <a:ext cx="5526000" cy="123111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GB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lt2"/>
                </a:solidFill>
              </a:rPr>
              <a:t>© 2026 Marsh. All rights reserved.</a:t>
            </a:r>
          </a:p>
        </p:txBody>
      </p:sp>
      <p:pic>
        <p:nvPicPr>
          <p:cNvPr id="4" name="MainBackLogo_WHITE" descr="The Marsh company logo.">
            <a:extLst>
              <a:ext uri="{FF2B5EF4-FFF2-40B4-BE49-F238E27FC236}">
                <a16:creationId xmlns:a16="http://schemas.microsoft.com/office/drawing/2014/main" id="{10E9A3A1-A753-F5E7-2E1C-976D15BC306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  <p:pic>
        <p:nvPicPr>
          <p:cNvPr id="7" name="MainBackLogo_COLOUR" descr="The Marsh company logo." hidden="1">
            <a:extLst>
              <a:ext uri="{FF2B5EF4-FFF2-40B4-BE49-F238E27FC236}">
                <a16:creationId xmlns:a16="http://schemas.microsoft.com/office/drawing/2014/main" id="{057F43E1-F8EC-BDD3-F3C5-B343B73C39B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6812412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custData r:id="rId1"/>
            </p:custDataLst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  <p:custDataLst>
              <p:custData r:id="rId2"/>
            </p:custDataLst>
          </p:nvPr>
        </p:nvSpPr>
        <p:spPr>
          <a:xfrm>
            <a:off x="485775" y="806400"/>
            <a:ext cx="11225025" cy="320400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00128429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3D6335A-B440-264A-ADCF-510226FDCEF3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210301" y="6388100"/>
            <a:ext cx="4546600" cy="247650"/>
          </a:xfrm>
        </p:spPr>
        <p:txBody>
          <a:bodyPr anchor="b"/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MARSH INSURER  CONSULTING GROUP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4D9E00-BE79-044E-880B-B336004BB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55601"/>
            <a:ext cx="11252199" cy="495299"/>
          </a:xfrm>
        </p:spPr>
        <p:txBody>
          <a:bodyPr vert="horz"/>
          <a:lstStyle/>
          <a:p>
            <a:r>
              <a:rPr lang="en-US"/>
              <a:t>Click to add 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3740D47-97C5-7046-A0ED-2FDCEE545EC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806807"/>
            <a:ext cx="11223624" cy="318476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396354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ond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Line"/>
          <p:cNvSpPr>
            <a:spLocks noGrp="1"/>
          </p:cNvSpPr>
          <p:nvPr>
            <p:ph sz="quarter" idx="10"/>
          </p:nvPr>
        </p:nvSpPr>
        <p:spPr>
          <a:xfrm>
            <a:off x="558801" y="1139337"/>
            <a:ext cx="10972799" cy="3750812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12" name="ContentTable"/>
          <p:cNvSpPr>
            <a:spLocks noGrp="1"/>
          </p:cNvSpPr>
          <p:nvPr>
            <p:ph sz="quarter" idx="11"/>
          </p:nvPr>
        </p:nvSpPr>
        <p:spPr>
          <a:xfrm>
            <a:off x="558801" y="4890149"/>
            <a:ext cx="11112284" cy="158461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50470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custData r:id="rId1"/>
            </p:custDataLst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custData r:id="rId2"/>
            </p:custDataLst>
          </p:nvPr>
        </p:nvSpPr>
        <p:spPr/>
        <p:txBody>
          <a:bodyPr/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DF66040D-6F20-4F4B-8995-856BEECD84BE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485776" y="806400"/>
            <a:ext cx="11226800" cy="320400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98383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3065FBC-B738-C54B-9BC4-18152E8240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43833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3065FBC-B738-C54B-9BC4-18152E824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3D6335A-B440-264A-ADCF-510226FDCEF3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210301" y="6388100"/>
            <a:ext cx="4546600" cy="247650"/>
          </a:xfrm>
        </p:spPr>
        <p:txBody>
          <a:bodyPr anchor="b"/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add a footnote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4D9E00-BE79-044E-880B-B336004BB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55601"/>
            <a:ext cx="11252199" cy="495299"/>
          </a:xfrm>
        </p:spPr>
        <p:txBody>
          <a:bodyPr vert="horz"/>
          <a:lstStyle/>
          <a:p>
            <a:r>
              <a:rPr lang="en-US" dirty="0"/>
              <a:t>Click to add 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3740D47-97C5-7046-A0ED-2FDCEE545EC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85776" y="806807"/>
            <a:ext cx="11223624" cy="318476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961007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5AFEB67-91FA-AF46-907B-E0F184EFDD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5AFEB67-91FA-AF46-907B-E0F184EFDD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3DA736-E5DF-844D-B5DD-D8BB742411F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210301" y="6388100"/>
            <a:ext cx="4546600" cy="247651"/>
          </a:xfrm>
        </p:spPr>
        <p:txBody>
          <a:bodyPr anchor="b"/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add a footnote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C7917B-E936-2847-936C-8884185B001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5776" y="1612901"/>
            <a:ext cx="11223624" cy="45166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3DD64E3-026E-A04D-AC24-029A817E82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2" y="355601"/>
            <a:ext cx="11252199" cy="495299"/>
          </a:xfrm>
        </p:spPr>
        <p:txBody>
          <a:bodyPr vert="horz"/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2D0924E-7A15-6045-86EA-6E2333478DE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85776" y="806807"/>
            <a:ext cx="11223624" cy="318476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145059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7352" y="176225"/>
            <a:ext cx="4443730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DF002F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942838" y="4663566"/>
            <a:ext cx="5327650" cy="164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dirty="0">
                <a:solidFill>
                  <a:srgbClr val="000000"/>
                </a:solidFill>
              </a:rPr>
              <a:t>Liberty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Insurance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Your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global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specialty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partner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Netherlands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>
                <a:solidFill>
                  <a:srgbClr val="000000"/>
                </a:solidFill>
              </a:rPr>
              <a:t>‹#›</a:t>
            </a:fld>
            <a:endParaRPr spc="-25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6861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DF002F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dirty="0">
                <a:solidFill>
                  <a:srgbClr val="000000"/>
                </a:solidFill>
              </a:rPr>
              <a:t>Liberty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Insurance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Your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global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specialty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partner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Netherlands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>
                <a:solidFill>
                  <a:srgbClr val="000000"/>
                </a:solidFill>
              </a:rPr>
              <a:t>‹#›</a:t>
            </a:fld>
            <a:endParaRPr spc="-25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7100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inancial performa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../../../assets/images/ppt-head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114800"/>
          </a:xfrm>
          <a:prstGeom prst="rect">
            <a:avLst/>
          </a:prstGeom>
        </p:spPr>
      </p:pic>
      <p:pic>
        <p:nvPicPr>
          <p:cNvPr id="3" name="Object 2" descr="../../../assets/images/ppt-header-logo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1508760" cy="347472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0" y="548640"/>
            <a:ext cx="12192000" cy="731520"/>
          </a:xfrm>
          <a:prstGeom prst="rect">
            <a:avLst/>
          </a:prstGeom>
          <a:solidFill>
            <a:srgbClr val="F0F1F2"/>
          </a:solidFill>
        </p:spPr>
        <p:txBody>
          <a:bodyPr wrap="square" rtlCol="0" anchor="ctr"/>
          <a:lstStyle/>
          <a:p>
            <a:pPr>
              <a:buNone/>
            </a:pPr>
            <a:endParaRPr lang="en-US" dirty="0"/>
          </a:p>
        </p:txBody>
      </p:sp>
      <p:pic>
        <p:nvPicPr>
          <p:cNvPr id="9" name="Object 8" descr="../../../assets/images/SR_Logo_CorporateSolutions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6217920"/>
            <a:ext cx="1645920" cy="356616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10058400" y="6400800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buNone/>
            </a:pPr>
            <a:r>
              <a:rPr lang="en-US" sz="1000" dirty="0">
                <a:solidFill>
                  <a:srgbClr val="576E69"/>
                </a:solidFill>
                <a:latin typeface="SwissReSans Light" pitchFamily="34" charset="0"/>
                <a:ea typeface="SwissReSans Light" pitchFamily="34" charset="-122"/>
                <a:cs typeface="SwissReSans Light" pitchFamily="34" charset="-120"/>
              </a:rPr>
              <a:t>Customer 360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540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Dark Grey">
  <p:cSld name="Title Only Dark Gre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77393-F784-4DE9-9C0C-1096FAF8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4A69C-5A96-4EC3-AB4E-A2A6DCA2F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49013-4A93-4A3B-BF5A-2E49C6E7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7A1A5-BE62-4D1C-8747-5D64A2567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4D2043-7E31-4A53-BD33-72A88E68217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69063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Light Color">
  <p:cSld name="Title and Content Light Color">
    <p:bg>
      <p:bgPr>
        <a:solidFill>
          <a:schemeClr val="bg2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5E4D2043-7E31-4A53-BD33-72A88E68217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ADEDF-3C24-4D54-87D1-E58D78D84B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5325" y="1628776"/>
            <a:ext cx="11017250" cy="43925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2343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5E4D2043-7E31-4A53-BD33-72A88E68217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7717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  <p:custDataLst>
              <p:custData r:id="rId2"/>
            </p:custDataLst>
          </p:nvPr>
        </p:nvSpPr>
        <p:spPr>
          <a:xfrm>
            <a:off x="457200" y="2566800"/>
            <a:ext cx="6906703" cy="880153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lnSpc>
                <a:spcPct val="90000"/>
              </a:lnSpc>
              <a:defRPr sz="4000" b="0" i="0" cap="none" baseline="0">
                <a:solidFill>
                  <a:schemeClr val="dk1"/>
                </a:solidFill>
                <a:latin typeface="+mj-lt"/>
                <a:cs typeface="Georgia Pro Light" panose="02040302050405020303" pitchFamily="18" charset="0"/>
              </a:defRPr>
            </a:lvl1pPr>
          </a:lstStyle>
          <a:p>
            <a:r>
              <a:rPr lang="en-US" dirty="0"/>
              <a:t>Main 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  <p:custDataLst>
              <p:custData r:id="rId3"/>
            </p:custDataLst>
          </p:nvPr>
        </p:nvSpPr>
        <p:spPr>
          <a:xfrm>
            <a:off x="7533765" y="2566800"/>
            <a:ext cx="4201200" cy="340038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cap="none">
                <a:solidFill>
                  <a:schemeClr val="dk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8E4E92-9AFC-8F34-D178-F85738EE60B0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4"/>
            </p:custDataLst>
          </p:nvPr>
        </p:nvSpPr>
        <p:spPr>
          <a:xfrm>
            <a:off x="7533766" y="2955600"/>
            <a:ext cx="4202234" cy="388800"/>
          </a:xfrm>
        </p:spPr>
        <p:txBody>
          <a:bodyPr anchor="b" anchorCtr="0"/>
          <a:lstStyle>
            <a:lvl1pPr marL="0" indent="0" algn="r">
              <a:buNone/>
              <a:defRPr sz="1200">
                <a:solidFill>
                  <a:schemeClr val="dk1"/>
                </a:solidFill>
              </a:defRPr>
            </a:lvl1pPr>
          </a:lstStyle>
          <a:p>
            <a:pPr lvl="0"/>
            <a:r>
              <a:rPr lang="en-US"/>
              <a:t>Presenter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04D60C-57AB-68C3-4AB4-908C9DFEFAD1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custData r:id="rId5"/>
            </p:custDataLst>
          </p:nvPr>
        </p:nvSpPr>
        <p:spPr>
          <a:xfrm>
            <a:off x="7533765" y="428400"/>
            <a:ext cx="4202235" cy="536400"/>
          </a:xfrm>
        </p:spPr>
        <p:txBody>
          <a:bodyPr/>
          <a:lstStyle>
            <a:lvl1pPr marL="0" indent="0" algn="r">
              <a:buNone/>
              <a:defRPr sz="1000">
                <a:solidFill>
                  <a:schemeClr val="dk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US" dirty="0"/>
          </a:p>
        </p:txBody>
      </p:sp>
      <p:sp>
        <p:nvSpPr>
          <p:cNvPr id="4" name="FrameImage" descr="PowerPoint default image Sky Blue: PowerPoint default image Sky Blue.">
            <a:extLst>
              <a:ext uri="{FF2B5EF4-FFF2-40B4-BE49-F238E27FC236}">
                <a16:creationId xmlns:a16="http://schemas.microsoft.com/office/drawing/2014/main" id="{2D311B1E-6C67-7F54-F36A-7E2D1B6912CA}"/>
              </a:ext>
            </a:extLst>
          </p:cNvPr>
          <p:cNvSpPr/>
          <p:nvPr userDrawn="1">
            <p:custDataLst>
              <p:custData r:id="rId6"/>
            </p:custDataLst>
          </p:nvPr>
        </p:nvSpPr>
        <p:spPr>
          <a:xfrm>
            <a:off x="457200" y="3542400"/>
            <a:ext cx="11278800" cy="3315600"/>
          </a:xfrm>
          <a:prstGeom prst="rect">
            <a:avLst/>
          </a:prstGeom>
          <a:blipFill>
            <a:blip r:embed="rId8"/>
            <a:stretch>
              <a:fillRect t="-45674" b="-45674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CoverMainLogo_WHITE" descr="The Marsh McLennan company logo." hidden="1">
            <a:extLst>
              <a:ext uri="{FF2B5EF4-FFF2-40B4-BE49-F238E27FC236}">
                <a16:creationId xmlns:a16="http://schemas.microsoft.com/office/drawing/2014/main" id="{A46AC619-CB67-5B40-9089-CF8CD470DF1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  <p:pic>
        <p:nvPicPr>
          <p:cNvPr id="8" name="CoverMainLogo_COLOUR" descr="The Marsh McLennan company logo.">
            <a:extLst>
              <a:ext uri="{FF2B5EF4-FFF2-40B4-BE49-F238E27FC236}">
                <a16:creationId xmlns:a16="http://schemas.microsoft.com/office/drawing/2014/main" id="{168ECC43-0065-403E-528E-9AFA3B52B04D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1475901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00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custData r:id="rId1"/>
            </p:custDataLst>
          </p:nvPr>
        </p:nvSpPr>
        <p:spPr>
          <a:xfrm>
            <a:off x="464400" y="1411200"/>
            <a:ext cx="112716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DBFA167-EBBB-980F-D592-144B4E0B90D0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2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687A39-A1EB-59AA-2F79-DB2DEA0CF268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A0953-CC8E-69D0-A82A-0F0F688129B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132D5-5186-04AF-22B7-C3D719B1D91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0836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422D773-8B6D-F1F5-3CF3-45DA7390341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1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0397F5-0585-9339-EB8E-57E32F286930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7FE4-1591-FDD7-05F1-391927293F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A24-5C37-B6AA-ED00-F3B697F2C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94479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</p:custDataLst>
    <p:extLst>
      <p:ext uri="{BB962C8B-B14F-4D97-AF65-F5344CB8AC3E}">
        <p14:creationId xmlns:p14="http://schemas.microsoft.com/office/powerpoint/2010/main" val="158273002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  <p:custDataLst>
              <p:custData r:id="rId1"/>
            </p:custDataLst>
          </p:nvPr>
        </p:nvSpPr>
        <p:spPr>
          <a:xfrm>
            <a:off x="457200" y="1411200"/>
            <a:ext cx="55260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  <p:custDataLst>
              <p:custData r:id="rId2"/>
            </p:custDataLst>
          </p:nvPr>
        </p:nvSpPr>
        <p:spPr>
          <a:xfrm>
            <a:off x="6210000" y="1411200"/>
            <a:ext cx="55260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6F971F5-72C9-9FA0-D4FA-4115FF9C781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731A64-2BAC-4802-E868-A4A0D1BF1D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42892-5420-DC43-3EEF-D4BE29E2EC3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6714D-1946-3625-54D0-D09B477162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803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 hasCustomPrompt="1"/>
            <p:custDataLst>
              <p:custData r:id="rId1"/>
            </p:custDataLst>
          </p:nvPr>
        </p:nvSpPr>
        <p:spPr>
          <a:xfrm>
            <a:off x="457200" y="1411200"/>
            <a:ext cx="36036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  <p:custDataLst>
              <p:custData r:id="rId2"/>
            </p:custDataLst>
          </p:nvPr>
        </p:nvSpPr>
        <p:spPr>
          <a:xfrm>
            <a:off x="4298400" y="1411200"/>
            <a:ext cx="36036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3" hasCustomPrompt="1"/>
            <p:custDataLst>
              <p:custData r:id="rId3"/>
            </p:custDataLst>
          </p:nvPr>
        </p:nvSpPr>
        <p:spPr>
          <a:xfrm>
            <a:off x="8132400" y="1411200"/>
            <a:ext cx="36000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A872C0F-553C-FF87-B951-36138D0FF10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4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0E63CE-3F08-D7D1-9C89-3F65068DB8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7801D96-C5BA-7ACA-2A4B-5A077138922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FAAF1-9167-47F7-0D3F-29E25D9593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5670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 hasCustomPrompt="1"/>
            <p:custDataLst>
              <p:custData r:id="rId1"/>
            </p:custDataLst>
          </p:nvPr>
        </p:nvSpPr>
        <p:spPr>
          <a:xfrm>
            <a:off x="4572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  <p:custDataLst>
              <p:custData r:id="rId2"/>
            </p:custDataLst>
          </p:nvPr>
        </p:nvSpPr>
        <p:spPr>
          <a:xfrm>
            <a:off x="33408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 hasCustomPrompt="1"/>
            <p:custDataLst>
              <p:custData r:id="rId3"/>
            </p:custDataLst>
          </p:nvPr>
        </p:nvSpPr>
        <p:spPr>
          <a:xfrm>
            <a:off x="62136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  <p:custDataLst>
              <p:custData r:id="rId4"/>
            </p:custDataLst>
          </p:nvPr>
        </p:nvSpPr>
        <p:spPr>
          <a:xfrm>
            <a:off x="90936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E6927B-0694-0EBA-513B-68CAE3D6EF5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5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A2323E0-E727-5932-93D5-A9CAE6B47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4D80D-1D44-6836-8C39-E634810F05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EC5B58-8ED7-67BC-15A0-C369F1AF6B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14061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le">
            <a:extLst>
              <a:ext uri="{FF2B5EF4-FFF2-40B4-BE49-F238E27FC236}">
                <a16:creationId xmlns:a16="http://schemas.microsoft.com/office/drawing/2014/main" id="{87774E20-C39B-CC3C-CA86-73CF1D07D094}"/>
              </a:ext>
            </a:extLst>
          </p:cNvPr>
          <p:cNvSpPr/>
          <p:nvPr userDrawn="1">
            <p:custDataLst>
              <p:custData r:id="rId2"/>
            </p:custDataLst>
          </p:nvPr>
        </p:nvSpPr>
        <p:spPr>
          <a:xfrm rot="-5400000">
            <a:off x="3160709" y="3417460"/>
            <a:ext cx="5872894" cy="0"/>
          </a:xfrm>
          <a:prstGeom prst="line">
            <a:avLst/>
          </a:prstGeom>
          <a:noFill/>
          <a:ln w="12700">
            <a:solidFill>
              <a:schemeClr val="lt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051EDF5-F149-19BD-6BE8-19C6F6D8FA1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6217200" y="381600"/>
            <a:ext cx="5518800" cy="5904000"/>
          </a:xfrm>
        </p:spPr>
        <p:txBody>
          <a:bodyPr tIns="137160"/>
          <a:lstStyle>
            <a:lvl1pPr marL="342900" indent="-342900">
              <a:buFont typeface="+mj-lt"/>
              <a:buAutoNum type="arabicPeriod"/>
              <a:defRPr>
                <a:solidFill>
                  <a:schemeClr val="lt2"/>
                </a:solidFill>
              </a:defRPr>
            </a:lvl1pPr>
          </a:lstStyle>
          <a:p>
            <a:pPr lvl="0"/>
            <a:r>
              <a:rPr lang="en-US" dirty="0"/>
              <a:t>Click to add topic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73B62-3AC5-E42A-58D7-F381B96F8296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4"/>
            </p:custDataLst>
          </p:nvPr>
        </p:nvSpPr>
        <p:spPr>
          <a:xfrm>
            <a:off x="457200" y="381600"/>
            <a:ext cx="5518800" cy="5904000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lt2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4" name="ContentLogo_WHITE" descr="The Marsh McLennan company logo.">
            <a:extLst>
              <a:ext uri="{FF2B5EF4-FFF2-40B4-BE49-F238E27FC236}">
                <a16:creationId xmlns:a16="http://schemas.microsoft.com/office/drawing/2014/main" id="{03E95BE7-BB4A-4389-5353-C622671E2E2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7" name="ContentLogo_COLOUR" descr="The Marsh McLennan company logo." hidden="1">
            <a:extLst>
              <a:ext uri="{FF2B5EF4-FFF2-40B4-BE49-F238E27FC236}">
                <a16:creationId xmlns:a16="http://schemas.microsoft.com/office/drawing/2014/main" id="{0662EFE8-FE6D-2B77-E92F-D4A6090B40C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427718254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F761A1B-C4CA-BC05-524B-40620F1040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2"/>
            </p:custDataLst>
          </p:nvPr>
        </p:nvSpPr>
        <p:spPr>
          <a:xfrm>
            <a:off x="7412400" y="2493304"/>
            <a:ext cx="4322400" cy="5032017"/>
          </a:xfrm>
        </p:spPr>
        <p:txBody>
          <a:bodyPr anchor="b"/>
          <a:lstStyle>
            <a:lvl1pPr marL="0" indent="0" algn="r">
              <a:buNone/>
              <a:defRPr sz="24200" b="0" i="0">
                <a:solidFill>
                  <a:schemeClr val="dk1"/>
                </a:solidFill>
                <a:latin typeface="+mj-lt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2ED18453-854E-C783-5410-0CF0975ADEC1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>
          <a:xfrm>
            <a:off x="457200" y="381600"/>
            <a:ext cx="5752800" cy="5660246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dk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3" name="ContentLogo_WHITE" descr="The Marsh McLennan company logo." hidden="1">
            <a:extLst>
              <a:ext uri="{FF2B5EF4-FFF2-40B4-BE49-F238E27FC236}">
                <a16:creationId xmlns:a16="http://schemas.microsoft.com/office/drawing/2014/main" id="{79AF40ED-F69B-FA28-0159-018B96AD423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6" name="ContentLogo_COLOUR" descr="The Marsh McLennan company logo.">
            <a:extLst>
              <a:ext uri="{FF2B5EF4-FFF2-40B4-BE49-F238E27FC236}">
                <a16:creationId xmlns:a16="http://schemas.microsoft.com/office/drawing/2014/main" id="{225882D0-C6E7-6B46-DB4F-2E48603F2D3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376795951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ileRef" hidden="1">
            <a:extLst>
              <a:ext uri="{FF2B5EF4-FFF2-40B4-BE49-F238E27FC236}">
                <a16:creationId xmlns:a16="http://schemas.microsoft.com/office/drawing/2014/main" id="{09BA50B2-6484-EC4D-AF6E-8573FB70C5FE}"/>
              </a:ext>
            </a:extLst>
          </p:cNvPr>
          <p:cNvSpPr txBox="1"/>
          <p:nvPr userDrawn="1">
            <p:custDataLst>
              <p:custData r:id="rId2"/>
            </p:custDataLst>
          </p:nvPr>
        </p:nvSpPr>
        <p:spPr>
          <a:xfrm>
            <a:off x="6210000" y="5382000"/>
            <a:ext cx="5526000" cy="3960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indent="-457200" algn="r">
              <a:spcBef>
                <a:spcPts val="1800"/>
              </a:spcBef>
            </a:pPr>
            <a:r>
              <a:rPr lang="en-US" sz="800" dirty="0">
                <a:solidFill>
                  <a:schemeClr val="dk1"/>
                </a:solidFill>
              </a:rPr>
              <a:t>{</a:t>
            </a:r>
            <a:r>
              <a:rPr lang="en-US" sz="800" dirty="0" err="1">
                <a:solidFill>
                  <a:schemeClr val="dk1"/>
                </a:solidFill>
              </a:rPr>
              <a:t>FileRef</a:t>
            </a:r>
            <a:r>
              <a:rPr lang="en-US" sz="800" dirty="0">
                <a:solidFill>
                  <a:schemeClr val="dk1"/>
                </a:solidFill>
              </a:rPr>
              <a:t>}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9BC8DB0-975F-CCF8-758D-35DEB9A7693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3"/>
            </p:custDataLst>
          </p:nvPr>
        </p:nvSpPr>
        <p:spPr>
          <a:xfrm>
            <a:off x="457200" y="1411200"/>
            <a:ext cx="11278800" cy="416664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800"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optional disclaimer</a:t>
            </a:r>
          </a:p>
        </p:txBody>
      </p:sp>
      <p:sp>
        <p:nvSpPr>
          <p:cNvPr id="18" name="Purpose">
            <a:extLst>
              <a:ext uri="{FF2B5EF4-FFF2-40B4-BE49-F238E27FC236}">
                <a16:creationId xmlns:a16="http://schemas.microsoft.com/office/drawing/2014/main" id="{33265701-6D53-6A3D-4181-B4BB94559EC0}"/>
              </a:ext>
            </a:extLst>
          </p:cNvPr>
          <p:cNvSpPr/>
          <p:nvPr userDrawn="1">
            <p:custDataLst>
              <p:custData r:id="rId4"/>
            </p:custDataLst>
          </p:nvPr>
        </p:nvSpPr>
        <p:spPr>
          <a:xfrm>
            <a:off x="457200" y="6055200"/>
            <a:ext cx="11278800" cy="486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lang="en-US" sz="1100" dirty="0">
                <a:solidFill>
                  <a:schemeClr val="dk1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We are leaders in risk, strategy and people. One company, with four global businesses,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lang="en-US" sz="1100" dirty="0">
                <a:solidFill>
                  <a:schemeClr val="dk1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united by a shared purpose to build the confidence to thrive through the power of perspective.</a:t>
            </a:r>
            <a:endParaRPr lang="en-US" sz="1100" dirty="0">
              <a:solidFill>
                <a:schemeClr val="dk1"/>
              </a:solidFill>
              <a:latin typeface="+mn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E383406-A41F-86A0-6C9B-01677B288AC4}"/>
              </a:ext>
            </a:extLst>
          </p:cNvPr>
          <p:cNvSpPr txBox="1">
            <a:spLocks/>
          </p:cNvSpPr>
          <p:nvPr userDrawn="1">
            <p:custDataLst>
              <p:custData r:id="rId5"/>
            </p:custDataLst>
          </p:nvPr>
        </p:nvSpPr>
        <p:spPr>
          <a:xfrm>
            <a:off x="6210000" y="6602400"/>
            <a:ext cx="5526000" cy="123111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GB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dk1"/>
                </a:solidFill>
              </a:rPr>
              <a:t>Copyright © 2026 Marsh. All rights reserved.</a:t>
            </a:r>
          </a:p>
        </p:txBody>
      </p:sp>
      <p:pic>
        <p:nvPicPr>
          <p:cNvPr id="4" name="MainBackLogo_WHITE" descr="The Marsh McLennan company logo." hidden="1">
            <a:extLst>
              <a:ext uri="{FF2B5EF4-FFF2-40B4-BE49-F238E27FC236}">
                <a16:creationId xmlns:a16="http://schemas.microsoft.com/office/drawing/2014/main" id="{68F7F326-8C58-F6D6-904B-6F3B2314696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  <p:pic>
        <p:nvPicPr>
          <p:cNvPr id="7" name="MainBackLogo_COLOUR" descr="The Marsh McLennan company logo.">
            <a:extLst>
              <a:ext uri="{FF2B5EF4-FFF2-40B4-BE49-F238E27FC236}">
                <a16:creationId xmlns:a16="http://schemas.microsoft.com/office/drawing/2014/main" id="{19C616B0-6DDE-060A-48F9-8538E32FBD2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183643358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custData r:id="rId1"/>
            </p:custDataLst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DF66040D-6F20-4F4B-8995-856BEECD84BE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spcAft>
                <a:spcPts val="600"/>
              </a:spcAft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  <p:custDataLst>
              <p:custData r:id="rId2"/>
            </p:custDataLst>
          </p:nvPr>
        </p:nvSpPr>
        <p:spPr>
          <a:xfrm>
            <a:off x="485775" y="806400"/>
            <a:ext cx="11225025" cy="320400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3737560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  <p:custDataLst>
              <p:custData r:id="rId2"/>
            </p:custDataLst>
          </p:nvPr>
        </p:nvSpPr>
        <p:spPr>
          <a:xfrm>
            <a:off x="457200" y="2566800"/>
            <a:ext cx="6906703" cy="880153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lnSpc>
                <a:spcPct val="90000"/>
              </a:lnSpc>
              <a:defRPr sz="4000" b="0" i="0" cap="none" baseline="0">
                <a:solidFill>
                  <a:schemeClr val="dk1"/>
                </a:solidFill>
                <a:latin typeface="+mj-lt"/>
                <a:cs typeface="Georgia Pro Light" panose="02040302050405020303" pitchFamily="18" charset="0"/>
              </a:defRPr>
            </a:lvl1pPr>
          </a:lstStyle>
          <a:p>
            <a:r>
              <a:rPr lang="en-US" dirty="0"/>
              <a:t>Main 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  <p:custDataLst>
              <p:custData r:id="rId3"/>
            </p:custDataLst>
          </p:nvPr>
        </p:nvSpPr>
        <p:spPr>
          <a:xfrm>
            <a:off x="7533765" y="2566800"/>
            <a:ext cx="4201200" cy="340038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cap="none">
                <a:solidFill>
                  <a:schemeClr val="dk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8E4E92-9AFC-8F34-D178-F85738EE60B0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4"/>
            </p:custDataLst>
          </p:nvPr>
        </p:nvSpPr>
        <p:spPr>
          <a:xfrm>
            <a:off x="7533766" y="2955600"/>
            <a:ext cx="4202234" cy="388800"/>
          </a:xfrm>
        </p:spPr>
        <p:txBody>
          <a:bodyPr anchor="b" anchorCtr="0"/>
          <a:lstStyle>
            <a:lvl1pPr marL="0" indent="0" algn="r">
              <a:buNone/>
              <a:defRPr sz="1200">
                <a:solidFill>
                  <a:schemeClr val="dk1"/>
                </a:solidFill>
              </a:defRPr>
            </a:lvl1pPr>
          </a:lstStyle>
          <a:p>
            <a:pPr lvl="0"/>
            <a:r>
              <a:rPr lang="en-US"/>
              <a:t>Presenter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04D60C-57AB-68C3-4AB4-908C9DFEFAD1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custData r:id="rId5"/>
            </p:custDataLst>
          </p:nvPr>
        </p:nvSpPr>
        <p:spPr>
          <a:xfrm>
            <a:off x="7533765" y="428400"/>
            <a:ext cx="4202235" cy="536400"/>
          </a:xfrm>
        </p:spPr>
        <p:txBody>
          <a:bodyPr/>
          <a:lstStyle>
            <a:lvl1pPr marL="0" indent="0" algn="r">
              <a:buNone/>
              <a:defRPr sz="1000">
                <a:solidFill>
                  <a:schemeClr val="dk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US" dirty="0"/>
          </a:p>
        </p:txBody>
      </p:sp>
      <p:sp>
        <p:nvSpPr>
          <p:cNvPr id="4" name="FrameImage" descr="PowerPoint default image Sky Blue: PowerPoint default image Sky Blue.">
            <a:extLst>
              <a:ext uri="{FF2B5EF4-FFF2-40B4-BE49-F238E27FC236}">
                <a16:creationId xmlns:a16="http://schemas.microsoft.com/office/drawing/2014/main" id="{2D311B1E-6C67-7F54-F36A-7E2D1B6912CA}"/>
              </a:ext>
            </a:extLst>
          </p:cNvPr>
          <p:cNvSpPr/>
          <p:nvPr userDrawn="1">
            <p:custDataLst>
              <p:custData r:id="rId6"/>
            </p:custDataLst>
          </p:nvPr>
        </p:nvSpPr>
        <p:spPr>
          <a:xfrm>
            <a:off x="457200" y="3542400"/>
            <a:ext cx="11278800" cy="3315600"/>
          </a:xfrm>
          <a:prstGeom prst="rect">
            <a:avLst/>
          </a:prstGeom>
          <a:blipFill>
            <a:blip r:embed="rId8"/>
            <a:stretch>
              <a:fillRect t="-45674" b="-45674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CoverMainLogo_WHITE" descr="The Marsh McLennan company logo." hidden="1">
            <a:extLst>
              <a:ext uri="{FF2B5EF4-FFF2-40B4-BE49-F238E27FC236}">
                <a16:creationId xmlns:a16="http://schemas.microsoft.com/office/drawing/2014/main" id="{A46AC619-CB67-5B40-9089-CF8CD470DF1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  <p:pic>
        <p:nvPicPr>
          <p:cNvPr id="8" name="CoverMainLogo_COLOUR" descr="The Marsh McLennan company logo.">
            <a:extLst>
              <a:ext uri="{FF2B5EF4-FFF2-40B4-BE49-F238E27FC236}">
                <a16:creationId xmlns:a16="http://schemas.microsoft.com/office/drawing/2014/main" id="{168ECC43-0065-403E-528E-9AFA3B52B04D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386194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00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custData r:id="rId1"/>
            </p:custDataLst>
          </p:nvPr>
        </p:nvSpPr>
        <p:spPr>
          <a:xfrm>
            <a:off x="464400" y="1411200"/>
            <a:ext cx="112716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DBFA167-EBBB-980F-D592-144B4E0B90D0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2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687A39-A1EB-59AA-2F79-DB2DEA0CF268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A0953-CC8E-69D0-A82A-0F0F688129B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132D5-5186-04AF-22B7-C3D719B1D91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46659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422D773-8B6D-F1F5-3CF3-45DA7390341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1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0397F5-0585-9339-EB8E-57E32F286930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7FE4-1591-FDD7-05F1-391927293F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A24-5C37-B6AA-ED00-F3B697F2C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50573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</p:custDataLst>
    <p:extLst>
      <p:ext uri="{BB962C8B-B14F-4D97-AF65-F5344CB8AC3E}">
        <p14:creationId xmlns:p14="http://schemas.microsoft.com/office/powerpoint/2010/main" val="86570979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  <p:custDataLst>
              <p:custData r:id="rId1"/>
            </p:custDataLst>
          </p:nvPr>
        </p:nvSpPr>
        <p:spPr>
          <a:xfrm>
            <a:off x="457200" y="1411200"/>
            <a:ext cx="55260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  <p:custDataLst>
              <p:custData r:id="rId2"/>
            </p:custDataLst>
          </p:nvPr>
        </p:nvSpPr>
        <p:spPr>
          <a:xfrm>
            <a:off x="6210000" y="1411200"/>
            <a:ext cx="55260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6F971F5-72C9-9FA0-D4FA-4115FF9C781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731A64-2BAC-4802-E868-A4A0D1BF1D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42892-5420-DC43-3EEF-D4BE29E2EC3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6714D-1946-3625-54D0-D09B477162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671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 hasCustomPrompt="1"/>
            <p:custDataLst>
              <p:custData r:id="rId1"/>
            </p:custDataLst>
          </p:nvPr>
        </p:nvSpPr>
        <p:spPr>
          <a:xfrm>
            <a:off x="457200" y="1411200"/>
            <a:ext cx="36036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  <p:custDataLst>
              <p:custData r:id="rId2"/>
            </p:custDataLst>
          </p:nvPr>
        </p:nvSpPr>
        <p:spPr>
          <a:xfrm>
            <a:off x="4298400" y="1411200"/>
            <a:ext cx="36036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3" hasCustomPrompt="1"/>
            <p:custDataLst>
              <p:custData r:id="rId3"/>
            </p:custDataLst>
          </p:nvPr>
        </p:nvSpPr>
        <p:spPr>
          <a:xfrm>
            <a:off x="8132400" y="1411200"/>
            <a:ext cx="36000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A872C0F-553C-FF87-B951-36138D0FF10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4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0E63CE-3F08-D7D1-9C89-3F65068DB8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7801D96-C5BA-7ACA-2A4B-5A077138922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FAAF1-9167-47F7-0D3F-29E25D9593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51364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 hasCustomPrompt="1"/>
            <p:custDataLst>
              <p:custData r:id="rId1"/>
            </p:custDataLst>
          </p:nvPr>
        </p:nvSpPr>
        <p:spPr>
          <a:xfrm>
            <a:off x="4572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  <p:custDataLst>
              <p:custData r:id="rId2"/>
            </p:custDataLst>
          </p:nvPr>
        </p:nvSpPr>
        <p:spPr>
          <a:xfrm>
            <a:off x="33408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 hasCustomPrompt="1"/>
            <p:custDataLst>
              <p:custData r:id="rId3"/>
            </p:custDataLst>
          </p:nvPr>
        </p:nvSpPr>
        <p:spPr>
          <a:xfrm>
            <a:off x="62136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  <p:custDataLst>
              <p:custData r:id="rId4"/>
            </p:custDataLst>
          </p:nvPr>
        </p:nvSpPr>
        <p:spPr>
          <a:xfrm>
            <a:off x="90936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E6927B-0694-0EBA-513B-68CAE3D6EF5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5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A2323E0-E727-5932-93D5-A9CAE6B47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4D80D-1D44-6836-8C39-E634810F05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EC5B58-8ED7-67BC-15A0-C369F1AF6B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09221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le">
            <a:extLst>
              <a:ext uri="{FF2B5EF4-FFF2-40B4-BE49-F238E27FC236}">
                <a16:creationId xmlns:a16="http://schemas.microsoft.com/office/drawing/2014/main" id="{87774E20-C39B-CC3C-CA86-73CF1D07D094}"/>
              </a:ext>
            </a:extLst>
          </p:cNvPr>
          <p:cNvSpPr/>
          <p:nvPr userDrawn="1">
            <p:custDataLst>
              <p:custData r:id="rId2"/>
            </p:custDataLst>
          </p:nvPr>
        </p:nvSpPr>
        <p:spPr>
          <a:xfrm rot="-5400000">
            <a:off x="3160709" y="3417460"/>
            <a:ext cx="5872894" cy="0"/>
          </a:xfrm>
          <a:prstGeom prst="line">
            <a:avLst/>
          </a:prstGeom>
          <a:noFill/>
          <a:ln w="12700">
            <a:solidFill>
              <a:schemeClr val="lt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051EDF5-F149-19BD-6BE8-19C6F6D8FA1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6217200" y="381600"/>
            <a:ext cx="5518800" cy="5904000"/>
          </a:xfrm>
        </p:spPr>
        <p:txBody>
          <a:bodyPr tIns="137160"/>
          <a:lstStyle>
            <a:lvl1pPr marL="342900" indent="-342900">
              <a:buFont typeface="+mj-lt"/>
              <a:buAutoNum type="arabicPeriod"/>
              <a:defRPr>
                <a:solidFill>
                  <a:schemeClr val="lt2"/>
                </a:solidFill>
              </a:defRPr>
            </a:lvl1pPr>
          </a:lstStyle>
          <a:p>
            <a:pPr lvl="0"/>
            <a:r>
              <a:rPr lang="en-US" dirty="0"/>
              <a:t>Click to add topic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73B62-3AC5-E42A-58D7-F381B96F8296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4"/>
            </p:custDataLst>
          </p:nvPr>
        </p:nvSpPr>
        <p:spPr>
          <a:xfrm>
            <a:off x="457200" y="381600"/>
            <a:ext cx="5518800" cy="5904000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lt2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4" name="ContentLogo_WHITE" descr="The Marsh McLennan company logo.">
            <a:extLst>
              <a:ext uri="{FF2B5EF4-FFF2-40B4-BE49-F238E27FC236}">
                <a16:creationId xmlns:a16="http://schemas.microsoft.com/office/drawing/2014/main" id="{03E95BE7-BB4A-4389-5353-C622671E2E2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7" name="ContentLogo_COLOUR" descr="The Marsh McLennan company logo." hidden="1">
            <a:extLst>
              <a:ext uri="{FF2B5EF4-FFF2-40B4-BE49-F238E27FC236}">
                <a16:creationId xmlns:a16="http://schemas.microsoft.com/office/drawing/2014/main" id="{0662EFE8-FE6D-2B77-E92F-D4A6090B40C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38616197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F761A1B-C4CA-BC05-524B-40620F1040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2"/>
            </p:custDataLst>
          </p:nvPr>
        </p:nvSpPr>
        <p:spPr>
          <a:xfrm>
            <a:off x="7412400" y="2493304"/>
            <a:ext cx="4322400" cy="5032017"/>
          </a:xfrm>
        </p:spPr>
        <p:txBody>
          <a:bodyPr anchor="b"/>
          <a:lstStyle>
            <a:lvl1pPr marL="0" indent="0" algn="r">
              <a:buNone/>
              <a:defRPr sz="24200" b="0" i="0">
                <a:solidFill>
                  <a:schemeClr val="dk1"/>
                </a:solidFill>
                <a:latin typeface="+mj-lt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2ED18453-854E-C783-5410-0CF0975ADEC1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>
          <a:xfrm>
            <a:off x="457200" y="381600"/>
            <a:ext cx="5752800" cy="5660246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dk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3" name="ContentLogo_WHITE" descr="The Marsh McLennan company logo." hidden="1">
            <a:extLst>
              <a:ext uri="{FF2B5EF4-FFF2-40B4-BE49-F238E27FC236}">
                <a16:creationId xmlns:a16="http://schemas.microsoft.com/office/drawing/2014/main" id="{79AF40ED-F69B-FA28-0159-018B96AD423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6" name="ContentLogo_COLOUR" descr="The Marsh McLennan company logo.">
            <a:extLst>
              <a:ext uri="{FF2B5EF4-FFF2-40B4-BE49-F238E27FC236}">
                <a16:creationId xmlns:a16="http://schemas.microsoft.com/office/drawing/2014/main" id="{225882D0-C6E7-6B46-DB4F-2E48603F2D3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6225723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ileRef" hidden="1">
            <a:extLst>
              <a:ext uri="{FF2B5EF4-FFF2-40B4-BE49-F238E27FC236}">
                <a16:creationId xmlns:a16="http://schemas.microsoft.com/office/drawing/2014/main" id="{09BA50B2-6484-EC4D-AF6E-8573FB70C5FE}"/>
              </a:ext>
            </a:extLst>
          </p:cNvPr>
          <p:cNvSpPr txBox="1"/>
          <p:nvPr userDrawn="1">
            <p:custDataLst>
              <p:custData r:id="rId2"/>
            </p:custDataLst>
          </p:nvPr>
        </p:nvSpPr>
        <p:spPr>
          <a:xfrm>
            <a:off x="6210000" y="5382000"/>
            <a:ext cx="5526000" cy="3960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indent="-457200" algn="r">
              <a:spcBef>
                <a:spcPts val="1800"/>
              </a:spcBef>
            </a:pPr>
            <a:r>
              <a:rPr lang="en-US" sz="800" dirty="0">
                <a:solidFill>
                  <a:schemeClr val="dk1"/>
                </a:solidFill>
              </a:rPr>
              <a:t>{</a:t>
            </a:r>
            <a:r>
              <a:rPr lang="en-US" sz="800" dirty="0" err="1">
                <a:solidFill>
                  <a:schemeClr val="dk1"/>
                </a:solidFill>
              </a:rPr>
              <a:t>FileRef</a:t>
            </a:r>
            <a:r>
              <a:rPr lang="en-US" sz="800" dirty="0">
                <a:solidFill>
                  <a:schemeClr val="dk1"/>
                </a:solidFill>
              </a:rPr>
              <a:t>}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9BC8DB0-975F-CCF8-758D-35DEB9A7693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3"/>
            </p:custDataLst>
          </p:nvPr>
        </p:nvSpPr>
        <p:spPr>
          <a:xfrm>
            <a:off x="457200" y="1411200"/>
            <a:ext cx="11278800" cy="416664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800">
                <a:solidFill>
                  <a:schemeClr val="dk1"/>
                </a:solidFill>
              </a:defRPr>
            </a:lvl1pPr>
          </a:lstStyle>
          <a:p>
            <a:pPr lvl="0"/>
            <a:r>
              <a:rPr lang="en-US" dirty="0"/>
              <a:t>Click to add optional disclaimer</a:t>
            </a:r>
          </a:p>
        </p:txBody>
      </p:sp>
      <p:sp>
        <p:nvSpPr>
          <p:cNvPr id="18" name="Purpose">
            <a:extLst>
              <a:ext uri="{FF2B5EF4-FFF2-40B4-BE49-F238E27FC236}">
                <a16:creationId xmlns:a16="http://schemas.microsoft.com/office/drawing/2014/main" id="{33265701-6D53-6A3D-4181-B4BB94559EC0}"/>
              </a:ext>
            </a:extLst>
          </p:cNvPr>
          <p:cNvSpPr/>
          <p:nvPr userDrawn="1">
            <p:custDataLst>
              <p:custData r:id="rId4"/>
            </p:custDataLst>
          </p:nvPr>
        </p:nvSpPr>
        <p:spPr>
          <a:xfrm>
            <a:off x="457200" y="6055200"/>
            <a:ext cx="11278800" cy="486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lang="en-US" sz="1100" dirty="0">
                <a:solidFill>
                  <a:schemeClr val="dk1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We are leaders in risk, strategy and people. One company, with four global businesses,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lang="en-US" sz="1100" dirty="0">
                <a:solidFill>
                  <a:schemeClr val="dk1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united by a shared purpose to build the confidence to thrive through the power of perspective.</a:t>
            </a:r>
            <a:endParaRPr lang="en-US" sz="1100" dirty="0">
              <a:solidFill>
                <a:schemeClr val="dk1"/>
              </a:solidFill>
              <a:latin typeface="+mn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E383406-A41F-86A0-6C9B-01677B288AC4}"/>
              </a:ext>
            </a:extLst>
          </p:cNvPr>
          <p:cNvSpPr txBox="1">
            <a:spLocks/>
          </p:cNvSpPr>
          <p:nvPr userDrawn="1">
            <p:custDataLst>
              <p:custData r:id="rId5"/>
            </p:custDataLst>
          </p:nvPr>
        </p:nvSpPr>
        <p:spPr>
          <a:xfrm>
            <a:off x="6210000" y="6602400"/>
            <a:ext cx="5526000" cy="123111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GB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dk1"/>
                </a:solidFill>
              </a:rPr>
              <a:t>Copyright © 2026 Marsh. All rights reserved.</a:t>
            </a:r>
          </a:p>
        </p:txBody>
      </p:sp>
      <p:pic>
        <p:nvPicPr>
          <p:cNvPr id="4" name="MainBackLogo_WHITE" descr="The Marsh McLennan company logo." hidden="1">
            <a:extLst>
              <a:ext uri="{FF2B5EF4-FFF2-40B4-BE49-F238E27FC236}">
                <a16:creationId xmlns:a16="http://schemas.microsoft.com/office/drawing/2014/main" id="{68F7F326-8C58-F6D6-904B-6F3B2314696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  <p:pic>
        <p:nvPicPr>
          <p:cNvPr id="7" name="MainBackLogo_COLOUR" descr="The Marsh McLennan company logo.">
            <a:extLst>
              <a:ext uri="{FF2B5EF4-FFF2-40B4-BE49-F238E27FC236}">
                <a16:creationId xmlns:a16="http://schemas.microsoft.com/office/drawing/2014/main" id="{19C616B0-6DDE-060A-48F9-8538E32FBD2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16899792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custData r:id="rId1"/>
            </p:custDataLst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DF66040D-6F20-4F4B-8995-856BEECD84BE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spcAft>
                <a:spcPts val="600"/>
              </a:spcAft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  <p:custDataLst>
              <p:custData r:id="rId2"/>
            </p:custDataLst>
          </p:nvPr>
        </p:nvSpPr>
        <p:spPr>
          <a:xfrm>
            <a:off x="485775" y="806400"/>
            <a:ext cx="11225025" cy="320400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13320572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custData r:id="rId1"/>
            </p:custDataLst>
          </p:nvPr>
        </p:nvSpPr>
        <p:spPr>
          <a:xfrm>
            <a:off x="464400" y="1411200"/>
            <a:ext cx="112716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DBFA167-EBBB-980F-D592-144B4E0B90D0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2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687A39-A1EB-59AA-2F79-DB2DEA0CF268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A0953-CC8E-69D0-A82A-0F0F688129B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132D5-5186-04AF-22B7-C3D719B1D91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933122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422D773-8B6D-F1F5-3CF3-45DA7390341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1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0397F5-0585-9339-EB8E-57E32F286930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7FE4-1591-FDD7-05F1-391927293F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A24-5C37-B6AA-ED00-F3B697F2C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275786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422D773-8B6D-F1F5-3CF3-45DA7390341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1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0397F5-0585-9339-EB8E-57E32F286930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7FE4-1591-FDD7-05F1-391927293F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A24-5C37-B6AA-ED00-F3B697F2C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104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422D773-8B6D-F1F5-3CF3-45DA7390341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1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0397F5-0585-9339-EB8E-57E32F286930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7FE4-1591-FDD7-05F1-391927293F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A24-5C37-B6AA-ED00-F3B697F2C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2" name="ContentLogo_WHITE" descr="The Marsh company logo.">
            <a:extLst>
              <a:ext uri="{FF2B5EF4-FFF2-40B4-BE49-F238E27FC236}">
                <a16:creationId xmlns:a16="http://schemas.microsoft.com/office/drawing/2014/main" id="{43134897-44F2-A21A-C99D-FD1E4D5645E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sp>
        <p:nvSpPr>
          <p:cNvPr id="7" name="Footer Rule">
            <a:extLst>
              <a:ext uri="{FF2B5EF4-FFF2-40B4-BE49-F238E27FC236}">
                <a16:creationId xmlns:a16="http://schemas.microsoft.com/office/drawing/2014/main" id="{513F2E8C-C8BE-3D3A-DE4B-EE557C728FC7}"/>
              </a:ext>
            </a:extLst>
          </p:cNvPr>
          <p:cNvSpPr/>
          <p:nvPr userDrawn="1">
            <p:custDataLst>
              <p:custData r:id="rId3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endParaRPr lang="en-US" sz="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67440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</p:custDataLst>
    <p:extLst>
      <p:ext uri="{BB962C8B-B14F-4D97-AF65-F5344CB8AC3E}">
        <p14:creationId xmlns:p14="http://schemas.microsoft.com/office/powerpoint/2010/main" val="191362209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  <p:custDataLst>
              <p:custData r:id="rId1"/>
            </p:custDataLst>
          </p:nvPr>
        </p:nvSpPr>
        <p:spPr>
          <a:xfrm>
            <a:off x="457200" y="1411200"/>
            <a:ext cx="55260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  <p:custDataLst>
              <p:custData r:id="rId2"/>
            </p:custDataLst>
          </p:nvPr>
        </p:nvSpPr>
        <p:spPr>
          <a:xfrm>
            <a:off x="6210000" y="1411200"/>
            <a:ext cx="55260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6F971F5-72C9-9FA0-D4FA-4115FF9C781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731A64-2BAC-4802-E868-A4A0D1BF1D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42892-5420-DC43-3EEF-D4BE29E2EC3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6714D-1946-3625-54D0-D09B477162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532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 hasCustomPrompt="1"/>
            <p:custDataLst>
              <p:custData r:id="rId1"/>
            </p:custDataLst>
          </p:nvPr>
        </p:nvSpPr>
        <p:spPr>
          <a:xfrm>
            <a:off x="457200" y="1411200"/>
            <a:ext cx="36036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  <p:custDataLst>
              <p:custData r:id="rId2"/>
            </p:custDataLst>
          </p:nvPr>
        </p:nvSpPr>
        <p:spPr>
          <a:xfrm>
            <a:off x="4298400" y="1411200"/>
            <a:ext cx="36036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3" hasCustomPrompt="1"/>
            <p:custDataLst>
              <p:custData r:id="rId3"/>
            </p:custDataLst>
          </p:nvPr>
        </p:nvSpPr>
        <p:spPr>
          <a:xfrm>
            <a:off x="8132400" y="1411200"/>
            <a:ext cx="36000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A872C0F-553C-FF87-B951-36138D0FF10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4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0E63CE-3F08-D7D1-9C89-3F65068DB8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7801D96-C5BA-7ACA-2A4B-5A077138922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FAAF1-9167-47F7-0D3F-29E25D9593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9983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 hasCustomPrompt="1"/>
            <p:custDataLst>
              <p:custData r:id="rId1"/>
            </p:custDataLst>
          </p:nvPr>
        </p:nvSpPr>
        <p:spPr>
          <a:xfrm>
            <a:off x="4572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  <p:custDataLst>
              <p:custData r:id="rId2"/>
            </p:custDataLst>
          </p:nvPr>
        </p:nvSpPr>
        <p:spPr>
          <a:xfrm>
            <a:off x="33408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 hasCustomPrompt="1"/>
            <p:custDataLst>
              <p:custData r:id="rId3"/>
            </p:custDataLst>
          </p:nvPr>
        </p:nvSpPr>
        <p:spPr>
          <a:xfrm>
            <a:off x="62136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  <p:custDataLst>
              <p:custData r:id="rId4"/>
            </p:custDataLst>
          </p:nvPr>
        </p:nvSpPr>
        <p:spPr>
          <a:xfrm>
            <a:off x="90936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E6927B-0694-0EBA-513B-68CAE3D6EF5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5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A2323E0-E727-5932-93D5-A9CAE6B47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4D80D-1D44-6836-8C39-E634810F05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EC5B58-8ED7-67BC-15A0-C369F1AF6B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827322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le">
            <a:extLst>
              <a:ext uri="{FF2B5EF4-FFF2-40B4-BE49-F238E27FC236}">
                <a16:creationId xmlns:a16="http://schemas.microsoft.com/office/drawing/2014/main" id="{87774E20-C39B-CC3C-CA86-73CF1D07D094}"/>
              </a:ext>
            </a:extLst>
          </p:cNvPr>
          <p:cNvSpPr/>
          <p:nvPr userDrawn="1">
            <p:custDataLst>
              <p:custData r:id="rId2"/>
            </p:custDataLst>
          </p:nvPr>
        </p:nvSpPr>
        <p:spPr>
          <a:xfrm rot="-5400000">
            <a:off x="3160709" y="3417460"/>
            <a:ext cx="5872894" cy="0"/>
          </a:xfrm>
          <a:prstGeom prst="line">
            <a:avLst/>
          </a:prstGeom>
          <a:noFill/>
          <a:ln w="12700">
            <a:solidFill>
              <a:schemeClr val="lt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051EDF5-F149-19BD-6BE8-19C6F6D8FA1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6217200" y="381600"/>
            <a:ext cx="5518800" cy="5904000"/>
          </a:xfrm>
        </p:spPr>
        <p:txBody>
          <a:bodyPr tIns="137160"/>
          <a:lstStyle>
            <a:lvl1pPr marL="342900" indent="-342900">
              <a:buFont typeface="+mj-lt"/>
              <a:buAutoNum type="arabicPeriod"/>
              <a:defRPr>
                <a:solidFill>
                  <a:schemeClr val="lt2"/>
                </a:solidFill>
              </a:defRPr>
            </a:lvl1pPr>
          </a:lstStyle>
          <a:p>
            <a:pPr lvl="0"/>
            <a:r>
              <a:rPr lang="en-GB"/>
              <a:t>Click to add topic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73B62-3AC5-E42A-58D7-F381B96F8296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4"/>
            </p:custDataLst>
          </p:nvPr>
        </p:nvSpPr>
        <p:spPr>
          <a:xfrm>
            <a:off x="457200" y="381600"/>
            <a:ext cx="5518800" cy="5904000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lt2"/>
                </a:solidFill>
                <a:latin typeface="+mj-lt"/>
              </a:defRPr>
            </a:lvl1pPr>
          </a:lstStyle>
          <a:p>
            <a:r>
              <a:rPr lang="en-GB"/>
              <a:t>Agenda</a:t>
            </a:r>
            <a:endParaRPr lang="en-GB" dirty="0"/>
          </a:p>
        </p:txBody>
      </p:sp>
      <p:pic>
        <p:nvPicPr>
          <p:cNvPr id="4" name="ContentLogo_WHITE" descr="The Marsh company logo.">
            <a:extLst>
              <a:ext uri="{FF2B5EF4-FFF2-40B4-BE49-F238E27FC236}">
                <a16:creationId xmlns:a16="http://schemas.microsoft.com/office/drawing/2014/main" id="{2ACFC72D-FFC9-78E3-84AB-F1C8536D1B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7" name="ContentLogo_COLOUR" descr="The Marsh company logo." hidden="1">
            <a:extLst>
              <a:ext uri="{FF2B5EF4-FFF2-40B4-BE49-F238E27FC236}">
                <a16:creationId xmlns:a16="http://schemas.microsoft.com/office/drawing/2014/main" id="{3DEF2412-E800-7AF2-1395-3B6E9AC4C30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115648469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F761A1B-C4CA-BC05-524B-40620F1040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2"/>
            </p:custDataLst>
          </p:nvPr>
        </p:nvSpPr>
        <p:spPr>
          <a:xfrm>
            <a:off x="7412400" y="2493304"/>
            <a:ext cx="4322400" cy="5032017"/>
          </a:xfrm>
        </p:spPr>
        <p:txBody>
          <a:bodyPr anchor="b"/>
          <a:lstStyle>
            <a:lvl1pPr marL="0" indent="0" algn="r">
              <a:buNone/>
              <a:defRPr sz="24200" b="0" i="0">
                <a:solidFill>
                  <a:schemeClr val="dk1"/>
                </a:solidFill>
                <a:latin typeface="+mj-lt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#</a:t>
            </a:r>
            <a:endParaRPr lang="en-GB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2ED18453-854E-C783-5410-0CF0975ADEC1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>
          <a:xfrm>
            <a:off x="457200" y="381600"/>
            <a:ext cx="5752800" cy="5660246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dk1"/>
                </a:solidFill>
                <a:latin typeface="+mj-lt"/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pic>
        <p:nvPicPr>
          <p:cNvPr id="3" name="ContentLogo_WHITE" descr="The Marsh company logo." hidden="1">
            <a:extLst>
              <a:ext uri="{FF2B5EF4-FFF2-40B4-BE49-F238E27FC236}">
                <a16:creationId xmlns:a16="http://schemas.microsoft.com/office/drawing/2014/main" id="{277F74E9-E97F-0B16-B43A-539AA052535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6" name="ContentLogo_COLOUR" descr="The Marsh company logo.">
            <a:extLst>
              <a:ext uri="{FF2B5EF4-FFF2-40B4-BE49-F238E27FC236}">
                <a16:creationId xmlns:a16="http://schemas.microsoft.com/office/drawing/2014/main" id="{212F0F0C-AFD0-FA73-F163-E215BD42B99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157459425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F761A1B-C4CA-BC05-524B-40620F1040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2"/>
            </p:custDataLst>
          </p:nvPr>
        </p:nvSpPr>
        <p:spPr>
          <a:xfrm>
            <a:off x="7412400" y="2493304"/>
            <a:ext cx="4322400" cy="5032017"/>
          </a:xfrm>
        </p:spPr>
        <p:txBody>
          <a:bodyPr anchor="b"/>
          <a:lstStyle>
            <a:lvl1pPr marL="0" indent="0" algn="r">
              <a:buNone/>
              <a:defRPr sz="24200" b="0" i="0">
                <a:solidFill>
                  <a:schemeClr val="bg2"/>
                </a:solidFill>
                <a:latin typeface="+mj-lt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#</a:t>
            </a:r>
            <a:endParaRPr lang="en-GB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2ED18453-854E-C783-5410-0CF0975ADEC1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>
          <a:xfrm>
            <a:off x="457200" y="381600"/>
            <a:ext cx="5752800" cy="5660246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pic>
        <p:nvPicPr>
          <p:cNvPr id="3" name="ContentLogo_WHITE" descr="The Marsh company logo." hidden="1">
            <a:extLst>
              <a:ext uri="{FF2B5EF4-FFF2-40B4-BE49-F238E27FC236}">
                <a16:creationId xmlns:a16="http://schemas.microsoft.com/office/drawing/2014/main" id="{277F74E9-E97F-0B16-B43A-539AA052535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7" name="ContentLogo_WHITE" descr="The Marsh company logo.">
            <a:extLst>
              <a:ext uri="{FF2B5EF4-FFF2-40B4-BE49-F238E27FC236}">
                <a16:creationId xmlns:a16="http://schemas.microsoft.com/office/drawing/2014/main" id="{EB674FAE-8A92-2342-525F-571E1B5CE89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invGray">
          <a:xfrm>
            <a:off x="459125" y="6528318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179701145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ileRef" hidden="1">
            <a:extLst>
              <a:ext uri="{FF2B5EF4-FFF2-40B4-BE49-F238E27FC236}">
                <a16:creationId xmlns:a16="http://schemas.microsoft.com/office/drawing/2014/main" id="{09BA50B2-6484-EC4D-AF6E-8573FB70C5FE}"/>
              </a:ext>
            </a:extLst>
          </p:cNvPr>
          <p:cNvSpPr txBox="1"/>
          <p:nvPr userDrawn="1">
            <p:custDataLst>
              <p:custData r:id="rId2"/>
            </p:custDataLst>
          </p:nvPr>
        </p:nvSpPr>
        <p:spPr>
          <a:xfrm>
            <a:off x="6210000" y="5382000"/>
            <a:ext cx="5526000" cy="3960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indent="-457200" algn="r">
              <a:spcBef>
                <a:spcPts val="1800"/>
              </a:spcBef>
            </a:pPr>
            <a:r>
              <a:rPr lang="en-GB" sz="800">
                <a:solidFill>
                  <a:schemeClr val="dk1"/>
                </a:solidFill>
              </a:rPr>
              <a:t>{FileRef}</a:t>
            </a:r>
            <a:endParaRPr lang="en-GB" sz="800" dirty="0">
              <a:solidFill>
                <a:schemeClr val="dk1"/>
              </a:solidFill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9BC8DB0-975F-CCF8-758D-35DEB9A7693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3"/>
            </p:custDataLst>
          </p:nvPr>
        </p:nvSpPr>
        <p:spPr>
          <a:xfrm>
            <a:off x="457200" y="1411200"/>
            <a:ext cx="11278800" cy="416664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800"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/>
              <a:t>optional disclaimer</a:t>
            </a:r>
            <a:endParaRPr lang="en-GB" dirty="0"/>
          </a:p>
        </p:txBody>
      </p:sp>
      <p:sp>
        <p:nvSpPr>
          <p:cNvPr id="18" name="Purpose">
            <a:extLst>
              <a:ext uri="{FF2B5EF4-FFF2-40B4-BE49-F238E27FC236}">
                <a16:creationId xmlns:a16="http://schemas.microsoft.com/office/drawing/2014/main" id="{33265701-6D53-6A3D-4181-B4BB94559EC0}"/>
              </a:ext>
            </a:extLst>
          </p:cNvPr>
          <p:cNvSpPr/>
          <p:nvPr userDrawn="1">
            <p:custDataLst>
              <p:custData r:id="rId4"/>
            </p:custDataLst>
          </p:nvPr>
        </p:nvSpPr>
        <p:spPr>
          <a:xfrm>
            <a:off x="457200" y="6055200"/>
            <a:ext cx="11278800" cy="486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lang="en-GB" sz="1100" dirty="0">
                <a:solidFill>
                  <a:schemeClr val="dk1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We are leaders in risk, strategy and people. One company, with four global businesses,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lang="en-GB" sz="1100" dirty="0">
                <a:solidFill>
                  <a:schemeClr val="dk1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united by a shared purpose to build the confidence to thrive through the power of </a:t>
            </a:r>
            <a:r>
              <a:rPr lang="en-GB" sz="1100">
                <a:solidFill>
                  <a:schemeClr val="dk1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perspective.</a:t>
            </a:r>
            <a:endParaRPr lang="en-GB" sz="1100" dirty="0">
              <a:solidFill>
                <a:schemeClr val="dk1"/>
              </a:solidFill>
              <a:latin typeface="+mn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E383406-A41F-86A0-6C9B-01677B288AC4}"/>
              </a:ext>
            </a:extLst>
          </p:cNvPr>
          <p:cNvSpPr txBox="1">
            <a:spLocks/>
          </p:cNvSpPr>
          <p:nvPr userDrawn="1">
            <p:custDataLst>
              <p:custData r:id="rId5"/>
            </p:custDataLst>
          </p:nvPr>
        </p:nvSpPr>
        <p:spPr>
          <a:xfrm>
            <a:off x="6210000" y="6602400"/>
            <a:ext cx="5526000" cy="123111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GB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dirty="0">
                <a:solidFill>
                  <a:schemeClr val="dk1"/>
                </a:solidFill>
              </a:rPr>
              <a:t>© 2026 Marsh. All rights </a:t>
            </a:r>
            <a:r>
              <a:rPr lang="en-GB" sz="700">
                <a:solidFill>
                  <a:schemeClr val="dk1"/>
                </a:solidFill>
              </a:rPr>
              <a:t>reserved.</a:t>
            </a:r>
            <a:endParaRPr lang="en-GB" sz="700" dirty="0">
              <a:solidFill>
                <a:schemeClr val="dk1"/>
              </a:solidFill>
            </a:endParaRPr>
          </a:p>
        </p:txBody>
      </p:sp>
      <p:pic>
        <p:nvPicPr>
          <p:cNvPr id="4" name="MainBackLogo_WHITE" descr="The Marsh company logo." hidden="1">
            <a:extLst>
              <a:ext uri="{FF2B5EF4-FFF2-40B4-BE49-F238E27FC236}">
                <a16:creationId xmlns:a16="http://schemas.microsoft.com/office/drawing/2014/main" id="{4E18AFF6-2424-0EED-B7CD-652B0772825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  <p:pic>
        <p:nvPicPr>
          <p:cNvPr id="7" name="MainBackLogo_COLOUR" descr="The Marsh company logo.">
            <a:extLst>
              <a:ext uri="{FF2B5EF4-FFF2-40B4-BE49-F238E27FC236}">
                <a16:creationId xmlns:a16="http://schemas.microsoft.com/office/drawing/2014/main" id="{C24623C5-8BFB-6479-7AA6-6E1A909E34D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217813584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and 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6D126-5D0C-457E-2032-01FFB84E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Corporate OKR Workstream - 2026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691BC0-807D-55B0-9E19-E1571D39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4E18-2673-4E8C-9F04-16550C66BF79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745A7D-DFD9-1743-EE1E-F6B63F22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39750"/>
            <a:ext cx="11112250" cy="59093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7BE5A0-CE48-9337-6A94-63451D6111B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39749" y="2150068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F2D86A0-B087-45B5-BEEF-88FEFD4C61E6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6430663" y="2150068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0E4AD22-4861-754C-ADBB-214C99FA0F0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9400" y="1747778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2A2AEAC-C61F-14D8-E1BC-0153D1AD9DA0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39749" y="1080294"/>
            <a:ext cx="11110914" cy="402291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2000" b="0"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B846097-0A99-8BDC-ECC9-E74E29866FE1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430663" y="1747778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E8A07C9-A068-3F06-E683-AF0AC56A3606}"/>
              </a:ext>
            </a:extLst>
          </p:cNvPr>
          <p:cNvSpPr>
            <a:spLocks noGrp="1"/>
          </p:cNvSpPr>
          <p:nvPr>
            <p:ph idx="36"/>
          </p:nvPr>
        </p:nvSpPr>
        <p:spPr>
          <a:xfrm>
            <a:off x="539749" y="4438320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32F936F-E42A-0504-C420-5D0E78901263}"/>
              </a:ext>
            </a:extLst>
          </p:cNvPr>
          <p:cNvSpPr>
            <a:spLocks noGrp="1"/>
          </p:cNvSpPr>
          <p:nvPr>
            <p:ph idx="37"/>
          </p:nvPr>
        </p:nvSpPr>
        <p:spPr>
          <a:xfrm>
            <a:off x="6430663" y="4438320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4CCB450-3F35-5D03-F29A-575C3BF4D535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39400" y="4036030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9E366B4-DFEA-DD32-F368-4A7EC86832B7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6430663" y="4036030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870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 and Four Conten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6D126-5D0C-457E-2032-01FFB84E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AU"/>
              <a:t>Corporate OKR Workstream - 2026</a:t>
            </a:r>
            <a:endParaRPr lang="en-AU" dirty="0">
              <a:solidFill>
                <a:schemeClr val="bg2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691BC0-807D-55B0-9E19-E1571D39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C704E18-2673-4E8C-9F04-16550C66BF79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745A7D-DFD9-1743-EE1E-F6B63F22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39750"/>
            <a:ext cx="11112250" cy="59093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7BE5A0-CE48-9337-6A94-63451D6111B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39749" y="2150068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F2D86A0-B087-45B5-BEEF-88FEFD4C61E6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6430663" y="2150068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0E4AD22-4861-754C-ADBB-214C99FA0F0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9400" y="1747778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2A2AEAC-C61F-14D8-E1BC-0153D1AD9DA0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39749" y="1080294"/>
            <a:ext cx="11110914" cy="402291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B846097-0A99-8BDC-ECC9-E74E29866FE1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430663" y="1747778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E8A07C9-A068-3F06-E683-AF0AC56A3606}"/>
              </a:ext>
            </a:extLst>
          </p:cNvPr>
          <p:cNvSpPr>
            <a:spLocks noGrp="1"/>
          </p:cNvSpPr>
          <p:nvPr>
            <p:ph idx="36"/>
          </p:nvPr>
        </p:nvSpPr>
        <p:spPr>
          <a:xfrm>
            <a:off x="539749" y="4438320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32F936F-E42A-0504-C420-5D0E78901263}"/>
              </a:ext>
            </a:extLst>
          </p:cNvPr>
          <p:cNvSpPr>
            <a:spLocks noGrp="1"/>
          </p:cNvSpPr>
          <p:nvPr>
            <p:ph idx="37"/>
          </p:nvPr>
        </p:nvSpPr>
        <p:spPr>
          <a:xfrm>
            <a:off x="6430663" y="4438320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4CCB450-3F35-5D03-F29A-575C3BF4D535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39400" y="4036030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9E366B4-DFEA-DD32-F368-4A7EC86832B7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6430663" y="4036030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Rule">
            <a:extLst>
              <a:ext uri="{FF2B5EF4-FFF2-40B4-BE49-F238E27FC236}">
                <a16:creationId xmlns:a16="http://schemas.microsoft.com/office/drawing/2014/main" id="{0E266BE7-C624-3987-CE4C-8F1482395EF8}"/>
              </a:ext>
            </a:extLst>
          </p:cNvPr>
          <p:cNvSpPr/>
          <p:nvPr userDrawn="1">
            <p:custDataLst>
              <p:custData r:id="rId1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endParaRPr lang="en-US" sz="700">
              <a:solidFill>
                <a:schemeClr val="tx1"/>
              </a:solidFill>
            </a:endParaRPr>
          </a:p>
        </p:txBody>
      </p:sp>
      <p:pic>
        <p:nvPicPr>
          <p:cNvPr id="4" name="ContentLogo_WHITE" descr="The Marsh company logo.">
            <a:extLst>
              <a:ext uri="{FF2B5EF4-FFF2-40B4-BE49-F238E27FC236}">
                <a16:creationId xmlns:a16="http://schemas.microsoft.com/office/drawing/2014/main" id="{B7F8D196-86F9-F4CF-9F8A-35FAA92A75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7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3065FBC-B738-C54B-9BC4-18152E8240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3065FBC-B738-C54B-9BC4-18152E824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3D6335A-B440-264A-ADCF-510226FDCEF3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210301" y="6388100"/>
            <a:ext cx="4546600" cy="247650"/>
          </a:xfrm>
        </p:spPr>
        <p:txBody>
          <a:bodyPr anchor="b"/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add a footnote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4D9E00-BE79-044E-880B-B336004BB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55601"/>
            <a:ext cx="11252199" cy="495299"/>
          </a:xfrm>
        </p:spPr>
        <p:txBody>
          <a:bodyPr vert="horz"/>
          <a:lstStyle/>
          <a:p>
            <a:r>
              <a:rPr lang="en-US" dirty="0"/>
              <a:t>Click to add 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3740D47-97C5-7046-A0ED-2FDCEE545EC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85776" y="806807"/>
            <a:ext cx="11223624" cy="318476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61826744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ody copy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A5FA82-2327-CDEB-B9F8-3B599F0FE9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38" y="5793009"/>
            <a:ext cx="11016269" cy="1063548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707011" y="1225966"/>
            <a:ext cx="10291427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559838" y="65991"/>
            <a:ext cx="11632162" cy="117308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QBE Sans SemiBold" panose="020B0503020203020204" pitchFamily="34" charset="77"/>
                <a:cs typeface="QBE Sans SemiBold" panose="020B0503020203020204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8" name="Footer Placeholder 7">
            <a:extLst>
              <a:ext uri="{FF2B5EF4-FFF2-40B4-BE49-F238E27FC236}">
                <a16:creationId xmlns:a16="http://schemas.microsoft.com/office/drawing/2014/main" id="{26AE08AA-DF60-0048-8D42-11D77C1D5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12998" y="6440147"/>
            <a:ext cx="8982789" cy="180391"/>
          </a:xfrm>
        </p:spPr>
        <p:txBody>
          <a:bodyPr/>
          <a:lstStyle>
            <a:lvl1pPr>
              <a:lnSpc>
                <a:spcPct val="100000"/>
              </a:lnSpc>
              <a:defRPr sz="900">
                <a:solidFill>
                  <a:schemeClr val="tx1"/>
                </a:solidFill>
                <a:latin typeface="QBE Sans" panose="020B0503020203020204" pitchFamily="34" charset="77"/>
                <a:cs typeface="QBE Sans" panose="020B0503020203020204" pitchFamily="34" charset="77"/>
              </a:defRPr>
            </a:lvl1pPr>
          </a:lstStyle>
          <a:p>
            <a:pPr>
              <a:buClr>
                <a:schemeClr val="accent1"/>
              </a:buClr>
            </a:pPr>
            <a:r>
              <a:rPr lang="en-GB"/>
              <a:t>QBE Europe - Our Cyber Offering</a:t>
            </a:r>
            <a:endParaRPr lang="en-AU" b="1"/>
          </a:p>
        </p:txBody>
      </p:sp>
      <p:sp>
        <p:nvSpPr>
          <p:cNvPr id="19" name="Slide Number Placeholder 16">
            <a:extLst>
              <a:ext uri="{FF2B5EF4-FFF2-40B4-BE49-F238E27FC236}">
                <a16:creationId xmlns:a16="http://schemas.microsoft.com/office/drawing/2014/main" id="{84C2FE78-6E15-7A41-89FE-E70A8318EE79}"/>
              </a:ext>
            </a:extLst>
          </p:cNvPr>
          <p:cNvSpPr txBox="1">
            <a:spLocks/>
          </p:cNvSpPr>
          <p:nvPr userDrawn="1"/>
        </p:nvSpPr>
        <p:spPr>
          <a:xfrm>
            <a:off x="11317360" y="6427705"/>
            <a:ext cx="430763" cy="192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rgbClr val="002060"/>
                </a:solidFill>
                <a:latin typeface="Stag Book" panose="02000503060000020004" pitchFamily="50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89621-79B8-47EC-AA71-EA1610D8CF24}" type="slidenum">
              <a:rPr lang="en-AU" smtClean="0">
                <a:solidFill>
                  <a:schemeClr val="tx1"/>
                </a:solidFill>
                <a:latin typeface="QBE Sans" panose="020B0503020203020204" pitchFamily="34" charset="77"/>
                <a:cs typeface="QBE Sans" panose="020B0503020203020204" pitchFamily="34" charset="77"/>
              </a:rPr>
              <a:pPr/>
              <a:t>‹#›</a:t>
            </a:fld>
            <a:endParaRPr lang="en-AU">
              <a:solidFill>
                <a:schemeClr val="tx1"/>
              </a:solidFill>
              <a:latin typeface="QBE Sans" panose="020B0503020203020204" pitchFamily="34" charset="77"/>
              <a:cs typeface="QBE Sans" panose="020B0503020203020204" pitchFamily="34" charset="77"/>
            </a:endParaRP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A9C3978-E594-C9A9-8F11-98DFEEB818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38" y="6269634"/>
            <a:ext cx="666534" cy="3044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A06529D-EF51-B2AB-35FA-6F0A855F5040}"/>
              </a:ext>
            </a:extLst>
          </p:cNvPr>
          <p:cNvSpPr/>
          <p:nvPr userDrawn="1"/>
        </p:nvSpPr>
        <p:spPr>
          <a:xfrm>
            <a:off x="0" y="0"/>
            <a:ext cx="1613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D4D65-A8D3-3452-058B-3699C94FB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401353"/>
            <a:ext cx="11188285" cy="5530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0" i="0">
                <a:latin typeface="QBE Sans" panose="020B0503020203020204" pitchFamily="34" charset="77"/>
                <a:cs typeface="QBE Sans" panose="020B0503020203020204" pitchFamily="34" charset="77"/>
              </a:defRPr>
            </a:lvl1pPr>
            <a:lvl2pPr>
              <a:defRPr sz="2000">
                <a:latin typeface="Stag Medium" panose="02000603060000020004" pitchFamily="50" charset="0"/>
              </a:defRPr>
            </a:lvl2pPr>
            <a:lvl3pPr>
              <a:defRPr sz="1800">
                <a:latin typeface="Stag Medium" panose="02000603060000020004" pitchFamily="50" charset="0"/>
              </a:defRPr>
            </a:lvl3pPr>
            <a:lvl4pPr>
              <a:defRPr>
                <a:latin typeface="Stag Medium" panose="02000603060000020004" pitchFamily="50" charset="0"/>
              </a:defRPr>
            </a:lvl4pPr>
            <a:lvl5pPr>
              <a:defRPr>
                <a:latin typeface="Stag Medium" panose="0200060306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35E2EE-6E33-42C3-16B8-33D8FCC0D21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59838" y="2001011"/>
            <a:ext cx="11188284" cy="3730482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 b="0" i="0">
                <a:latin typeface="QBE Sans" panose="020B0503020203020204" pitchFamily="34" charset="77"/>
                <a:cs typeface="QBE Sans" panose="020B0503020203020204" pitchFamily="34" charset="77"/>
              </a:defRPr>
            </a:lvl1pPr>
            <a:lvl2pPr>
              <a:defRPr sz="2000">
                <a:latin typeface="Stag Medium" panose="02000603060000020004" pitchFamily="50" charset="0"/>
              </a:defRPr>
            </a:lvl2pPr>
            <a:lvl3pPr>
              <a:defRPr sz="1800">
                <a:latin typeface="Stag Medium" panose="02000603060000020004" pitchFamily="50" charset="0"/>
              </a:defRPr>
            </a:lvl3pPr>
            <a:lvl4pPr>
              <a:defRPr>
                <a:latin typeface="Stag Medium" panose="02000603060000020004" pitchFamily="50" charset="0"/>
              </a:defRPr>
            </a:lvl4pPr>
            <a:lvl5pPr>
              <a:defRPr>
                <a:latin typeface="Stag Medium" panose="0200060306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886581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custData r:id="rId1"/>
            </p:custDataLst>
          </p:nvPr>
        </p:nvSpPr>
        <p:spPr/>
        <p:txBody>
          <a:bodyPr/>
          <a:lstStyle/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custData r:id="rId2"/>
            </p:custDataLst>
          </p:nvPr>
        </p:nvSpPr>
        <p:spPr/>
        <p:txBody>
          <a:bodyPr/>
          <a:lstStyle/>
          <a:p>
            <a:pPr lvl="0"/>
            <a:r>
              <a:rPr lang="en-GB"/>
              <a:t>Click to add text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DF66040D-6F20-4F4B-8995-856BEECD84BE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spcAft>
                <a:spcPts val="600"/>
              </a:spcAft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485776" y="806400"/>
            <a:ext cx="11226800" cy="320400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81219661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custData r:id="rId1"/>
            </p:custDataLst>
          </p:nvPr>
        </p:nvSpPr>
        <p:spPr>
          <a:xfrm>
            <a:off x="464400" y="1411200"/>
            <a:ext cx="112716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DBFA167-EBBB-980F-D592-144B4E0B90D0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2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687A39-A1EB-59AA-2F79-DB2DEA0CF268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A0953-CC8E-69D0-A82A-0F0F688129B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132D5-5186-04AF-22B7-C3D719B1D91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011483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422D773-8B6D-F1F5-3CF3-45DA7390341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1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0397F5-0585-9339-EB8E-57E32F286930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7FE4-1591-FDD7-05F1-391927293F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A24-5C37-B6AA-ED00-F3B697F2C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318167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422D773-8B6D-F1F5-3CF3-45DA7390341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1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0397F5-0585-9339-EB8E-57E32F286930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7FE4-1591-FDD7-05F1-391927293F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A24-5C37-B6AA-ED00-F3B697F2C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83155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422D773-8B6D-F1F5-3CF3-45DA7390341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1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0397F5-0585-9339-EB8E-57E32F286930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7FE4-1591-FDD7-05F1-391927293F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A24-5C37-B6AA-ED00-F3B697F2C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2" name="ContentLogo_WHITE" descr="The Marsh company logo.">
            <a:extLst>
              <a:ext uri="{FF2B5EF4-FFF2-40B4-BE49-F238E27FC236}">
                <a16:creationId xmlns:a16="http://schemas.microsoft.com/office/drawing/2014/main" id="{43134897-44F2-A21A-C99D-FD1E4D5645E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sp>
        <p:nvSpPr>
          <p:cNvPr id="7" name="Footer Rule">
            <a:extLst>
              <a:ext uri="{FF2B5EF4-FFF2-40B4-BE49-F238E27FC236}">
                <a16:creationId xmlns:a16="http://schemas.microsoft.com/office/drawing/2014/main" id="{513F2E8C-C8BE-3D3A-DE4B-EE557C728FC7}"/>
              </a:ext>
            </a:extLst>
          </p:cNvPr>
          <p:cNvSpPr/>
          <p:nvPr userDrawn="1">
            <p:custDataLst>
              <p:custData r:id="rId3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endParaRPr lang="en-US" sz="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47810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</p:custDataLst>
    <p:extLst>
      <p:ext uri="{BB962C8B-B14F-4D97-AF65-F5344CB8AC3E}">
        <p14:creationId xmlns:p14="http://schemas.microsoft.com/office/powerpoint/2010/main" val="276835751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  <p:custDataLst>
              <p:custData r:id="rId1"/>
            </p:custDataLst>
          </p:nvPr>
        </p:nvSpPr>
        <p:spPr>
          <a:xfrm>
            <a:off x="457200" y="1411200"/>
            <a:ext cx="55260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  <p:custDataLst>
              <p:custData r:id="rId2"/>
            </p:custDataLst>
          </p:nvPr>
        </p:nvSpPr>
        <p:spPr>
          <a:xfrm>
            <a:off x="6210000" y="1411200"/>
            <a:ext cx="55260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6F971F5-72C9-9FA0-D4FA-4115FF9C781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731A64-2BAC-4802-E868-A4A0D1BF1D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42892-5420-DC43-3EEF-D4BE29E2EC3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6714D-1946-3625-54D0-D09B477162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9213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 hasCustomPrompt="1"/>
            <p:custDataLst>
              <p:custData r:id="rId1"/>
            </p:custDataLst>
          </p:nvPr>
        </p:nvSpPr>
        <p:spPr>
          <a:xfrm>
            <a:off x="457200" y="1411200"/>
            <a:ext cx="36036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  <p:custDataLst>
              <p:custData r:id="rId2"/>
            </p:custDataLst>
          </p:nvPr>
        </p:nvSpPr>
        <p:spPr>
          <a:xfrm>
            <a:off x="4298400" y="1411200"/>
            <a:ext cx="36036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3" hasCustomPrompt="1"/>
            <p:custDataLst>
              <p:custData r:id="rId3"/>
            </p:custDataLst>
          </p:nvPr>
        </p:nvSpPr>
        <p:spPr>
          <a:xfrm>
            <a:off x="8132400" y="1411200"/>
            <a:ext cx="36000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A872C0F-553C-FF87-B951-36138D0FF10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4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0E63CE-3F08-D7D1-9C89-3F65068DB8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7801D96-C5BA-7ACA-2A4B-5A077138922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FAAF1-9167-47F7-0D3F-29E25D9593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094496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 hasCustomPrompt="1"/>
            <p:custDataLst>
              <p:custData r:id="rId1"/>
            </p:custDataLst>
          </p:nvPr>
        </p:nvSpPr>
        <p:spPr>
          <a:xfrm>
            <a:off x="4572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  <p:custDataLst>
              <p:custData r:id="rId2"/>
            </p:custDataLst>
          </p:nvPr>
        </p:nvSpPr>
        <p:spPr>
          <a:xfrm>
            <a:off x="33408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 hasCustomPrompt="1"/>
            <p:custDataLst>
              <p:custData r:id="rId3"/>
            </p:custDataLst>
          </p:nvPr>
        </p:nvSpPr>
        <p:spPr>
          <a:xfrm>
            <a:off x="62136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  <p:custDataLst>
              <p:custData r:id="rId4"/>
            </p:custDataLst>
          </p:nvPr>
        </p:nvSpPr>
        <p:spPr>
          <a:xfrm>
            <a:off x="90936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E6927B-0694-0EBA-513B-68CAE3D6EF5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5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A2323E0-E727-5932-93D5-A9CAE6B47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4D80D-1D44-6836-8C39-E634810F05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EC5B58-8ED7-67BC-15A0-C369F1AF6B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29981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le">
            <a:extLst>
              <a:ext uri="{FF2B5EF4-FFF2-40B4-BE49-F238E27FC236}">
                <a16:creationId xmlns:a16="http://schemas.microsoft.com/office/drawing/2014/main" id="{87774E20-C39B-CC3C-CA86-73CF1D07D094}"/>
              </a:ext>
            </a:extLst>
          </p:cNvPr>
          <p:cNvSpPr/>
          <p:nvPr userDrawn="1">
            <p:custDataLst>
              <p:custData r:id="rId2"/>
            </p:custDataLst>
          </p:nvPr>
        </p:nvSpPr>
        <p:spPr>
          <a:xfrm rot="-5400000">
            <a:off x="3160709" y="3417460"/>
            <a:ext cx="5872894" cy="0"/>
          </a:xfrm>
          <a:prstGeom prst="line">
            <a:avLst/>
          </a:prstGeom>
          <a:noFill/>
          <a:ln w="12700">
            <a:solidFill>
              <a:schemeClr val="lt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051EDF5-F149-19BD-6BE8-19C6F6D8FA1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6217200" y="381600"/>
            <a:ext cx="5518800" cy="5904000"/>
          </a:xfrm>
        </p:spPr>
        <p:txBody>
          <a:bodyPr tIns="137160"/>
          <a:lstStyle>
            <a:lvl1pPr marL="342900" indent="-342900">
              <a:buFont typeface="+mj-lt"/>
              <a:buAutoNum type="arabicPeriod"/>
              <a:defRPr>
                <a:solidFill>
                  <a:schemeClr val="lt2"/>
                </a:solidFill>
              </a:defRPr>
            </a:lvl1pPr>
          </a:lstStyle>
          <a:p>
            <a:pPr lvl="0"/>
            <a:r>
              <a:rPr lang="en-GB"/>
              <a:t>Click to add topic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73B62-3AC5-E42A-58D7-F381B96F8296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4"/>
            </p:custDataLst>
          </p:nvPr>
        </p:nvSpPr>
        <p:spPr>
          <a:xfrm>
            <a:off x="457200" y="381600"/>
            <a:ext cx="5518800" cy="5904000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lt2"/>
                </a:solidFill>
                <a:latin typeface="+mj-lt"/>
              </a:defRPr>
            </a:lvl1pPr>
          </a:lstStyle>
          <a:p>
            <a:r>
              <a:rPr lang="en-GB"/>
              <a:t>Agenda</a:t>
            </a:r>
            <a:endParaRPr lang="en-GB" dirty="0"/>
          </a:p>
        </p:txBody>
      </p:sp>
      <p:pic>
        <p:nvPicPr>
          <p:cNvPr id="4" name="ContentLogo_WHITE" descr="The Marsh company logo.">
            <a:extLst>
              <a:ext uri="{FF2B5EF4-FFF2-40B4-BE49-F238E27FC236}">
                <a16:creationId xmlns:a16="http://schemas.microsoft.com/office/drawing/2014/main" id="{2ACFC72D-FFC9-78E3-84AB-F1C8536D1B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7" name="ContentLogo_COLOUR" descr="The Marsh company logo." hidden="1">
            <a:extLst>
              <a:ext uri="{FF2B5EF4-FFF2-40B4-BE49-F238E27FC236}">
                <a16:creationId xmlns:a16="http://schemas.microsoft.com/office/drawing/2014/main" id="{3DEF2412-E800-7AF2-1395-3B6E9AC4C30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292365946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F761A1B-C4CA-BC05-524B-40620F1040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2"/>
            </p:custDataLst>
          </p:nvPr>
        </p:nvSpPr>
        <p:spPr>
          <a:xfrm>
            <a:off x="7412400" y="2493304"/>
            <a:ext cx="4322400" cy="5032017"/>
          </a:xfrm>
        </p:spPr>
        <p:txBody>
          <a:bodyPr anchor="b"/>
          <a:lstStyle>
            <a:lvl1pPr marL="0" indent="0" algn="r">
              <a:buNone/>
              <a:defRPr sz="24200" b="0" i="0">
                <a:solidFill>
                  <a:schemeClr val="dk1"/>
                </a:solidFill>
                <a:latin typeface="+mj-lt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#</a:t>
            </a:r>
            <a:endParaRPr lang="en-GB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2ED18453-854E-C783-5410-0CF0975ADEC1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>
          <a:xfrm>
            <a:off x="457200" y="381600"/>
            <a:ext cx="5752800" cy="5660246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dk1"/>
                </a:solidFill>
                <a:latin typeface="+mj-lt"/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pic>
        <p:nvPicPr>
          <p:cNvPr id="3" name="ContentLogo_WHITE" descr="The Marsh company logo." hidden="1">
            <a:extLst>
              <a:ext uri="{FF2B5EF4-FFF2-40B4-BE49-F238E27FC236}">
                <a16:creationId xmlns:a16="http://schemas.microsoft.com/office/drawing/2014/main" id="{277F74E9-E97F-0B16-B43A-539AA052535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6" name="ContentLogo_COLOUR" descr="The Marsh company logo.">
            <a:extLst>
              <a:ext uri="{FF2B5EF4-FFF2-40B4-BE49-F238E27FC236}">
                <a16:creationId xmlns:a16="http://schemas.microsoft.com/office/drawing/2014/main" id="{212F0F0C-AFD0-FA73-F163-E215BD42B99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161238723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F761A1B-C4CA-BC05-524B-40620F1040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2"/>
            </p:custDataLst>
          </p:nvPr>
        </p:nvSpPr>
        <p:spPr>
          <a:xfrm>
            <a:off x="7412400" y="2493304"/>
            <a:ext cx="4322400" cy="5032017"/>
          </a:xfrm>
        </p:spPr>
        <p:txBody>
          <a:bodyPr anchor="b"/>
          <a:lstStyle>
            <a:lvl1pPr marL="0" indent="0" algn="r">
              <a:buNone/>
              <a:defRPr sz="24200" b="0" i="0">
                <a:solidFill>
                  <a:schemeClr val="bg2"/>
                </a:solidFill>
                <a:latin typeface="+mj-lt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#</a:t>
            </a:r>
            <a:endParaRPr lang="en-GB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2ED18453-854E-C783-5410-0CF0975ADEC1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>
          <a:xfrm>
            <a:off x="457200" y="381600"/>
            <a:ext cx="5752800" cy="5660246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pic>
        <p:nvPicPr>
          <p:cNvPr id="3" name="ContentLogo_WHITE" descr="The Marsh company logo." hidden="1">
            <a:extLst>
              <a:ext uri="{FF2B5EF4-FFF2-40B4-BE49-F238E27FC236}">
                <a16:creationId xmlns:a16="http://schemas.microsoft.com/office/drawing/2014/main" id="{277F74E9-E97F-0B16-B43A-539AA052535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7" name="ContentLogo_WHITE" descr="The Marsh company logo.">
            <a:extLst>
              <a:ext uri="{FF2B5EF4-FFF2-40B4-BE49-F238E27FC236}">
                <a16:creationId xmlns:a16="http://schemas.microsoft.com/office/drawing/2014/main" id="{EB674FAE-8A92-2342-525F-571E1B5CE89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invGray">
          <a:xfrm>
            <a:off x="459125" y="6528318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74336252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ileRef" hidden="1">
            <a:extLst>
              <a:ext uri="{FF2B5EF4-FFF2-40B4-BE49-F238E27FC236}">
                <a16:creationId xmlns:a16="http://schemas.microsoft.com/office/drawing/2014/main" id="{09BA50B2-6484-EC4D-AF6E-8573FB70C5FE}"/>
              </a:ext>
            </a:extLst>
          </p:cNvPr>
          <p:cNvSpPr txBox="1"/>
          <p:nvPr userDrawn="1">
            <p:custDataLst>
              <p:custData r:id="rId2"/>
            </p:custDataLst>
          </p:nvPr>
        </p:nvSpPr>
        <p:spPr>
          <a:xfrm>
            <a:off x="6210000" y="5382000"/>
            <a:ext cx="5526000" cy="3960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indent="-457200" algn="r">
              <a:spcBef>
                <a:spcPts val="1800"/>
              </a:spcBef>
            </a:pPr>
            <a:r>
              <a:rPr lang="en-GB" sz="800">
                <a:solidFill>
                  <a:schemeClr val="dk1"/>
                </a:solidFill>
              </a:rPr>
              <a:t>{FileRef}</a:t>
            </a:r>
            <a:endParaRPr lang="en-GB" sz="800" dirty="0">
              <a:solidFill>
                <a:schemeClr val="dk1"/>
              </a:solidFill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9BC8DB0-975F-CCF8-758D-35DEB9A7693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3"/>
            </p:custDataLst>
          </p:nvPr>
        </p:nvSpPr>
        <p:spPr>
          <a:xfrm>
            <a:off x="457200" y="1411200"/>
            <a:ext cx="11278800" cy="416664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800"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/>
              <a:t>optional disclaimer</a:t>
            </a:r>
            <a:endParaRPr lang="en-GB" dirty="0"/>
          </a:p>
        </p:txBody>
      </p:sp>
      <p:sp>
        <p:nvSpPr>
          <p:cNvPr id="18" name="Purpose">
            <a:extLst>
              <a:ext uri="{FF2B5EF4-FFF2-40B4-BE49-F238E27FC236}">
                <a16:creationId xmlns:a16="http://schemas.microsoft.com/office/drawing/2014/main" id="{33265701-6D53-6A3D-4181-B4BB94559EC0}"/>
              </a:ext>
            </a:extLst>
          </p:cNvPr>
          <p:cNvSpPr/>
          <p:nvPr userDrawn="1">
            <p:custDataLst>
              <p:custData r:id="rId4"/>
            </p:custDataLst>
          </p:nvPr>
        </p:nvSpPr>
        <p:spPr>
          <a:xfrm>
            <a:off x="457200" y="6055200"/>
            <a:ext cx="11278800" cy="486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lang="en-GB" sz="1100" dirty="0">
                <a:solidFill>
                  <a:schemeClr val="dk1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We are leaders in risk, strategy and people. One company, with four global businesses,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lang="en-GB" sz="1100" dirty="0">
                <a:solidFill>
                  <a:schemeClr val="dk1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united by a shared purpose to build the confidence to thrive through the power of </a:t>
            </a:r>
            <a:r>
              <a:rPr lang="en-GB" sz="1100">
                <a:solidFill>
                  <a:schemeClr val="dk1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perspective.</a:t>
            </a:r>
            <a:endParaRPr lang="en-GB" sz="1100" dirty="0">
              <a:solidFill>
                <a:schemeClr val="dk1"/>
              </a:solidFill>
              <a:latin typeface="+mn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E383406-A41F-86A0-6C9B-01677B288AC4}"/>
              </a:ext>
            </a:extLst>
          </p:cNvPr>
          <p:cNvSpPr txBox="1">
            <a:spLocks/>
          </p:cNvSpPr>
          <p:nvPr userDrawn="1">
            <p:custDataLst>
              <p:custData r:id="rId5"/>
            </p:custDataLst>
          </p:nvPr>
        </p:nvSpPr>
        <p:spPr>
          <a:xfrm>
            <a:off x="6210000" y="6602400"/>
            <a:ext cx="5526000" cy="123111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GB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dirty="0">
                <a:solidFill>
                  <a:schemeClr val="dk1"/>
                </a:solidFill>
              </a:rPr>
              <a:t>© 2026 Marsh. All rights </a:t>
            </a:r>
            <a:r>
              <a:rPr lang="en-GB" sz="700">
                <a:solidFill>
                  <a:schemeClr val="dk1"/>
                </a:solidFill>
              </a:rPr>
              <a:t>reserved.</a:t>
            </a:r>
            <a:endParaRPr lang="en-GB" sz="700" dirty="0">
              <a:solidFill>
                <a:schemeClr val="dk1"/>
              </a:solidFill>
            </a:endParaRPr>
          </a:p>
        </p:txBody>
      </p:sp>
      <p:pic>
        <p:nvPicPr>
          <p:cNvPr id="4" name="MainBackLogo_WHITE" descr="The Marsh company logo." hidden="1">
            <a:extLst>
              <a:ext uri="{FF2B5EF4-FFF2-40B4-BE49-F238E27FC236}">
                <a16:creationId xmlns:a16="http://schemas.microsoft.com/office/drawing/2014/main" id="{4E18AFF6-2424-0EED-B7CD-652B0772825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  <p:pic>
        <p:nvPicPr>
          <p:cNvPr id="7" name="MainBackLogo_COLOUR" descr="The Marsh company logo.">
            <a:extLst>
              <a:ext uri="{FF2B5EF4-FFF2-40B4-BE49-F238E27FC236}">
                <a16:creationId xmlns:a16="http://schemas.microsoft.com/office/drawing/2014/main" id="{C24623C5-8BFB-6479-7AA6-6E1A909E34D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199347264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and 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6D126-5D0C-457E-2032-01FFB84E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Corporate OKR Workstream - 2026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691BC0-807D-55B0-9E19-E1571D39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4E18-2673-4E8C-9F04-16550C66BF79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745A7D-DFD9-1743-EE1E-F6B63F22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39750"/>
            <a:ext cx="11112250" cy="59093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7BE5A0-CE48-9337-6A94-63451D6111B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39749" y="2150068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F2D86A0-B087-45B5-BEEF-88FEFD4C61E6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6430663" y="2150068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0E4AD22-4861-754C-ADBB-214C99FA0F0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9400" y="1747778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2A2AEAC-C61F-14D8-E1BC-0153D1AD9DA0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39749" y="1080294"/>
            <a:ext cx="11110914" cy="402291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2000" b="0"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B846097-0A99-8BDC-ECC9-E74E29866FE1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430663" y="1747778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E8A07C9-A068-3F06-E683-AF0AC56A3606}"/>
              </a:ext>
            </a:extLst>
          </p:cNvPr>
          <p:cNvSpPr>
            <a:spLocks noGrp="1"/>
          </p:cNvSpPr>
          <p:nvPr>
            <p:ph idx="36"/>
          </p:nvPr>
        </p:nvSpPr>
        <p:spPr>
          <a:xfrm>
            <a:off x="539749" y="4438320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32F936F-E42A-0504-C420-5D0E78901263}"/>
              </a:ext>
            </a:extLst>
          </p:cNvPr>
          <p:cNvSpPr>
            <a:spLocks noGrp="1"/>
          </p:cNvSpPr>
          <p:nvPr>
            <p:ph idx="37"/>
          </p:nvPr>
        </p:nvSpPr>
        <p:spPr>
          <a:xfrm>
            <a:off x="6430663" y="4438320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4CCB450-3F35-5D03-F29A-575C3BF4D535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39400" y="4036030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9E366B4-DFEA-DD32-F368-4A7EC86832B7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6430663" y="4036030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2058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 and Four Conten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6D126-5D0C-457E-2032-01FFB84E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AU"/>
              <a:t>Corporate OKR Workstream - 2026</a:t>
            </a:r>
            <a:endParaRPr lang="en-AU" dirty="0">
              <a:solidFill>
                <a:schemeClr val="bg2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691BC0-807D-55B0-9E19-E1571D39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C704E18-2673-4E8C-9F04-16550C66BF79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745A7D-DFD9-1743-EE1E-F6B63F22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39750"/>
            <a:ext cx="11112250" cy="59093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7BE5A0-CE48-9337-6A94-63451D6111B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39749" y="2150068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F2D86A0-B087-45B5-BEEF-88FEFD4C61E6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6430663" y="2150068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0E4AD22-4861-754C-ADBB-214C99FA0F0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9400" y="1747778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2A2AEAC-C61F-14D8-E1BC-0153D1AD9DA0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39749" y="1080294"/>
            <a:ext cx="11110914" cy="402291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B846097-0A99-8BDC-ECC9-E74E29866FE1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430663" y="1747778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E8A07C9-A068-3F06-E683-AF0AC56A3606}"/>
              </a:ext>
            </a:extLst>
          </p:cNvPr>
          <p:cNvSpPr>
            <a:spLocks noGrp="1"/>
          </p:cNvSpPr>
          <p:nvPr>
            <p:ph idx="36"/>
          </p:nvPr>
        </p:nvSpPr>
        <p:spPr>
          <a:xfrm>
            <a:off x="539749" y="4438320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32F936F-E42A-0504-C420-5D0E78901263}"/>
              </a:ext>
            </a:extLst>
          </p:cNvPr>
          <p:cNvSpPr>
            <a:spLocks noGrp="1"/>
          </p:cNvSpPr>
          <p:nvPr>
            <p:ph idx="37"/>
          </p:nvPr>
        </p:nvSpPr>
        <p:spPr>
          <a:xfrm>
            <a:off x="6430663" y="4438320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4CCB450-3F35-5D03-F29A-575C3BF4D535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39400" y="4036030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9E366B4-DFEA-DD32-F368-4A7EC86832B7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6430663" y="4036030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Rule">
            <a:extLst>
              <a:ext uri="{FF2B5EF4-FFF2-40B4-BE49-F238E27FC236}">
                <a16:creationId xmlns:a16="http://schemas.microsoft.com/office/drawing/2014/main" id="{0E266BE7-C624-3987-CE4C-8F1482395EF8}"/>
              </a:ext>
            </a:extLst>
          </p:cNvPr>
          <p:cNvSpPr/>
          <p:nvPr userDrawn="1">
            <p:custDataLst>
              <p:custData r:id="rId1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endParaRPr lang="en-US" sz="700">
              <a:solidFill>
                <a:schemeClr val="tx1"/>
              </a:solidFill>
            </a:endParaRPr>
          </a:p>
        </p:txBody>
      </p:sp>
      <p:pic>
        <p:nvPicPr>
          <p:cNvPr id="4" name="ContentLogo_WHITE" descr="The Marsh company logo.">
            <a:extLst>
              <a:ext uri="{FF2B5EF4-FFF2-40B4-BE49-F238E27FC236}">
                <a16:creationId xmlns:a16="http://schemas.microsoft.com/office/drawing/2014/main" id="{B7F8D196-86F9-F4CF-9F8A-35FAA92A75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948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3065FBC-B738-C54B-9BC4-18152E8240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3065FBC-B738-C54B-9BC4-18152E824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3D6335A-B440-264A-ADCF-510226FDCEF3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210301" y="6388100"/>
            <a:ext cx="4546600" cy="247650"/>
          </a:xfrm>
        </p:spPr>
        <p:txBody>
          <a:bodyPr anchor="b"/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add a footnote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4D9E00-BE79-044E-880B-B336004BB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55601"/>
            <a:ext cx="11252199" cy="495299"/>
          </a:xfrm>
        </p:spPr>
        <p:txBody>
          <a:bodyPr vert="horz"/>
          <a:lstStyle/>
          <a:p>
            <a:r>
              <a:rPr lang="en-US" dirty="0"/>
              <a:t>Click to add 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3740D47-97C5-7046-A0ED-2FDCEE545EC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85776" y="806807"/>
            <a:ext cx="11223624" cy="318476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6709103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ody copy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A5FA82-2327-CDEB-B9F8-3B599F0FE9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38" y="5793009"/>
            <a:ext cx="11016269" cy="1063548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707011" y="1225966"/>
            <a:ext cx="10291427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559838" y="65991"/>
            <a:ext cx="11632162" cy="117308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QBE Sans SemiBold" panose="020B0503020203020204" pitchFamily="34" charset="77"/>
                <a:cs typeface="QBE Sans SemiBold" panose="020B0503020203020204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8" name="Footer Placeholder 7">
            <a:extLst>
              <a:ext uri="{FF2B5EF4-FFF2-40B4-BE49-F238E27FC236}">
                <a16:creationId xmlns:a16="http://schemas.microsoft.com/office/drawing/2014/main" id="{26AE08AA-DF60-0048-8D42-11D77C1D5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12998" y="6440147"/>
            <a:ext cx="8982789" cy="180391"/>
          </a:xfrm>
        </p:spPr>
        <p:txBody>
          <a:bodyPr/>
          <a:lstStyle>
            <a:lvl1pPr>
              <a:lnSpc>
                <a:spcPct val="100000"/>
              </a:lnSpc>
              <a:defRPr sz="900">
                <a:solidFill>
                  <a:schemeClr val="tx1"/>
                </a:solidFill>
                <a:latin typeface="QBE Sans" panose="020B0503020203020204" pitchFamily="34" charset="77"/>
                <a:cs typeface="QBE Sans" panose="020B0503020203020204" pitchFamily="34" charset="77"/>
              </a:defRPr>
            </a:lvl1pPr>
          </a:lstStyle>
          <a:p>
            <a:pPr>
              <a:buClr>
                <a:schemeClr val="accent1"/>
              </a:buClr>
            </a:pPr>
            <a:r>
              <a:rPr lang="en-GB"/>
              <a:t>QBE Europe - Our Cyber Offering</a:t>
            </a:r>
            <a:endParaRPr lang="en-AU" b="1"/>
          </a:p>
        </p:txBody>
      </p:sp>
      <p:sp>
        <p:nvSpPr>
          <p:cNvPr id="19" name="Slide Number Placeholder 16">
            <a:extLst>
              <a:ext uri="{FF2B5EF4-FFF2-40B4-BE49-F238E27FC236}">
                <a16:creationId xmlns:a16="http://schemas.microsoft.com/office/drawing/2014/main" id="{84C2FE78-6E15-7A41-89FE-E70A8318EE79}"/>
              </a:ext>
            </a:extLst>
          </p:cNvPr>
          <p:cNvSpPr txBox="1">
            <a:spLocks/>
          </p:cNvSpPr>
          <p:nvPr userDrawn="1"/>
        </p:nvSpPr>
        <p:spPr>
          <a:xfrm>
            <a:off x="11317360" y="6427705"/>
            <a:ext cx="430763" cy="192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rgbClr val="002060"/>
                </a:solidFill>
                <a:latin typeface="Stag Book" panose="02000503060000020004" pitchFamily="50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89621-79B8-47EC-AA71-EA1610D8CF24}" type="slidenum">
              <a:rPr lang="en-AU" smtClean="0">
                <a:solidFill>
                  <a:schemeClr val="tx1"/>
                </a:solidFill>
                <a:latin typeface="QBE Sans" panose="020B0503020203020204" pitchFamily="34" charset="77"/>
                <a:cs typeface="QBE Sans" panose="020B0503020203020204" pitchFamily="34" charset="77"/>
              </a:rPr>
              <a:pPr/>
              <a:t>‹#›</a:t>
            </a:fld>
            <a:endParaRPr lang="en-AU">
              <a:solidFill>
                <a:schemeClr val="tx1"/>
              </a:solidFill>
              <a:latin typeface="QBE Sans" panose="020B0503020203020204" pitchFamily="34" charset="77"/>
              <a:cs typeface="QBE Sans" panose="020B0503020203020204" pitchFamily="34" charset="77"/>
            </a:endParaRP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A9C3978-E594-C9A9-8F11-98DFEEB818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38" y="6269634"/>
            <a:ext cx="666534" cy="3044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A06529D-EF51-B2AB-35FA-6F0A855F5040}"/>
              </a:ext>
            </a:extLst>
          </p:cNvPr>
          <p:cNvSpPr/>
          <p:nvPr userDrawn="1"/>
        </p:nvSpPr>
        <p:spPr>
          <a:xfrm>
            <a:off x="0" y="0"/>
            <a:ext cx="1613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D4D65-A8D3-3452-058B-3699C94FB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401353"/>
            <a:ext cx="11188285" cy="5530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0" i="0">
                <a:latin typeface="QBE Sans" panose="020B0503020203020204" pitchFamily="34" charset="77"/>
                <a:cs typeface="QBE Sans" panose="020B0503020203020204" pitchFamily="34" charset="77"/>
              </a:defRPr>
            </a:lvl1pPr>
            <a:lvl2pPr>
              <a:defRPr sz="2000">
                <a:latin typeface="Stag Medium" panose="02000603060000020004" pitchFamily="50" charset="0"/>
              </a:defRPr>
            </a:lvl2pPr>
            <a:lvl3pPr>
              <a:defRPr sz="1800">
                <a:latin typeface="Stag Medium" panose="02000603060000020004" pitchFamily="50" charset="0"/>
              </a:defRPr>
            </a:lvl3pPr>
            <a:lvl4pPr>
              <a:defRPr>
                <a:latin typeface="Stag Medium" panose="02000603060000020004" pitchFamily="50" charset="0"/>
              </a:defRPr>
            </a:lvl4pPr>
            <a:lvl5pPr>
              <a:defRPr>
                <a:latin typeface="Stag Medium" panose="0200060306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35E2EE-6E33-42C3-16B8-33D8FCC0D21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59838" y="2001011"/>
            <a:ext cx="11188284" cy="3730482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 b="0" i="0">
                <a:latin typeface="QBE Sans" panose="020B0503020203020204" pitchFamily="34" charset="77"/>
                <a:cs typeface="QBE Sans" panose="020B0503020203020204" pitchFamily="34" charset="77"/>
              </a:defRPr>
            </a:lvl1pPr>
            <a:lvl2pPr>
              <a:defRPr sz="2000">
                <a:latin typeface="Stag Medium" panose="02000603060000020004" pitchFamily="50" charset="0"/>
              </a:defRPr>
            </a:lvl2pPr>
            <a:lvl3pPr>
              <a:defRPr sz="1800">
                <a:latin typeface="Stag Medium" panose="02000603060000020004" pitchFamily="50" charset="0"/>
              </a:defRPr>
            </a:lvl3pPr>
            <a:lvl4pPr>
              <a:defRPr>
                <a:latin typeface="Stag Medium" panose="02000603060000020004" pitchFamily="50" charset="0"/>
              </a:defRPr>
            </a:lvl4pPr>
            <a:lvl5pPr>
              <a:defRPr>
                <a:latin typeface="Stag Medium" panose="0200060306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704915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custData r:id="rId1"/>
            </p:custDataLst>
          </p:nvPr>
        </p:nvSpPr>
        <p:spPr/>
        <p:txBody>
          <a:bodyPr/>
          <a:lstStyle/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custData r:id="rId2"/>
            </p:custDataLst>
          </p:nvPr>
        </p:nvSpPr>
        <p:spPr/>
        <p:txBody>
          <a:bodyPr/>
          <a:lstStyle/>
          <a:p>
            <a:pPr lvl="0"/>
            <a:r>
              <a:rPr lang="en-GB"/>
              <a:t>Click to add text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DF66040D-6F20-4F4B-8995-856BEECD84BE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spcAft>
                <a:spcPts val="600"/>
              </a:spcAft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485776" y="806400"/>
            <a:ext cx="11226800" cy="320400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8028886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custData r:id="rId1"/>
            </p:custDataLst>
          </p:nvPr>
        </p:nvSpPr>
        <p:spPr>
          <a:xfrm>
            <a:off x="464400" y="1411200"/>
            <a:ext cx="112716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DBFA167-EBBB-980F-D592-144B4E0B90D0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2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687A39-A1EB-59AA-2F79-DB2DEA0CF268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A0953-CC8E-69D0-A82A-0F0F688129B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132D5-5186-04AF-22B7-C3D719B1D91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793341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422D773-8B6D-F1F5-3CF3-45DA7390341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1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0397F5-0585-9339-EB8E-57E32F286930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7FE4-1591-FDD7-05F1-391927293F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A24-5C37-B6AA-ED00-F3B697F2C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076548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422D773-8B6D-F1F5-3CF3-45DA7390341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1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0397F5-0585-9339-EB8E-57E32F286930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7FE4-1591-FDD7-05F1-391927293F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A24-5C37-B6AA-ED00-F3B697F2C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564958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422D773-8B6D-F1F5-3CF3-45DA7390341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1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0397F5-0585-9339-EB8E-57E32F286930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7FE4-1591-FDD7-05F1-391927293F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A24-5C37-B6AA-ED00-F3B697F2C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2" name="ContentLogo_WHITE" descr="The Marsh company logo.">
            <a:extLst>
              <a:ext uri="{FF2B5EF4-FFF2-40B4-BE49-F238E27FC236}">
                <a16:creationId xmlns:a16="http://schemas.microsoft.com/office/drawing/2014/main" id="{43134897-44F2-A21A-C99D-FD1E4D5645E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sp>
        <p:nvSpPr>
          <p:cNvPr id="7" name="Footer Rule">
            <a:extLst>
              <a:ext uri="{FF2B5EF4-FFF2-40B4-BE49-F238E27FC236}">
                <a16:creationId xmlns:a16="http://schemas.microsoft.com/office/drawing/2014/main" id="{513F2E8C-C8BE-3D3A-DE4B-EE557C728FC7}"/>
              </a:ext>
            </a:extLst>
          </p:cNvPr>
          <p:cNvSpPr/>
          <p:nvPr userDrawn="1">
            <p:custDataLst>
              <p:custData r:id="rId3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endParaRPr lang="en-US" sz="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508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</p:custDataLst>
    <p:extLst>
      <p:ext uri="{BB962C8B-B14F-4D97-AF65-F5344CB8AC3E}">
        <p14:creationId xmlns:p14="http://schemas.microsoft.com/office/powerpoint/2010/main" val="410589034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  <p:custDataLst>
              <p:custData r:id="rId1"/>
            </p:custDataLst>
          </p:nvPr>
        </p:nvSpPr>
        <p:spPr>
          <a:xfrm>
            <a:off x="457200" y="1411200"/>
            <a:ext cx="55260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  <p:custDataLst>
              <p:custData r:id="rId2"/>
            </p:custDataLst>
          </p:nvPr>
        </p:nvSpPr>
        <p:spPr>
          <a:xfrm>
            <a:off x="6210000" y="1411200"/>
            <a:ext cx="55260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6F971F5-72C9-9FA0-D4FA-4115FF9C781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731A64-2BAC-4802-E868-A4A0D1BF1D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42892-5420-DC43-3EEF-D4BE29E2EC3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6714D-1946-3625-54D0-D09B477162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7463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 hasCustomPrompt="1"/>
            <p:custDataLst>
              <p:custData r:id="rId1"/>
            </p:custDataLst>
          </p:nvPr>
        </p:nvSpPr>
        <p:spPr>
          <a:xfrm>
            <a:off x="457200" y="1411200"/>
            <a:ext cx="36036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  <p:custDataLst>
              <p:custData r:id="rId2"/>
            </p:custDataLst>
          </p:nvPr>
        </p:nvSpPr>
        <p:spPr>
          <a:xfrm>
            <a:off x="4298400" y="1411200"/>
            <a:ext cx="36036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3" hasCustomPrompt="1"/>
            <p:custDataLst>
              <p:custData r:id="rId3"/>
            </p:custDataLst>
          </p:nvPr>
        </p:nvSpPr>
        <p:spPr>
          <a:xfrm>
            <a:off x="8132400" y="1411200"/>
            <a:ext cx="36000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A872C0F-553C-FF87-B951-36138D0FF10E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4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0E63CE-3F08-D7D1-9C89-3F65068DB8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7801D96-C5BA-7ACA-2A4B-5A077138922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FAAF1-9167-47F7-0D3F-29E25D9593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259402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 hasCustomPrompt="1"/>
            <p:custDataLst>
              <p:custData r:id="rId1"/>
            </p:custDataLst>
          </p:nvPr>
        </p:nvSpPr>
        <p:spPr>
          <a:xfrm>
            <a:off x="4572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 hasCustomPrompt="1"/>
            <p:custDataLst>
              <p:custData r:id="rId2"/>
            </p:custDataLst>
          </p:nvPr>
        </p:nvSpPr>
        <p:spPr>
          <a:xfrm>
            <a:off x="33408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 hasCustomPrompt="1"/>
            <p:custDataLst>
              <p:custData r:id="rId3"/>
            </p:custDataLst>
          </p:nvPr>
        </p:nvSpPr>
        <p:spPr>
          <a:xfrm>
            <a:off x="62136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  <p:custDataLst>
              <p:custData r:id="rId4"/>
            </p:custDataLst>
          </p:nvPr>
        </p:nvSpPr>
        <p:spPr>
          <a:xfrm>
            <a:off x="9093600" y="1411200"/>
            <a:ext cx="2638800" cy="4878000"/>
          </a:xfrm>
        </p:spPr>
        <p:txBody>
          <a:bodyPr/>
          <a:lstStyle>
            <a:lvl1pPr>
              <a:defRPr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E6927B-0694-0EBA-513B-68CAE3D6EF5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5"/>
            </p:custDataLst>
          </p:nvPr>
        </p:nvSpPr>
        <p:spPr>
          <a:xfrm>
            <a:off x="457200" y="975600"/>
            <a:ext cx="11278800" cy="320400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dk1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GB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A2323E0-E727-5932-93D5-A9CAE6B47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4D80D-1D44-6836-8C39-E634810F05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EC5B58-8ED7-67BC-15A0-C369F1AF6B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944901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le">
            <a:extLst>
              <a:ext uri="{FF2B5EF4-FFF2-40B4-BE49-F238E27FC236}">
                <a16:creationId xmlns:a16="http://schemas.microsoft.com/office/drawing/2014/main" id="{87774E20-C39B-CC3C-CA86-73CF1D07D094}"/>
              </a:ext>
            </a:extLst>
          </p:cNvPr>
          <p:cNvSpPr/>
          <p:nvPr userDrawn="1">
            <p:custDataLst>
              <p:custData r:id="rId2"/>
            </p:custDataLst>
          </p:nvPr>
        </p:nvSpPr>
        <p:spPr>
          <a:xfrm rot="-5400000">
            <a:off x="3160709" y="3417460"/>
            <a:ext cx="5872894" cy="0"/>
          </a:xfrm>
          <a:prstGeom prst="line">
            <a:avLst/>
          </a:prstGeom>
          <a:noFill/>
          <a:ln w="12700">
            <a:solidFill>
              <a:schemeClr val="lt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051EDF5-F149-19BD-6BE8-19C6F6D8FA1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6217200" y="381600"/>
            <a:ext cx="5518800" cy="5904000"/>
          </a:xfrm>
        </p:spPr>
        <p:txBody>
          <a:bodyPr tIns="137160"/>
          <a:lstStyle>
            <a:lvl1pPr marL="342900" indent="-342900">
              <a:buFont typeface="+mj-lt"/>
              <a:buAutoNum type="arabicPeriod"/>
              <a:defRPr>
                <a:solidFill>
                  <a:schemeClr val="lt2"/>
                </a:solidFill>
              </a:defRPr>
            </a:lvl1pPr>
          </a:lstStyle>
          <a:p>
            <a:pPr lvl="0"/>
            <a:r>
              <a:rPr lang="en-GB"/>
              <a:t>Click to add topic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73B62-3AC5-E42A-58D7-F381B96F8296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4"/>
            </p:custDataLst>
          </p:nvPr>
        </p:nvSpPr>
        <p:spPr>
          <a:xfrm>
            <a:off x="457200" y="381600"/>
            <a:ext cx="5518800" cy="5904000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lt2"/>
                </a:solidFill>
                <a:latin typeface="+mj-lt"/>
              </a:defRPr>
            </a:lvl1pPr>
          </a:lstStyle>
          <a:p>
            <a:r>
              <a:rPr lang="en-GB"/>
              <a:t>Agenda</a:t>
            </a:r>
            <a:endParaRPr lang="en-GB" dirty="0"/>
          </a:p>
        </p:txBody>
      </p:sp>
      <p:pic>
        <p:nvPicPr>
          <p:cNvPr id="4" name="ContentLogo_WHITE" descr="The Marsh company logo.">
            <a:extLst>
              <a:ext uri="{FF2B5EF4-FFF2-40B4-BE49-F238E27FC236}">
                <a16:creationId xmlns:a16="http://schemas.microsoft.com/office/drawing/2014/main" id="{2ACFC72D-FFC9-78E3-84AB-F1C8536D1B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7" name="ContentLogo_COLOUR" descr="The Marsh company logo." hidden="1">
            <a:extLst>
              <a:ext uri="{FF2B5EF4-FFF2-40B4-BE49-F238E27FC236}">
                <a16:creationId xmlns:a16="http://schemas.microsoft.com/office/drawing/2014/main" id="{3DEF2412-E800-7AF2-1395-3B6E9AC4C30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403763663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F761A1B-C4CA-BC05-524B-40620F1040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2"/>
            </p:custDataLst>
          </p:nvPr>
        </p:nvSpPr>
        <p:spPr>
          <a:xfrm>
            <a:off x="7412400" y="2493304"/>
            <a:ext cx="4322400" cy="5032017"/>
          </a:xfrm>
        </p:spPr>
        <p:txBody>
          <a:bodyPr anchor="b"/>
          <a:lstStyle>
            <a:lvl1pPr marL="0" indent="0" algn="r">
              <a:buNone/>
              <a:defRPr sz="24200" b="0" i="0">
                <a:solidFill>
                  <a:schemeClr val="dk1"/>
                </a:solidFill>
                <a:latin typeface="+mj-lt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#</a:t>
            </a:r>
            <a:endParaRPr lang="en-GB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2ED18453-854E-C783-5410-0CF0975ADEC1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>
          <a:xfrm>
            <a:off x="457200" y="381600"/>
            <a:ext cx="5752800" cy="5660246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dk1"/>
                </a:solidFill>
                <a:latin typeface="+mj-lt"/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pic>
        <p:nvPicPr>
          <p:cNvPr id="3" name="ContentLogo_WHITE" descr="The Marsh company logo." hidden="1">
            <a:extLst>
              <a:ext uri="{FF2B5EF4-FFF2-40B4-BE49-F238E27FC236}">
                <a16:creationId xmlns:a16="http://schemas.microsoft.com/office/drawing/2014/main" id="{277F74E9-E97F-0B16-B43A-539AA052535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6" name="ContentLogo_COLOUR" descr="The Marsh company logo.">
            <a:extLst>
              <a:ext uri="{FF2B5EF4-FFF2-40B4-BE49-F238E27FC236}">
                <a16:creationId xmlns:a16="http://schemas.microsoft.com/office/drawing/2014/main" id="{212F0F0C-AFD0-FA73-F163-E215BD42B99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389720848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F761A1B-C4CA-BC05-524B-40620F1040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2"/>
            </p:custDataLst>
          </p:nvPr>
        </p:nvSpPr>
        <p:spPr>
          <a:xfrm>
            <a:off x="7412400" y="2493304"/>
            <a:ext cx="4322400" cy="5032017"/>
          </a:xfrm>
        </p:spPr>
        <p:txBody>
          <a:bodyPr anchor="b"/>
          <a:lstStyle>
            <a:lvl1pPr marL="0" indent="0" algn="r">
              <a:buNone/>
              <a:defRPr sz="24200" b="0" i="0">
                <a:solidFill>
                  <a:schemeClr val="bg2"/>
                </a:solidFill>
                <a:latin typeface="+mj-lt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#</a:t>
            </a:r>
            <a:endParaRPr lang="en-GB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2ED18453-854E-C783-5410-0CF0975ADEC1}"/>
              </a:ext>
            </a:extLst>
          </p:cNvPr>
          <p:cNvSpPr>
            <a:spLocks noGrp="1"/>
          </p:cNvSpPr>
          <p:nvPr>
            <p:ph type="title" hasCustomPrompt="1"/>
            <p:custDataLst>
              <p:custData r:id="rId3"/>
            </p:custDataLst>
          </p:nvPr>
        </p:nvSpPr>
        <p:spPr>
          <a:xfrm>
            <a:off x="457200" y="381600"/>
            <a:ext cx="5752800" cy="5660246"/>
          </a:xfrm>
          <a:prstGeom prst="rect">
            <a:avLst/>
          </a:prstGeom>
        </p:spPr>
        <p:txBody>
          <a:bodyPr anchor="t" anchorCtr="0"/>
          <a:lstStyle>
            <a:lvl1pPr>
              <a:defRPr sz="6400" b="0" i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pic>
        <p:nvPicPr>
          <p:cNvPr id="3" name="ContentLogo_WHITE" descr="The Marsh company logo." hidden="1">
            <a:extLst>
              <a:ext uri="{FF2B5EF4-FFF2-40B4-BE49-F238E27FC236}">
                <a16:creationId xmlns:a16="http://schemas.microsoft.com/office/drawing/2014/main" id="{277F74E9-E97F-0B16-B43A-539AA052535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7" name="ContentLogo_WHITE" descr="The Marsh company logo.">
            <a:extLst>
              <a:ext uri="{FF2B5EF4-FFF2-40B4-BE49-F238E27FC236}">
                <a16:creationId xmlns:a16="http://schemas.microsoft.com/office/drawing/2014/main" id="{EB674FAE-8A92-2342-525F-571E1B5CE89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invGray">
          <a:xfrm>
            <a:off x="459125" y="6528318"/>
            <a:ext cx="752858" cy="164592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3910396870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ileRef" hidden="1">
            <a:extLst>
              <a:ext uri="{FF2B5EF4-FFF2-40B4-BE49-F238E27FC236}">
                <a16:creationId xmlns:a16="http://schemas.microsoft.com/office/drawing/2014/main" id="{09BA50B2-6484-EC4D-AF6E-8573FB70C5FE}"/>
              </a:ext>
            </a:extLst>
          </p:cNvPr>
          <p:cNvSpPr txBox="1"/>
          <p:nvPr userDrawn="1">
            <p:custDataLst>
              <p:custData r:id="rId2"/>
            </p:custDataLst>
          </p:nvPr>
        </p:nvSpPr>
        <p:spPr>
          <a:xfrm>
            <a:off x="6210000" y="5382000"/>
            <a:ext cx="5526000" cy="3960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indent="-457200" algn="r">
              <a:spcBef>
                <a:spcPts val="1800"/>
              </a:spcBef>
            </a:pPr>
            <a:r>
              <a:rPr lang="en-GB" sz="800">
                <a:solidFill>
                  <a:schemeClr val="dk1"/>
                </a:solidFill>
              </a:rPr>
              <a:t>{FileRef}</a:t>
            </a:r>
            <a:endParaRPr lang="en-GB" sz="800" dirty="0">
              <a:solidFill>
                <a:schemeClr val="dk1"/>
              </a:solidFill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9BC8DB0-975F-CCF8-758D-35DEB9A7693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custData r:id="rId3"/>
            </p:custDataLst>
          </p:nvPr>
        </p:nvSpPr>
        <p:spPr>
          <a:xfrm>
            <a:off x="457200" y="1411200"/>
            <a:ext cx="11278800" cy="416664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800">
                <a:solidFill>
                  <a:schemeClr val="dk1"/>
                </a:solidFill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/>
              <a:t>optional disclaimer</a:t>
            </a:r>
            <a:endParaRPr lang="en-GB" dirty="0"/>
          </a:p>
        </p:txBody>
      </p:sp>
      <p:sp>
        <p:nvSpPr>
          <p:cNvPr id="18" name="Purpose">
            <a:extLst>
              <a:ext uri="{FF2B5EF4-FFF2-40B4-BE49-F238E27FC236}">
                <a16:creationId xmlns:a16="http://schemas.microsoft.com/office/drawing/2014/main" id="{33265701-6D53-6A3D-4181-B4BB94559EC0}"/>
              </a:ext>
            </a:extLst>
          </p:cNvPr>
          <p:cNvSpPr/>
          <p:nvPr userDrawn="1">
            <p:custDataLst>
              <p:custData r:id="rId4"/>
            </p:custDataLst>
          </p:nvPr>
        </p:nvSpPr>
        <p:spPr>
          <a:xfrm>
            <a:off x="457200" y="6055200"/>
            <a:ext cx="11278800" cy="486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lang="en-GB" sz="1100" dirty="0">
                <a:solidFill>
                  <a:schemeClr val="dk1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We are leaders in risk, strategy and people. One company, with four global businesses,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lang="en-GB" sz="1100" dirty="0">
                <a:solidFill>
                  <a:schemeClr val="dk1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united by a shared purpose to build the confidence to thrive through the power of </a:t>
            </a:r>
            <a:r>
              <a:rPr lang="en-GB" sz="1100">
                <a:solidFill>
                  <a:schemeClr val="dk1"/>
                </a:solidFill>
                <a:latin typeface="+mn-lt"/>
                <a:ea typeface="Noto Sans" pitchFamily="34" charset="-122"/>
                <a:cs typeface="Arial" panose="020B0604020202020204" pitchFamily="34" charset="0"/>
              </a:rPr>
              <a:t>perspective.</a:t>
            </a:r>
            <a:endParaRPr lang="en-GB" sz="1100" dirty="0">
              <a:solidFill>
                <a:schemeClr val="dk1"/>
              </a:solidFill>
              <a:latin typeface="+mn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E383406-A41F-86A0-6C9B-01677B288AC4}"/>
              </a:ext>
            </a:extLst>
          </p:cNvPr>
          <p:cNvSpPr txBox="1">
            <a:spLocks/>
          </p:cNvSpPr>
          <p:nvPr userDrawn="1">
            <p:custDataLst>
              <p:custData r:id="rId5"/>
            </p:custDataLst>
          </p:nvPr>
        </p:nvSpPr>
        <p:spPr>
          <a:xfrm>
            <a:off x="6210000" y="6602400"/>
            <a:ext cx="5526000" cy="123111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GB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dirty="0">
                <a:solidFill>
                  <a:schemeClr val="dk1"/>
                </a:solidFill>
              </a:rPr>
              <a:t>© 2026 Marsh. All rights </a:t>
            </a:r>
            <a:r>
              <a:rPr lang="en-GB" sz="700">
                <a:solidFill>
                  <a:schemeClr val="dk1"/>
                </a:solidFill>
              </a:rPr>
              <a:t>reserved.</a:t>
            </a:r>
            <a:endParaRPr lang="en-GB" sz="700" dirty="0">
              <a:solidFill>
                <a:schemeClr val="dk1"/>
              </a:solidFill>
            </a:endParaRPr>
          </a:p>
        </p:txBody>
      </p:sp>
      <p:pic>
        <p:nvPicPr>
          <p:cNvPr id="4" name="MainBackLogo_WHITE" descr="The Marsh company logo." hidden="1">
            <a:extLst>
              <a:ext uri="{FF2B5EF4-FFF2-40B4-BE49-F238E27FC236}">
                <a16:creationId xmlns:a16="http://schemas.microsoft.com/office/drawing/2014/main" id="{4E18AFF6-2424-0EED-B7CD-652B0772825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  <p:pic>
        <p:nvPicPr>
          <p:cNvPr id="7" name="MainBackLogo_COLOUR" descr="The Marsh company logo.">
            <a:extLst>
              <a:ext uri="{FF2B5EF4-FFF2-40B4-BE49-F238E27FC236}">
                <a16:creationId xmlns:a16="http://schemas.microsoft.com/office/drawing/2014/main" id="{C24623C5-8BFB-6479-7AA6-6E1A909E34D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 bwMode="invGray">
          <a:xfrm>
            <a:off x="457200" y="457200"/>
            <a:ext cx="1673355" cy="365761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409524769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and 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6D126-5D0C-457E-2032-01FFB84E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Corporate OKR Workstream - 2026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691BC0-807D-55B0-9E19-E1571D39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4E18-2673-4E8C-9F04-16550C66BF79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745A7D-DFD9-1743-EE1E-F6B63F22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39750"/>
            <a:ext cx="11112250" cy="59093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7BE5A0-CE48-9337-6A94-63451D6111B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39749" y="2150068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F2D86A0-B087-45B5-BEEF-88FEFD4C61E6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6430663" y="2150068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0E4AD22-4861-754C-ADBB-214C99FA0F0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9400" y="1747778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2A2AEAC-C61F-14D8-E1BC-0153D1AD9DA0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39749" y="1080294"/>
            <a:ext cx="11110914" cy="402291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2000" b="0"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B846097-0A99-8BDC-ECC9-E74E29866FE1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430663" y="1747778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E8A07C9-A068-3F06-E683-AF0AC56A3606}"/>
              </a:ext>
            </a:extLst>
          </p:cNvPr>
          <p:cNvSpPr>
            <a:spLocks noGrp="1"/>
          </p:cNvSpPr>
          <p:nvPr>
            <p:ph idx="36"/>
          </p:nvPr>
        </p:nvSpPr>
        <p:spPr>
          <a:xfrm>
            <a:off x="539749" y="4438320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32F936F-E42A-0504-C420-5D0E78901263}"/>
              </a:ext>
            </a:extLst>
          </p:cNvPr>
          <p:cNvSpPr>
            <a:spLocks noGrp="1"/>
          </p:cNvSpPr>
          <p:nvPr>
            <p:ph idx="37"/>
          </p:nvPr>
        </p:nvSpPr>
        <p:spPr>
          <a:xfrm>
            <a:off x="6430663" y="4438320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4CCB450-3F35-5D03-F29A-575C3BF4D535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39400" y="4036030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9E366B4-DFEA-DD32-F368-4A7EC86832B7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6430663" y="4036030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447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 and Four Conten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6D126-5D0C-457E-2032-01FFB84E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AU"/>
              <a:t>Corporate OKR Workstream - 2026</a:t>
            </a:r>
            <a:endParaRPr lang="en-AU" dirty="0">
              <a:solidFill>
                <a:schemeClr val="bg2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691BC0-807D-55B0-9E19-E1571D39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C704E18-2673-4E8C-9F04-16550C66BF79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745A7D-DFD9-1743-EE1E-F6B63F22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39750"/>
            <a:ext cx="11112250" cy="59093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7BE5A0-CE48-9337-6A94-63451D6111B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39749" y="2150068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F2D86A0-B087-45B5-BEEF-88FEFD4C61E6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6430663" y="2150068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0E4AD22-4861-754C-ADBB-214C99FA0F0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9400" y="1747778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2A2AEAC-C61F-14D8-E1BC-0153D1AD9DA0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39749" y="1080294"/>
            <a:ext cx="11110914" cy="402291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B846097-0A99-8BDC-ECC9-E74E29866FE1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430663" y="1747778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E8A07C9-A068-3F06-E683-AF0AC56A3606}"/>
              </a:ext>
            </a:extLst>
          </p:cNvPr>
          <p:cNvSpPr>
            <a:spLocks noGrp="1"/>
          </p:cNvSpPr>
          <p:nvPr>
            <p:ph idx="36"/>
          </p:nvPr>
        </p:nvSpPr>
        <p:spPr>
          <a:xfrm>
            <a:off x="539749" y="4438320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32F936F-E42A-0504-C420-5D0E78901263}"/>
              </a:ext>
            </a:extLst>
          </p:cNvPr>
          <p:cNvSpPr>
            <a:spLocks noGrp="1"/>
          </p:cNvSpPr>
          <p:nvPr>
            <p:ph idx="37"/>
          </p:nvPr>
        </p:nvSpPr>
        <p:spPr>
          <a:xfrm>
            <a:off x="6430663" y="4438320"/>
            <a:ext cx="5220000" cy="1660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4CCB450-3F35-5D03-F29A-575C3BF4D535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39400" y="4036030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9E366B4-DFEA-DD32-F368-4A7EC86832B7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6430663" y="4036030"/>
            <a:ext cx="5220000" cy="340735"/>
          </a:xfrm>
        </p:spPr>
        <p:txBody>
          <a:bodyPr wrap="square" tIns="46800" bIns="46800" anchor="t" anchorCtr="0">
            <a:sp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QBE Sans Medium" panose="020B0603020203020204" pitchFamily="34" charset="0"/>
                <a:cs typeface="QBE Sans Medium" panose="020B06030202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Rule">
            <a:extLst>
              <a:ext uri="{FF2B5EF4-FFF2-40B4-BE49-F238E27FC236}">
                <a16:creationId xmlns:a16="http://schemas.microsoft.com/office/drawing/2014/main" id="{0E266BE7-C624-3987-CE4C-8F1482395EF8}"/>
              </a:ext>
            </a:extLst>
          </p:cNvPr>
          <p:cNvSpPr/>
          <p:nvPr userDrawn="1">
            <p:custDataLst>
              <p:custData r:id="rId1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chemeClr val="bg2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endParaRPr lang="en-US" sz="700">
              <a:solidFill>
                <a:schemeClr val="tx1"/>
              </a:solidFill>
            </a:endParaRPr>
          </a:p>
        </p:txBody>
      </p:sp>
      <p:pic>
        <p:nvPicPr>
          <p:cNvPr id="4" name="ContentLogo_WHITE" descr="The Marsh company logo.">
            <a:extLst>
              <a:ext uri="{FF2B5EF4-FFF2-40B4-BE49-F238E27FC236}">
                <a16:creationId xmlns:a16="http://schemas.microsoft.com/office/drawing/2014/main" id="{B7F8D196-86F9-F4CF-9F8A-35FAA92A75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8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3065FBC-B738-C54B-9BC4-18152E8240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3065FBC-B738-C54B-9BC4-18152E824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3D6335A-B440-264A-ADCF-510226FDCEF3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210301" y="6388100"/>
            <a:ext cx="4546600" cy="247650"/>
          </a:xfrm>
        </p:spPr>
        <p:txBody>
          <a:bodyPr anchor="b"/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add a footnote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4D9E00-BE79-044E-880B-B336004BB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55601"/>
            <a:ext cx="11252199" cy="495299"/>
          </a:xfrm>
        </p:spPr>
        <p:txBody>
          <a:bodyPr vert="horz"/>
          <a:lstStyle/>
          <a:p>
            <a:r>
              <a:rPr lang="en-US" dirty="0"/>
              <a:t>Click to add 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3740D47-97C5-7046-A0ED-2FDCEE545EC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85776" y="806807"/>
            <a:ext cx="11223624" cy="318476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704424938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ody copy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A5FA82-2327-CDEB-B9F8-3B599F0FE9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38" y="5793009"/>
            <a:ext cx="11016269" cy="1063548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707011" y="1225966"/>
            <a:ext cx="10291427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559838" y="65991"/>
            <a:ext cx="11632162" cy="117308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QBE Sans SemiBold" panose="020B0503020203020204" pitchFamily="34" charset="77"/>
                <a:cs typeface="QBE Sans SemiBold" panose="020B0503020203020204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8" name="Footer Placeholder 7">
            <a:extLst>
              <a:ext uri="{FF2B5EF4-FFF2-40B4-BE49-F238E27FC236}">
                <a16:creationId xmlns:a16="http://schemas.microsoft.com/office/drawing/2014/main" id="{26AE08AA-DF60-0048-8D42-11D77C1D5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12998" y="6440147"/>
            <a:ext cx="8982789" cy="180391"/>
          </a:xfrm>
        </p:spPr>
        <p:txBody>
          <a:bodyPr/>
          <a:lstStyle>
            <a:lvl1pPr>
              <a:lnSpc>
                <a:spcPct val="100000"/>
              </a:lnSpc>
              <a:defRPr sz="900">
                <a:solidFill>
                  <a:schemeClr val="tx1"/>
                </a:solidFill>
                <a:latin typeface="QBE Sans" panose="020B0503020203020204" pitchFamily="34" charset="77"/>
                <a:cs typeface="QBE Sans" panose="020B0503020203020204" pitchFamily="34" charset="77"/>
              </a:defRPr>
            </a:lvl1pPr>
          </a:lstStyle>
          <a:p>
            <a:pPr>
              <a:buClr>
                <a:schemeClr val="accent1"/>
              </a:buClr>
            </a:pPr>
            <a:r>
              <a:rPr lang="en-GB"/>
              <a:t>QBE Europe - Our Cyber Offering</a:t>
            </a:r>
            <a:endParaRPr lang="en-AU" b="1"/>
          </a:p>
        </p:txBody>
      </p:sp>
      <p:sp>
        <p:nvSpPr>
          <p:cNvPr id="19" name="Slide Number Placeholder 16">
            <a:extLst>
              <a:ext uri="{FF2B5EF4-FFF2-40B4-BE49-F238E27FC236}">
                <a16:creationId xmlns:a16="http://schemas.microsoft.com/office/drawing/2014/main" id="{84C2FE78-6E15-7A41-89FE-E70A8318EE79}"/>
              </a:ext>
            </a:extLst>
          </p:cNvPr>
          <p:cNvSpPr txBox="1">
            <a:spLocks/>
          </p:cNvSpPr>
          <p:nvPr userDrawn="1"/>
        </p:nvSpPr>
        <p:spPr>
          <a:xfrm>
            <a:off x="11317360" y="6427705"/>
            <a:ext cx="430763" cy="192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rgbClr val="002060"/>
                </a:solidFill>
                <a:latin typeface="Stag Book" panose="02000503060000020004" pitchFamily="50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89621-79B8-47EC-AA71-EA1610D8CF24}" type="slidenum">
              <a:rPr lang="en-AU" smtClean="0">
                <a:solidFill>
                  <a:schemeClr val="tx1"/>
                </a:solidFill>
                <a:latin typeface="QBE Sans" panose="020B0503020203020204" pitchFamily="34" charset="77"/>
                <a:cs typeface="QBE Sans" panose="020B0503020203020204" pitchFamily="34" charset="77"/>
              </a:rPr>
              <a:pPr/>
              <a:t>‹#›</a:t>
            </a:fld>
            <a:endParaRPr lang="en-AU">
              <a:solidFill>
                <a:schemeClr val="tx1"/>
              </a:solidFill>
              <a:latin typeface="QBE Sans" panose="020B0503020203020204" pitchFamily="34" charset="77"/>
              <a:cs typeface="QBE Sans" panose="020B0503020203020204" pitchFamily="34" charset="77"/>
            </a:endParaRP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A9C3978-E594-C9A9-8F11-98DFEEB818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38" y="6269634"/>
            <a:ext cx="666534" cy="3044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A06529D-EF51-B2AB-35FA-6F0A855F5040}"/>
              </a:ext>
            </a:extLst>
          </p:cNvPr>
          <p:cNvSpPr/>
          <p:nvPr userDrawn="1"/>
        </p:nvSpPr>
        <p:spPr>
          <a:xfrm>
            <a:off x="0" y="0"/>
            <a:ext cx="1613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D4D65-A8D3-3452-058B-3699C94FB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401353"/>
            <a:ext cx="11188285" cy="5530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0" i="0">
                <a:latin typeface="QBE Sans" panose="020B0503020203020204" pitchFamily="34" charset="77"/>
                <a:cs typeface="QBE Sans" panose="020B0503020203020204" pitchFamily="34" charset="77"/>
              </a:defRPr>
            </a:lvl1pPr>
            <a:lvl2pPr>
              <a:defRPr sz="2000">
                <a:latin typeface="Stag Medium" panose="02000603060000020004" pitchFamily="50" charset="0"/>
              </a:defRPr>
            </a:lvl2pPr>
            <a:lvl3pPr>
              <a:defRPr sz="1800">
                <a:latin typeface="Stag Medium" panose="02000603060000020004" pitchFamily="50" charset="0"/>
              </a:defRPr>
            </a:lvl3pPr>
            <a:lvl4pPr>
              <a:defRPr>
                <a:latin typeface="Stag Medium" panose="02000603060000020004" pitchFamily="50" charset="0"/>
              </a:defRPr>
            </a:lvl4pPr>
            <a:lvl5pPr>
              <a:defRPr>
                <a:latin typeface="Stag Medium" panose="0200060306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35E2EE-6E33-42C3-16B8-33D8FCC0D21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59838" y="2001011"/>
            <a:ext cx="11188284" cy="3730482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 b="0" i="0">
                <a:latin typeface="QBE Sans" panose="020B0503020203020204" pitchFamily="34" charset="77"/>
                <a:cs typeface="QBE Sans" panose="020B0503020203020204" pitchFamily="34" charset="77"/>
              </a:defRPr>
            </a:lvl1pPr>
            <a:lvl2pPr>
              <a:defRPr sz="2000">
                <a:latin typeface="Stag Medium" panose="02000603060000020004" pitchFamily="50" charset="0"/>
              </a:defRPr>
            </a:lvl2pPr>
            <a:lvl3pPr>
              <a:defRPr sz="1800">
                <a:latin typeface="Stag Medium" panose="02000603060000020004" pitchFamily="50" charset="0"/>
              </a:defRPr>
            </a:lvl3pPr>
            <a:lvl4pPr>
              <a:defRPr>
                <a:latin typeface="Stag Medium" panose="02000603060000020004" pitchFamily="50" charset="0"/>
              </a:defRPr>
            </a:lvl4pPr>
            <a:lvl5pPr>
              <a:defRPr>
                <a:latin typeface="Stag Medium" panose="0200060306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1699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custData r:id="rId1"/>
            </p:custDataLst>
          </p:nvPr>
        </p:nvSpPr>
        <p:spPr/>
        <p:txBody>
          <a:bodyPr/>
          <a:lstStyle/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custData r:id="rId2"/>
            </p:custDataLst>
          </p:nvPr>
        </p:nvSpPr>
        <p:spPr/>
        <p:txBody>
          <a:bodyPr/>
          <a:lstStyle/>
          <a:p>
            <a:pPr lvl="0"/>
            <a:r>
              <a:rPr lang="en-GB"/>
              <a:t>Click to add text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DF66040D-6F20-4F4B-8995-856BEECD84BE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spcAft>
                <a:spcPts val="600"/>
              </a:spcAft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  <p:custDataLst>
              <p:custData r:id="rId3"/>
            </p:custDataLst>
          </p:nvPr>
        </p:nvSpPr>
        <p:spPr>
          <a:xfrm>
            <a:off x="485776" y="806400"/>
            <a:ext cx="11226800" cy="320400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68793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1.xml"/><Relationship Id="rId13" Type="http://schemas.openxmlformats.org/officeDocument/2006/relationships/customXml" Target="../../customXml/item6.xml"/><Relationship Id="rId3" Type="http://schemas.openxmlformats.org/officeDocument/2006/relationships/slideLayout" Target="../slideLayouts/slideLayout3.xml"/><Relationship Id="rId7" Type="http://schemas.openxmlformats.org/officeDocument/2006/relationships/customXml" Target="../../customXml/item8.xml"/><Relationship Id="rId12" Type="http://schemas.openxmlformats.org/officeDocument/2006/relationships/customXml" Target="../../customXml/item5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customXml" Target="../../customXml/item4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customXml" Target="../../customXml/item3.xml"/><Relationship Id="rId4" Type="http://schemas.openxmlformats.org/officeDocument/2006/relationships/slideLayout" Target="../slideLayouts/slideLayout4.xml"/><Relationship Id="rId9" Type="http://schemas.openxmlformats.org/officeDocument/2006/relationships/customXml" Target="../../customXml/item2.xml"/><Relationship Id="rId14" Type="http://schemas.openxmlformats.org/officeDocument/2006/relationships/customXml" Target="../../customXml/item7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26" Type="http://schemas.openxmlformats.org/officeDocument/2006/relationships/customXml" Target="../../customXml/item26.xml"/><Relationship Id="rId3" Type="http://schemas.openxmlformats.org/officeDocument/2006/relationships/slideLayout" Target="../slideLayouts/slideLayout8.xml"/><Relationship Id="rId21" Type="http://schemas.openxmlformats.org/officeDocument/2006/relationships/slideLayout" Target="../slideLayouts/slideLayout26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customXml" Target="../../customXml/item32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5.xml"/><Relationship Id="rId29" Type="http://schemas.openxmlformats.org/officeDocument/2006/relationships/customXml" Target="../../customXml/item29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24" Type="http://schemas.openxmlformats.org/officeDocument/2006/relationships/theme" Target="../theme/theme2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28" Type="http://schemas.openxmlformats.org/officeDocument/2006/relationships/customXml" Target="../../customXml/item28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31" Type="http://schemas.openxmlformats.org/officeDocument/2006/relationships/customXml" Target="../../customXml/item31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Relationship Id="rId27" Type="http://schemas.openxmlformats.org/officeDocument/2006/relationships/customXml" Target="../../customXml/item27.xml"/><Relationship Id="rId30" Type="http://schemas.openxmlformats.org/officeDocument/2006/relationships/customXml" Target="../../customXml/item30.xml"/><Relationship Id="rId8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customXml" Target="../../customXml/item78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customXml" Target="../../customXml/item84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29" Type="http://schemas.openxmlformats.org/officeDocument/2006/relationships/customXml" Target="../../customXml/item81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theme" Target="../theme/theme3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28" Type="http://schemas.openxmlformats.org/officeDocument/2006/relationships/customXml" Target="../../customXml/item80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31" Type="http://schemas.openxmlformats.org/officeDocument/2006/relationships/customXml" Target="../../customXml/item83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customXml" Target="../../customXml/item79.xml"/><Relationship Id="rId30" Type="http://schemas.openxmlformats.org/officeDocument/2006/relationships/customXml" Target="../../customXml/item82.xml"/><Relationship Id="rId8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customXml" Target="../../customXml/item137.xml"/><Relationship Id="rId18" Type="http://schemas.openxmlformats.org/officeDocument/2006/relationships/customXml" Target="../../customXml/item133.xml"/><Relationship Id="rId3" Type="http://schemas.openxmlformats.org/officeDocument/2006/relationships/slideLayout" Target="../slideLayouts/slideLayout54.xml"/><Relationship Id="rId21" Type="http://schemas.openxmlformats.org/officeDocument/2006/relationships/customXml" Target="../../customXml/item136.xml"/><Relationship Id="rId7" Type="http://schemas.openxmlformats.org/officeDocument/2006/relationships/slideLayout" Target="../slideLayouts/slideLayout58.xml"/><Relationship Id="rId12" Type="http://schemas.openxmlformats.org/officeDocument/2006/relationships/theme" Target="../theme/theme4.xml"/><Relationship Id="rId17" Type="http://schemas.openxmlformats.org/officeDocument/2006/relationships/customXml" Target="../../customXml/item132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53.xml"/><Relationship Id="rId16" Type="http://schemas.openxmlformats.org/officeDocument/2006/relationships/customXml" Target="../../customXml/item131.xml"/><Relationship Id="rId20" Type="http://schemas.openxmlformats.org/officeDocument/2006/relationships/customXml" Target="../../customXml/item135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6.xml"/><Relationship Id="rId15" Type="http://schemas.openxmlformats.org/officeDocument/2006/relationships/customXml" Target="../../customXml/item130.xml"/><Relationship Id="rId23" Type="http://schemas.openxmlformats.org/officeDocument/2006/relationships/image" Target="../media/image13.emf"/><Relationship Id="rId10" Type="http://schemas.openxmlformats.org/officeDocument/2006/relationships/slideLayout" Target="../slideLayouts/slideLayout61.xml"/><Relationship Id="rId19" Type="http://schemas.openxmlformats.org/officeDocument/2006/relationships/customXml" Target="../../customXml/item134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ags" Target="../tags/tag9.xml"/><Relationship Id="rId22" Type="http://schemas.openxmlformats.org/officeDocument/2006/relationships/oleObject" Target="../embeddings/oleObject3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customXml" Target="../../customXml/item183.xml"/><Relationship Id="rId18" Type="http://schemas.openxmlformats.org/officeDocument/2006/relationships/customXml" Target="../../customXml/item179.xml"/><Relationship Id="rId3" Type="http://schemas.openxmlformats.org/officeDocument/2006/relationships/slideLayout" Target="../slideLayouts/slideLayout65.xml"/><Relationship Id="rId21" Type="http://schemas.openxmlformats.org/officeDocument/2006/relationships/customXml" Target="../../customXml/item182.xml"/><Relationship Id="rId7" Type="http://schemas.openxmlformats.org/officeDocument/2006/relationships/slideLayout" Target="../slideLayouts/slideLayout69.xml"/><Relationship Id="rId12" Type="http://schemas.openxmlformats.org/officeDocument/2006/relationships/theme" Target="../theme/theme5.xml"/><Relationship Id="rId17" Type="http://schemas.openxmlformats.org/officeDocument/2006/relationships/customXml" Target="../../customXml/item178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64.xml"/><Relationship Id="rId16" Type="http://schemas.openxmlformats.org/officeDocument/2006/relationships/customXml" Target="../../customXml/item177.xml"/><Relationship Id="rId20" Type="http://schemas.openxmlformats.org/officeDocument/2006/relationships/customXml" Target="../../customXml/item181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67.xml"/><Relationship Id="rId15" Type="http://schemas.openxmlformats.org/officeDocument/2006/relationships/customXml" Target="../../customXml/item176.xml"/><Relationship Id="rId23" Type="http://schemas.openxmlformats.org/officeDocument/2006/relationships/image" Target="../media/image13.emf"/><Relationship Id="rId10" Type="http://schemas.openxmlformats.org/officeDocument/2006/relationships/slideLayout" Target="../slideLayouts/slideLayout72.xml"/><Relationship Id="rId19" Type="http://schemas.openxmlformats.org/officeDocument/2006/relationships/customXml" Target="../../customXml/item180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tags" Target="../tags/tag10.xml"/><Relationship Id="rId22" Type="http://schemas.openxmlformats.org/officeDocument/2006/relationships/oleObject" Target="../embeddings/oleObject3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6.xml"/><Relationship Id="rId18" Type="http://schemas.openxmlformats.org/officeDocument/2006/relationships/theme" Target="../theme/theme6.xml"/><Relationship Id="rId26" Type="http://schemas.openxmlformats.org/officeDocument/2006/relationships/customXml" Target="../../customXml/item227.xml"/><Relationship Id="rId3" Type="http://schemas.openxmlformats.org/officeDocument/2006/relationships/slideLayout" Target="../slideLayouts/slideLayout76.xml"/><Relationship Id="rId21" Type="http://schemas.openxmlformats.org/officeDocument/2006/relationships/customXml" Target="../../customXml/item222.xml"/><Relationship Id="rId7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5.xml"/><Relationship Id="rId17" Type="http://schemas.openxmlformats.org/officeDocument/2006/relationships/slideLayout" Target="../slideLayouts/slideLayout90.xml"/><Relationship Id="rId25" Type="http://schemas.openxmlformats.org/officeDocument/2006/relationships/customXml" Target="../../customXml/item226.xml"/><Relationship Id="rId2" Type="http://schemas.openxmlformats.org/officeDocument/2006/relationships/slideLayout" Target="../slideLayouts/slideLayout75.xml"/><Relationship Id="rId16" Type="http://schemas.openxmlformats.org/officeDocument/2006/relationships/slideLayout" Target="../slideLayouts/slideLayout89.xml"/><Relationship Id="rId20" Type="http://schemas.openxmlformats.org/officeDocument/2006/relationships/tags" Target="../tags/tag11.xml"/><Relationship Id="rId29" Type="http://schemas.openxmlformats.org/officeDocument/2006/relationships/image" Target="../media/image15.emf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24" Type="http://schemas.openxmlformats.org/officeDocument/2006/relationships/customXml" Target="../../customXml/item225.xml"/><Relationship Id="rId5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88.xml"/><Relationship Id="rId23" Type="http://schemas.openxmlformats.org/officeDocument/2006/relationships/customXml" Target="../../customXml/item224.xml"/><Relationship Id="rId28" Type="http://schemas.openxmlformats.org/officeDocument/2006/relationships/oleObject" Target="../embeddings/oleObject4.bin"/><Relationship Id="rId10" Type="http://schemas.openxmlformats.org/officeDocument/2006/relationships/slideLayout" Target="../slideLayouts/slideLayout83.xml"/><Relationship Id="rId19" Type="http://schemas.openxmlformats.org/officeDocument/2006/relationships/customXml" Target="../../customXml/item22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7.xml"/><Relationship Id="rId22" Type="http://schemas.openxmlformats.org/officeDocument/2006/relationships/customXml" Target="../../customXml/item223.xml"/><Relationship Id="rId27" Type="http://schemas.openxmlformats.org/officeDocument/2006/relationships/customXml" Target="../../customXml/item228.xml"/><Relationship Id="rId30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03.xml"/><Relationship Id="rId18" Type="http://schemas.openxmlformats.org/officeDocument/2006/relationships/theme" Target="../theme/theme7.xml"/><Relationship Id="rId26" Type="http://schemas.openxmlformats.org/officeDocument/2006/relationships/customXml" Target="../../customXml/item277.xml"/><Relationship Id="rId3" Type="http://schemas.openxmlformats.org/officeDocument/2006/relationships/slideLayout" Target="../slideLayouts/slideLayout93.xml"/><Relationship Id="rId21" Type="http://schemas.openxmlformats.org/officeDocument/2006/relationships/customXml" Target="../../customXml/item272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17" Type="http://schemas.openxmlformats.org/officeDocument/2006/relationships/slideLayout" Target="../slideLayouts/slideLayout107.xml"/><Relationship Id="rId25" Type="http://schemas.openxmlformats.org/officeDocument/2006/relationships/customXml" Target="../../customXml/item276.xml"/><Relationship Id="rId2" Type="http://schemas.openxmlformats.org/officeDocument/2006/relationships/slideLayout" Target="../slideLayouts/slideLayout92.xml"/><Relationship Id="rId16" Type="http://schemas.openxmlformats.org/officeDocument/2006/relationships/slideLayout" Target="../slideLayouts/slideLayout106.xml"/><Relationship Id="rId20" Type="http://schemas.openxmlformats.org/officeDocument/2006/relationships/tags" Target="../tags/tag13.xml"/><Relationship Id="rId29" Type="http://schemas.openxmlformats.org/officeDocument/2006/relationships/image" Target="../media/image15.emf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24" Type="http://schemas.openxmlformats.org/officeDocument/2006/relationships/customXml" Target="../../customXml/item275.xml"/><Relationship Id="rId5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105.xml"/><Relationship Id="rId23" Type="http://schemas.openxmlformats.org/officeDocument/2006/relationships/customXml" Target="../../customXml/item274.xml"/><Relationship Id="rId28" Type="http://schemas.openxmlformats.org/officeDocument/2006/relationships/oleObject" Target="../embeddings/oleObject4.bin"/><Relationship Id="rId10" Type="http://schemas.openxmlformats.org/officeDocument/2006/relationships/slideLayout" Target="../slideLayouts/slideLayout100.xml"/><Relationship Id="rId19" Type="http://schemas.openxmlformats.org/officeDocument/2006/relationships/customXml" Target="../../customXml/item27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slideLayout" Target="../slideLayouts/slideLayout104.xml"/><Relationship Id="rId22" Type="http://schemas.openxmlformats.org/officeDocument/2006/relationships/customXml" Target="../../customXml/item273.xml"/><Relationship Id="rId27" Type="http://schemas.openxmlformats.org/officeDocument/2006/relationships/customXml" Target="../../customXml/item278.xml"/><Relationship Id="rId30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120.xml"/><Relationship Id="rId18" Type="http://schemas.openxmlformats.org/officeDocument/2006/relationships/theme" Target="../theme/theme8.xml"/><Relationship Id="rId26" Type="http://schemas.openxmlformats.org/officeDocument/2006/relationships/customXml" Target="../../customXml/item327.xml"/><Relationship Id="rId3" Type="http://schemas.openxmlformats.org/officeDocument/2006/relationships/slideLayout" Target="../slideLayouts/slideLayout110.xml"/><Relationship Id="rId21" Type="http://schemas.openxmlformats.org/officeDocument/2006/relationships/customXml" Target="../../customXml/item322.xml"/><Relationship Id="rId7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124.xml"/><Relationship Id="rId25" Type="http://schemas.openxmlformats.org/officeDocument/2006/relationships/customXml" Target="../../customXml/item326.xml"/><Relationship Id="rId2" Type="http://schemas.openxmlformats.org/officeDocument/2006/relationships/slideLayout" Target="../slideLayouts/slideLayout109.xml"/><Relationship Id="rId16" Type="http://schemas.openxmlformats.org/officeDocument/2006/relationships/slideLayout" Target="../slideLayouts/slideLayout123.xml"/><Relationship Id="rId20" Type="http://schemas.openxmlformats.org/officeDocument/2006/relationships/tags" Target="../tags/tag15.xml"/><Relationship Id="rId29" Type="http://schemas.openxmlformats.org/officeDocument/2006/relationships/image" Target="../media/image15.emf"/><Relationship Id="rId1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8.xml"/><Relationship Id="rId24" Type="http://schemas.openxmlformats.org/officeDocument/2006/relationships/customXml" Target="../../customXml/item325.xml"/><Relationship Id="rId5" Type="http://schemas.openxmlformats.org/officeDocument/2006/relationships/slideLayout" Target="../slideLayouts/slideLayout112.xml"/><Relationship Id="rId15" Type="http://schemas.openxmlformats.org/officeDocument/2006/relationships/slideLayout" Target="../slideLayouts/slideLayout122.xml"/><Relationship Id="rId23" Type="http://schemas.openxmlformats.org/officeDocument/2006/relationships/customXml" Target="../../customXml/item324.xml"/><Relationship Id="rId28" Type="http://schemas.openxmlformats.org/officeDocument/2006/relationships/oleObject" Target="../embeddings/oleObject4.bin"/><Relationship Id="rId10" Type="http://schemas.openxmlformats.org/officeDocument/2006/relationships/slideLayout" Target="../slideLayouts/slideLayout117.xml"/><Relationship Id="rId19" Type="http://schemas.openxmlformats.org/officeDocument/2006/relationships/customXml" Target="../../customXml/item32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21.xml"/><Relationship Id="rId22" Type="http://schemas.openxmlformats.org/officeDocument/2006/relationships/customXml" Target="../../customXml/item323.xml"/><Relationship Id="rId27" Type="http://schemas.openxmlformats.org/officeDocument/2006/relationships/customXml" Target="../../customXml/item328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Rule">
            <a:extLst>
              <a:ext uri="{FF2B5EF4-FFF2-40B4-BE49-F238E27FC236}">
                <a16:creationId xmlns:a16="http://schemas.microsoft.com/office/drawing/2014/main" id="{BD955FAD-75A5-2D64-CA2C-BAD2BD804A6E}"/>
              </a:ext>
            </a:extLst>
          </p:cNvPr>
          <p:cNvSpPr/>
          <p:nvPr userDrawn="1">
            <p:custDataLst>
              <p:custData r:id="rId8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chemeClr val="dk1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custData r:id="rId9"/>
            </p:custDataLst>
          </p:nvPr>
        </p:nvSpPr>
        <p:spPr>
          <a:xfrm>
            <a:off x="457200" y="1411200"/>
            <a:ext cx="11278800" cy="487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F2755-4D67-7808-1948-919E7A634DA2}"/>
              </a:ext>
            </a:extLst>
          </p:cNvPr>
          <p:cNvSpPr>
            <a:spLocks noGrp="1"/>
          </p:cNvSpPr>
          <p:nvPr>
            <p:ph type="title"/>
            <p:custDataLst>
              <p:custData r:id="rId10"/>
            </p:custDataLst>
          </p:nvPr>
        </p:nvSpPr>
        <p:spPr>
          <a:xfrm>
            <a:off x="457200" y="381600"/>
            <a:ext cx="11278800" cy="462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38964E-4D0C-57EA-04BE-4C762CBC4FDC}"/>
              </a:ext>
            </a:extLst>
          </p:cNvPr>
          <p:cNvSpPr>
            <a:spLocks noGrp="1"/>
          </p:cNvSpPr>
          <p:nvPr>
            <p:ph type="ftr" sz="quarter" idx="3"/>
            <p:custDataLst>
              <p:custData r:id="rId11"/>
            </p:custDataLst>
          </p:nvPr>
        </p:nvSpPr>
        <p:spPr>
          <a:xfrm>
            <a:off x="2374500" y="6570000"/>
            <a:ext cx="3607200" cy="1548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spcAft>
                <a:spcPts val="600"/>
              </a:spcAft>
              <a:defRPr sz="700">
                <a:solidFill>
                  <a:schemeClr val="dk1"/>
                </a:solidFill>
              </a:defRPr>
            </a:lvl1pPr>
          </a:lstStyle>
          <a:p>
            <a:endParaRPr lang="en-GB" dirty="0">
              <a:solidFill>
                <a:schemeClr val="dk1"/>
              </a:solidFill>
            </a:endParaRP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A4CEB918-28DB-EA98-8588-510BE88A3916}"/>
              </a:ext>
            </a:extLst>
          </p:cNvPr>
          <p:cNvSpPr>
            <a:spLocks noGrp="1"/>
          </p:cNvSpPr>
          <p:nvPr>
            <p:ph type="dt" sz="half" idx="2"/>
            <p:custDataLst>
              <p:custData r:id="rId12"/>
            </p:custDataLst>
          </p:nvPr>
        </p:nvSpPr>
        <p:spPr>
          <a:xfrm>
            <a:off x="9927430" y="6447600"/>
            <a:ext cx="1436607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dk1"/>
                </a:solidFill>
              </a:defRPr>
            </a:lvl1pPr>
          </a:lstStyle>
          <a:p>
            <a:fld id="{628C1A70-05D8-4074-9975-95498A287F8F}" type="datetimeFigureOut">
              <a:rPr lang="en-GB" smtClean="0"/>
              <a:pPr/>
              <a:t>25/06/2026</a:t>
            </a:fld>
            <a:endParaRPr lang="en-GB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C9C7E4E-E9E6-7D7F-C6BB-0458042DD118}"/>
              </a:ext>
            </a:extLst>
          </p:cNvPr>
          <p:cNvSpPr>
            <a:spLocks noGrp="1"/>
          </p:cNvSpPr>
          <p:nvPr>
            <p:ph type="sldNum" sz="quarter" idx="4"/>
            <p:custDataLst>
              <p:custData r:id="rId13"/>
            </p:custDataLst>
          </p:nvPr>
        </p:nvSpPr>
        <p:spPr>
          <a:xfrm>
            <a:off x="11368800" y="6620400"/>
            <a:ext cx="3636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dk1"/>
                </a:solidFill>
              </a:defRPr>
            </a:lvl1pPr>
          </a:lstStyle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ContentLogo_WHITE" descr="The Marsh McLennan company logo." hidden="1">
            <a:extLst>
              <a:ext uri="{FF2B5EF4-FFF2-40B4-BE49-F238E27FC236}">
                <a16:creationId xmlns:a16="http://schemas.microsoft.com/office/drawing/2014/main" id="{5A616FB1-D75C-8A3F-BCE8-359DA6970144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11" name="ContentLogo_COLOUR" descr="The Marsh McLennan company logo.">
            <a:extLst>
              <a:ext uri="{FF2B5EF4-FFF2-40B4-BE49-F238E27FC236}">
                <a16:creationId xmlns:a16="http://schemas.microsoft.com/office/drawing/2014/main" id="{9CD68AD3-5697-244F-BA76-4307693B244A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5EA12775-841E-F256-C9D6-B7CA2893DE08}"/>
              </a:ext>
            </a:extLst>
          </p:cNvPr>
          <p:cNvSpPr txBox="1">
            <a:spLocks/>
          </p:cNvSpPr>
          <p:nvPr userDrawn="1">
            <p:custDataLst>
              <p:custData r:id="rId14"/>
            </p:custDataLst>
          </p:nvPr>
        </p:nvSpPr>
        <p:spPr>
          <a:xfrm>
            <a:off x="6210000" y="6606000"/>
            <a:ext cx="5158800" cy="123111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GB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dk1"/>
                </a:solidFill>
              </a:rPr>
              <a:t>© 2026 Marsh. All rights reserved.</a:t>
            </a:r>
          </a:p>
        </p:txBody>
      </p:sp>
    </p:spTree>
    <p:custDataLst>
      <p:custData r:id="rId7"/>
    </p:custDataLst>
    <p:extLst>
      <p:ext uri="{BB962C8B-B14F-4D97-AF65-F5344CB8AC3E}">
        <p14:creationId xmlns:p14="http://schemas.microsoft.com/office/powerpoint/2010/main" val="159296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200" b="0" i="0" kern="1200">
          <a:solidFill>
            <a:schemeClr val="dk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kern="1200">
          <a:solidFill>
            <a:schemeClr val="dk1"/>
          </a:solidFill>
          <a:latin typeface="+mn-lt"/>
          <a:ea typeface="+mn-ea"/>
          <a:cs typeface="+mn-cs"/>
        </a:defRPr>
      </a:lvl1pPr>
      <a:lvl2pPr marL="4572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500" kern="1200">
          <a:solidFill>
            <a:schemeClr val="dk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3pPr>
      <a:lvl4pPr marL="9144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5pPr>
      <a:lvl6pPr marL="13716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6pPr>
      <a:lvl7pPr marL="16002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7pPr>
      <a:lvl8pPr marL="18288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8pPr>
      <a:lvl9pPr marL="20574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7" pos="3912">
          <p15:clr>
            <a:srgbClr val="F26B43"/>
          </p15:clr>
        </p15:guide>
        <p15:guide id="13" pos="288">
          <p15:clr>
            <a:srgbClr val="F26B43"/>
          </p15:clr>
        </p15:guide>
        <p15:guide id="19" pos="3768">
          <p15:clr>
            <a:srgbClr val="F26B43"/>
          </p15:clr>
        </p15:guide>
        <p15:guide id="27" orient="horz" pos="4224">
          <p15:clr>
            <a:srgbClr val="F26B43"/>
          </p15:clr>
        </p15:guide>
        <p15:guide id="29" orient="horz" pos="4032">
          <p15:clr>
            <a:srgbClr val="F26B43"/>
          </p15:clr>
        </p15:guide>
        <p15:guide id="31" orient="horz" pos="607">
          <p15:clr>
            <a:srgbClr val="F26B43"/>
          </p15:clr>
        </p15:guide>
        <p15:guide id="35" orient="horz" pos="888">
          <p15:clr>
            <a:srgbClr val="F26B43"/>
          </p15:clr>
        </p15:guide>
        <p15:guide id="38" orient="horz" pos="3960">
          <p15:clr>
            <a:srgbClr val="F26B43"/>
          </p15:clr>
        </p15:guide>
        <p15:guide id="39" pos="3840">
          <p15:clr>
            <a:srgbClr val="F26B43"/>
          </p15:clr>
        </p15:guide>
        <p15:guide id="40" orient="horz" pos="2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Rule">
            <a:extLst>
              <a:ext uri="{FF2B5EF4-FFF2-40B4-BE49-F238E27FC236}">
                <a16:creationId xmlns:a16="http://schemas.microsoft.com/office/drawing/2014/main" id="{BD955FAD-75A5-2D64-CA2C-BAD2BD804A6E}"/>
              </a:ext>
            </a:extLst>
          </p:cNvPr>
          <p:cNvSpPr/>
          <p:nvPr userDrawn="1">
            <p:custDataLst>
              <p:custData r:id="rId26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chemeClr val="lt1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custData r:id="rId27"/>
            </p:custDataLst>
          </p:nvPr>
        </p:nvSpPr>
        <p:spPr>
          <a:xfrm>
            <a:off x="457200" y="1411200"/>
            <a:ext cx="11278800" cy="487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2</a:t>
            </a:r>
          </a:p>
          <a:p>
            <a:pPr lvl="2"/>
            <a:r>
              <a:rPr lang="en-US"/>
              <a:t>3</a:t>
            </a:r>
          </a:p>
          <a:p>
            <a:pPr lvl="3"/>
            <a:r>
              <a:rPr lang="en-US"/>
              <a:t>4</a:t>
            </a:r>
          </a:p>
          <a:p>
            <a:pPr lvl="4"/>
            <a:r>
              <a:rPr lang="en-US"/>
              <a:t>5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F2755-4D67-7808-1948-919E7A634DA2}"/>
              </a:ext>
            </a:extLst>
          </p:cNvPr>
          <p:cNvSpPr>
            <a:spLocks noGrp="1"/>
          </p:cNvSpPr>
          <p:nvPr>
            <p:ph type="title"/>
            <p:custDataLst>
              <p:custData r:id="rId28"/>
            </p:custDataLst>
          </p:nvPr>
        </p:nvSpPr>
        <p:spPr>
          <a:xfrm>
            <a:off x="457200" y="381600"/>
            <a:ext cx="11278800" cy="462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38964E-4D0C-57EA-04BE-4C762CBC4FDC}"/>
              </a:ext>
            </a:extLst>
          </p:cNvPr>
          <p:cNvSpPr>
            <a:spLocks noGrp="1"/>
          </p:cNvSpPr>
          <p:nvPr>
            <p:ph type="ftr" sz="quarter" idx="3"/>
            <p:custDataLst>
              <p:custData r:id="rId29"/>
            </p:custDataLst>
          </p:nvPr>
        </p:nvSpPr>
        <p:spPr>
          <a:xfrm>
            <a:off x="2374500" y="6570000"/>
            <a:ext cx="3607200" cy="1548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spcAft>
                <a:spcPts val="600"/>
              </a:spcAft>
              <a:defRPr sz="700">
                <a:solidFill>
                  <a:schemeClr val="lt1"/>
                </a:solidFill>
              </a:defRPr>
            </a:lvl1pPr>
          </a:lstStyle>
          <a:p>
            <a:endParaRPr lang="en-GB" dirty="0">
              <a:solidFill>
                <a:schemeClr val="lt1"/>
              </a:solidFill>
            </a:endParaRP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A4CEB918-28DB-EA98-8588-510BE88A3916}"/>
              </a:ext>
            </a:extLst>
          </p:cNvPr>
          <p:cNvSpPr>
            <a:spLocks noGrp="1"/>
          </p:cNvSpPr>
          <p:nvPr>
            <p:ph type="dt" sz="half" idx="2"/>
            <p:custDataLst>
              <p:custData r:id="rId30"/>
            </p:custDataLst>
          </p:nvPr>
        </p:nvSpPr>
        <p:spPr>
          <a:xfrm>
            <a:off x="9927430" y="6447600"/>
            <a:ext cx="1436607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lt1"/>
                </a:solidFill>
              </a:defRPr>
            </a:lvl1pPr>
          </a:lstStyle>
          <a:p>
            <a:fld id="{628C1A70-05D8-4074-9975-95498A287F8F}" type="datetimeFigureOut">
              <a:rPr lang="en-GB" smtClean="0"/>
              <a:pPr/>
              <a:t>25/06/2026</a:t>
            </a:fld>
            <a:endParaRPr lang="en-GB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C9C7E4E-E9E6-7D7F-C6BB-0458042DD118}"/>
              </a:ext>
            </a:extLst>
          </p:cNvPr>
          <p:cNvSpPr>
            <a:spLocks noGrp="1"/>
          </p:cNvSpPr>
          <p:nvPr>
            <p:ph type="sldNum" sz="quarter" idx="4"/>
            <p:custDataLst>
              <p:custData r:id="rId31"/>
            </p:custDataLst>
          </p:nvPr>
        </p:nvSpPr>
        <p:spPr>
          <a:xfrm>
            <a:off x="11368800" y="6620400"/>
            <a:ext cx="3636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lt1"/>
                </a:solidFill>
              </a:defRPr>
            </a:lvl1pPr>
          </a:lstStyle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ContentLogo_WHITE" descr="The Marsh company logo.">
            <a:extLst>
              <a:ext uri="{FF2B5EF4-FFF2-40B4-BE49-F238E27FC236}">
                <a16:creationId xmlns:a16="http://schemas.microsoft.com/office/drawing/2014/main" id="{A81B4D8F-436B-7D3D-0EBF-96ABC51B193E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11" name="ContentLogo_COLOUR" descr="The Marsh company logo." hidden="1">
            <a:extLst>
              <a:ext uri="{FF2B5EF4-FFF2-40B4-BE49-F238E27FC236}">
                <a16:creationId xmlns:a16="http://schemas.microsoft.com/office/drawing/2014/main" id="{4471E574-2BEA-988D-6AC5-A9FC3416447E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25"/>
    </p:custDataLst>
    <p:extLst>
      <p:ext uri="{BB962C8B-B14F-4D97-AF65-F5344CB8AC3E}">
        <p14:creationId xmlns:p14="http://schemas.microsoft.com/office/powerpoint/2010/main" val="3345232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</p:sldLayoutIdLst>
  <p:hf hd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200" b="0" i="0" kern="1200">
          <a:solidFill>
            <a:schemeClr val="l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kern="1200">
          <a:solidFill>
            <a:schemeClr val="lt1"/>
          </a:solidFill>
          <a:latin typeface="+mn-lt"/>
          <a:ea typeface="+mn-ea"/>
          <a:cs typeface="+mn-cs"/>
        </a:defRPr>
      </a:lvl1pPr>
      <a:lvl2pPr marL="4572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500" kern="1200">
          <a:solidFill>
            <a:schemeClr val="lt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lt1"/>
          </a:solidFill>
          <a:latin typeface="+mn-lt"/>
          <a:ea typeface="+mn-ea"/>
          <a:cs typeface="+mn-cs"/>
        </a:defRPr>
      </a:lvl3pPr>
      <a:lvl4pPr marL="9144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lt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lt1"/>
          </a:solidFill>
          <a:latin typeface="+mn-lt"/>
          <a:ea typeface="+mn-ea"/>
          <a:cs typeface="+mn-cs"/>
        </a:defRPr>
      </a:lvl5pPr>
      <a:lvl6pPr marL="13716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lt1"/>
          </a:solidFill>
          <a:latin typeface="+mn-lt"/>
          <a:ea typeface="+mn-ea"/>
          <a:cs typeface="+mn-cs"/>
        </a:defRPr>
      </a:lvl6pPr>
      <a:lvl7pPr marL="16002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lt1"/>
          </a:solidFill>
          <a:latin typeface="+mn-lt"/>
          <a:ea typeface="+mn-ea"/>
          <a:cs typeface="+mn-cs"/>
        </a:defRPr>
      </a:lvl7pPr>
      <a:lvl8pPr marL="18288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lt1"/>
          </a:solidFill>
          <a:latin typeface="+mn-lt"/>
          <a:ea typeface="+mn-ea"/>
          <a:cs typeface="+mn-cs"/>
        </a:defRPr>
      </a:lvl8pPr>
      <a:lvl9pPr marL="20574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lt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7" pos="3912">
          <p15:clr>
            <a:srgbClr val="F26B43"/>
          </p15:clr>
        </p15:guide>
        <p15:guide id="13" pos="288">
          <p15:clr>
            <a:srgbClr val="F26B43"/>
          </p15:clr>
        </p15:guide>
        <p15:guide id="19" pos="3768">
          <p15:clr>
            <a:srgbClr val="F26B43"/>
          </p15:clr>
        </p15:guide>
        <p15:guide id="27" orient="horz" pos="4224">
          <p15:clr>
            <a:srgbClr val="F26B43"/>
          </p15:clr>
        </p15:guide>
        <p15:guide id="29" orient="horz" pos="4032">
          <p15:clr>
            <a:srgbClr val="F26B43"/>
          </p15:clr>
        </p15:guide>
        <p15:guide id="31" orient="horz" pos="607">
          <p15:clr>
            <a:srgbClr val="F26B43"/>
          </p15:clr>
        </p15:guide>
        <p15:guide id="35" orient="horz" pos="888">
          <p15:clr>
            <a:srgbClr val="F26B43"/>
          </p15:clr>
        </p15:guide>
        <p15:guide id="38" orient="horz" pos="3960">
          <p15:clr>
            <a:srgbClr val="F26B43"/>
          </p15:clr>
        </p15:guide>
        <p15:guide id="39" pos="3840">
          <p15:clr>
            <a:srgbClr val="F26B43"/>
          </p15:clr>
        </p15:guide>
        <p15:guide id="40" orient="horz" pos="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Rule">
            <a:extLst>
              <a:ext uri="{FF2B5EF4-FFF2-40B4-BE49-F238E27FC236}">
                <a16:creationId xmlns:a16="http://schemas.microsoft.com/office/drawing/2014/main" id="{BD955FAD-75A5-2D64-CA2C-BAD2BD804A6E}"/>
              </a:ext>
            </a:extLst>
          </p:cNvPr>
          <p:cNvSpPr/>
          <p:nvPr userDrawn="1">
            <p:custDataLst>
              <p:custData r:id="rId26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chemeClr val="lt1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custData r:id="rId27"/>
            </p:custDataLst>
          </p:nvPr>
        </p:nvSpPr>
        <p:spPr>
          <a:xfrm>
            <a:off x="457200" y="1411200"/>
            <a:ext cx="11278800" cy="487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2</a:t>
            </a:r>
          </a:p>
          <a:p>
            <a:pPr lvl="2"/>
            <a:r>
              <a:rPr lang="en-US"/>
              <a:t>3</a:t>
            </a:r>
          </a:p>
          <a:p>
            <a:pPr lvl="3"/>
            <a:r>
              <a:rPr lang="en-US"/>
              <a:t>4</a:t>
            </a:r>
          </a:p>
          <a:p>
            <a:pPr lvl="4"/>
            <a:r>
              <a:rPr lang="en-US"/>
              <a:t>5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F2755-4D67-7808-1948-919E7A634DA2}"/>
              </a:ext>
            </a:extLst>
          </p:cNvPr>
          <p:cNvSpPr>
            <a:spLocks noGrp="1"/>
          </p:cNvSpPr>
          <p:nvPr>
            <p:ph type="title"/>
            <p:custDataLst>
              <p:custData r:id="rId28"/>
            </p:custDataLst>
          </p:nvPr>
        </p:nvSpPr>
        <p:spPr>
          <a:xfrm>
            <a:off x="457200" y="381600"/>
            <a:ext cx="11278800" cy="462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38964E-4D0C-57EA-04BE-4C762CBC4FDC}"/>
              </a:ext>
            </a:extLst>
          </p:cNvPr>
          <p:cNvSpPr>
            <a:spLocks noGrp="1"/>
          </p:cNvSpPr>
          <p:nvPr>
            <p:ph type="ftr" sz="quarter" idx="3"/>
            <p:custDataLst>
              <p:custData r:id="rId29"/>
            </p:custDataLst>
          </p:nvPr>
        </p:nvSpPr>
        <p:spPr>
          <a:xfrm>
            <a:off x="2374500" y="6570000"/>
            <a:ext cx="3607200" cy="1548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spcAft>
                <a:spcPts val="600"/>
              </a:spcAft>
              <a:defRPr sz="700">
                <a:solidFill>
                  <a:schemeClr val="lt1"/>
                </a:solidFill>
              </a:defRPr>
            </a:lvl1pPr>
          </a:lstStyle>
          <a:p>
            <a:endParaRPr lang="en-GB" dirty="0">
              <a:solidFill>
                <a:schemeClr val="lt1"/>
              </a:solidFill>
            </a:endParaRP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A4CEB918-28DB-EA98-8588-510BE88A3916}"/>
              </a:ext>
            </a:extLst>
          </p:cNvPr>
          <p:cNvSpPr>
            <a:spLocks noGrp="1"/>
          </p:cNvSpPr>
          <p:nvPr>
            <p:ph type="dt" sz="half" idx="2"/>
            <p:custDataLst>
              <p:custData r:id="rId30"/>
            </p:custDataLst>
          </p:nvPr>
        </p:nvSpPr>
        <p:spPr>
          <a:xfrm>
            <a:off x="9927430" y="6447600"/>
            <a:ext cx="1436607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lt1"/>
                </a:solidFill>
              </a:defRPr>
            </a:lvl1pPr>
          </a:lstStyle>
          <a:p>
            <a:fld id="{628C1A70-05D8-4074-9975-95498A287F8F}" type="datetimeFigureOut">
              <a:rPr lang="en-GB" smtClean="0"/>
              <a:pPr/>
              <a:t>25/06/2026</a:t>
            </a:fld>
            <a:endParaRPr lang="en-GB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C9C7E4E-E9E6-7D7F-C6BB-0458042DD118}"/>
              </a:ext>
            </a:extLst>
          </p:cNvPr>
          <p:cNvSpPr>
            <a:spLocks noGrp="1"/>
          </p:cNvSpPr>
          <p:nvPr>
            <p:ph type="sldNum" sz="quarter" idx="4"/>
            <p:custDataLst>
              <p:custData r:id="rId31"/>
            </p:custDataLst>
          </p:nvPr>
        </p:nvSpPr>
        <p:spPr>
          <a:xfrm>
            <a:off x="11368800" y="6620400"/>
            <a:ext cx="3636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lt1"/>
                </a:solidFill>
              </a:defRPr>
            </a:lvl1pPr>
          </a:lstStyle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ContentLogo_WHITE" descr="The Marsh company logo.">
            <a:extLst>
              <a:ext uri="{FF2B5EF4-FFF2-40B4-BE49-F238E27FC236}">
                <a16:creationId xmlns:a16="http://schemas.microsoft.com/office/drawing/2014/main" id="{A81B4D8F-436B-7D3D-0EBF-96ABC51B193E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11" name="ContentLogo_COLOUR" descr="The Marsh company logo." hidden="1">
            <a:extLst>
              <a:ext uri="{FF2B5EF4-FFF2-40B4-BE49-F238E27FC236}">
                <a16:creationId xmlns:a16="http://schemas.microsoft.com/office/drawing/2014/main" id="{4471E574-2BEA-988D-6AC5-A9FC3416447E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25"/>
    </p:custDataLst>
    <p:extLst>
      <p:ext uri="{BB962C8B-B14F-4D97-AF65-F5344CB8AC3E}">
        <p14:creationId xmlns:p14="http://schemas.microsoft.com/office/powerpoint/2010/main" val="4004643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</p:sldLayoutIdLst>
  <p:hf hd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200" b="0" i="0" kern="1200">
          <a:solidFill>
            <a:schemeClr val="l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kern="1200">
          <a:solidFill>
            <a:schemeClr val="lt1"/>
          </a:solidFill>
          <a:latin typeface="+mn-lt"/>
          <a:ea typeface="+mn-ea"/>
          <a:cs typeface="+mn-cs"/>
        </a:defRPr>
      </a:lvl1pPr>
      <a:lvl2pPr marL="4572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500" kern="1200">
          <a:solidFill>
            <a:schemeClr val="lt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lt1"/>
          </a:solidFill>
          <a:latin typeface="+mn-lt"/>
          <a:ea typeface="+mn-ea"/>
          <a:cs typeface="+mn-cs"/>
        </a:defRPr>
      </a:lvl3pPr>
      <a:lvl4pPr marL="9144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lt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lt1"/>
          </a:solidFill>
          <a:latin typeface="+mn-lt"/>
          <a:ea typeface="+mn-ea"/>
          <a:cs typeface="+mn-cs"/>
        </a:defRPr>
      </a:lvl5pPr>
      <a:lvl6pPr marL="13716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lt1"/>
          </a:solidFill>
          <a:latin typeface="+mn-lt"/>
          <a:ea typeface="+mn-ea"/>
          <a:cs typeface="+mn-cs"/>
        </a:defRPr>
      </a:lvl6pPr>
      <a:lvl7pPr marL="16002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lt1"/>
          </a:solidFill>
          <a:latin typeface="+mn-lt"/>
          <a:ea typeface="+mn-ea"/>
          <a:cs typeface="+mn-cs"/>
        </a:defRPr>
      </a:lvl7pPr>
      <a:lvl8pPr marL="18288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lt1"/>
          </a:solidFill>
          <a:latin typeface="+mn-lt"/>
          <a:ea typeface="+mn-ea"/>
          <a:cs typeface="+mn-cs"/>
        </a:defRPr>
      </a:lvl8pPr>
      <a:lvl9pPr marL="20574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lt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7" pos="3912">
          <p15:clr>
            <a:srgbClr val="F26B43"/>
          </p15:clr>
        </p15:guide>
        <p15:guide id="13" pos="288">
          <p15:clr>
            <a:srgbClr val="F26B43"/>
          </p15:clr>
        </p15:guide>
        <p15:guide id="19" pos="3768">
          <p15:clr>
            <a:srgbClr val="F26B43"/>
          </p15:clr>
        </p15:guide>
        <p15:guide id="27" orient="horz" pos="4224">
          <p15:clr>
            <a:srgbClr val="F26B43"/>
          </p15:clr>
        </p15:guide>
        <p15:guide id="29" orient="horz" pos="4032">
          <p15:clr>
            <a:srgbClr val="F26B43"/>
          </p15:clr>
        </p15:guide>
        <p15:guide id="31" orient="horz" pos="607">
          <p15:clr>
            <a:srgbClr val="F26B43"/>
          </p15:clr>
        </p15:guide>
        <p15:guide id="35" orient="horz" pos="888">
          <p15:clr>
            <a:srgbClr val="F26B43"/>
          </p15:clr>
        </p15:guide>
        <p15:guide id="38" orient="horz" pos="3960">
          <p15:clr>
            <a:srgbClr val="F26B43"/>
          </p15:clr>
        </p15:guide>
        <p15:guide id="39" pos="3840">
          <p15:clr>
            <a:srgbClr val="F26B43"/>
          </p15:clr>
        </p15:guide>
        <p15:guide id="40" orient="horz" pos="2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EFBCC1B-626B-70C6-6317-57C5408D85D7}"/>
              </a:ext>
            </a:extLst>
          </p:cNvPr>
          <p:cNvGraphicFramePr>
            <a:graphicFrameLocks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672898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426" imgH="426" progId="TCLayout.ActiveDocument.1">
                  <p:embed/>
                </p:oleObj>
              </mc:Choice>
              <mc:Fallback>
                <p:oleObj name="think-cell Slide" r:id="rId22" imgW="426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FBCC1B-626B-70C6-6317-57C5408D85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ooter Rule">
            <a:extLst>
              <a:ext uri="{FF2B5EF4-FFF2-40B4-BE49-F238E27FC236}">
                <a16:creationId xmlns:a16="http://schemas.microsoft.com/office/drawing/2014/main" id="{BD955FAD-75A5-2D64-CA2C-BAD2BD804A6E}"/>
              </a:ext>
            </a:extLst>
          </p:cNvPr>
          <p:cNvSpPr/>
          <p:nvPr userDrawn="1">
            <p:custDataLst>
              <p:custData r:id="rId15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chemeClr val="dk1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custData r:id="rId16"/>
            </p:custDataLst>
          </p:nvPr>
        </p:nvSpPr>
        <p:spPr>
          <a:xfrm>
            <a:off x="457200" y="1411200"/>
            <a:ext cx="11278800" cy="487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2</a:t>
            </a:r>
          </a:p>
          <a:p>
            <a:pPr lvl="2"/>
            <a:r>
              <a:rPr lang="en-US"/>
              <a:t>3</a:t>
            </a:r>
          </a:p>
          <a:p>
            <a:pPr lvl="3"/>
            <a:r>
              <a:rPr lang="en-US"/>
              <a:t>4</a:t>
            </a:r>
          </a:p>
          <a:p>
            <a:pPr lvl="4"/>
            <a:r>
              <a:rPr lang="en-US"/>
              <a:t>5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F2755-4D67-7808-1948-919E7A634DA2}"/>
              </a:ext>
            </a:extLst>
          </p:cNvPr>
          <p:cNvSpPr>
            <a:spLocks noGrp="1"/>
          </p:cNvSpPr>
          <p:nvPr>
            <p:ph type="title"/>
            <p:custDataLst>
              <p:custData r:id="rId17"/>
            </p:custDataLst>
          </p:nvPr>
        </p:nvSpPr>
        <p:spPr>
          <a:xfrm>
            <a:off x="457200" y="381600"/>
            <a:ext cx="11278800" cy="462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  <a:endParaRPr lang="en-GB" dirty="0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6F803E00-8150-57E6-D150-BB5FF2C89A24}"/>
              </a:ext>
            </a:extLst>
          </p:cNvPr>
          <p:cNvSpPr txBox="1">
            <a:spLocks/>
          </p:cNvSpPr>
          <p:nvPr userDrawn="1">
            <p:custDataLst>
              <p:custData r:id="rId18"/>
            </p:custDataLst>
          </p:nvPr>
        </p:nvSpPr>
        <p:spPr>
          <a:xfrm>
            <a:off x="6210000" y="6606000"/>
            <a:ext cx="5158800" cy="123111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GB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dk1"/>
                </a:solidFill>
              </a:rPr>
              <a:t>Copyright © 2026 Marsh. All rights reserved.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38964E-4D0C-57EA-04BE-4C762CBC4FDC}"/>
              </a:ext>
            </a:extLst>
          </p:cNvPr>
          <p:cNvSpPr>
            <a:spLocks noGrp="1"/>
          </p:cNvSpPr>
          <p:nvPr>
            <p:ph type="ftr" sz="quarter" idx="3"/>
            <p:custDataLst>
              <p:custData r:id="rId19"/>
            </p:custDataLst>
          </p:nvPr>
        </p:nvSpPr>
        <p:spPr>
          <a:xfrm>
            <a:off x="2374500" y="6570000"/>
            <a:ext cx="3607200" cy="1548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spcAft>
                <a:spcPts val="600"/>
              </a:spcAft>
              <a:defRPr sz="700">
                <a:solidFill>
                  <a:schemeClr val="dk1"/>
                </a:solidFill>
              </a:defRPr>
            </a:lvl1pPr>
          </a:lstStyle>
          <a:p>
            <a:endParaRPr lang="en-GB" dirty="0">
              <a:solidFill>
                <a:schemeClr val="dk1"/>
              </a:solidFill>
            </a:endParaRP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A4CEB918-28DB-EA98-8588-510BE88A3916}"/>
              </a:ext>
            </a:extLst>
          </p:cNvPr>
          <p:cNvSpPr>
            <a:spLocks noGrp="1"/>
          </p:cNvSpPr>
          <p:nvPr>
            <p:ph type="dt" sz="half" idx="2"/>
            <p:custDataLst>
              <p:custData r:id="rId20"/>
            </p:custDataLst>
          </p:nvPr>
        </p:nvSpPr>
        <p:spPr>
          <a:xfrm>
            <a:off x="9927430" y="6447600"/>
            <a:ext cx="1436607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dk1"/>
                </a:solidFill>
              </a:defRPr>
            </a:lvl1pPr>
          </a:lstStyle>
          <a:p>
            <a:fld id="{628C1A70-05D8-4074-9975-95498A287F8F}" type="datetimeFigureOut">
              <a:rPr lang="en-GB" smtClean="0"/>
              <a:pPr/>
              <a:t>25/06/2026</a:t>
            </a:fld>
            <a:endParaRPr lang="en-GB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C9C7E4E-E9E6-7D7F-C6BB-0458042DD118}"/>
              </a:ext>
            </a:extLst>
          </p:cNvPr>
          <p:cNvSpPr>
            <a:spLocks noGrp="1"/>
          </p:cNvSpPr>
          <p:nvPr>
            <p:ph type="sldNum" sz="quarter" idx="4"/>
            <p:custDataLst>
              <p:custData r:id="rId21"/>
            </p:custDataLst>
          </p:nvPr>
        </p:nvSpPr>
        <p:spPr>
          <a:xfrm>
            <a:off x="11368800" y="6620400"/>
            <a:ext cx="3636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dk1"/>
                </a:solidFill>
              </a:defRPr>
            </a:lvl1pPr>
          </a:lstStyle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ContentLogo_WHITE" descr="The Marsh McLennan company logo." hidden="1">
            <a:extLst>
              <a:ext uri="{FF2B5EF4-FFF2-40B4-BE49-F238E27FC236}">
                <a16:creationId xmlns:a16="http://schemas.microsoft.com/office/drawing/2014/main" id="{5A616FB1-D75C-8A3F-BCE8-359DA6970144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11" name="ContentLogo_COLOUR" descr="The Marsh McLennan company logo.">
            <a:extLst>
              <a:ext uri="{FF2B5EF4-FFF2-40B4-BE49-F238E27FC236}">
                <a16:creationId xmlns:a16="http://schemas.microsoft.com/office/drawing/2014/main" id="{9CD68AD3-5697-244F-BA76-4307693B244A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3"/>
    </p:custDataLst>
    <p:extLst>
      <p:ext uri="{BB962C8B-B14F-4D97-AF65-F5344CB8AC3E}">
        <p14:creationId xmlns:p14="http://schemas.microsoft.com/office/powerpoint/2010/main" val="863861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hd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200" b="0" i="0" kern="1200">
          <a:solidFill>
            <a:schemeClr val="dk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kern="1200">
          <a:solidFill>
            <a:schemeClr val="dk1"/>
          </a:solidFill>
          <a:latin typeface="+mn-lt"/>
          <a:ea typeface="+mn-ea"/>
          <a:cs typeface="+mn-cs"/>
        </a:defRPr>
      </a:lvl1pPr>
      <a:lvl2pPr marL="4572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500" kern="1200">
          <a:solidFill>
            <a:schemeClr val="dk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3pPr>
      <a:lvl4pPr marL="9144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5pPr>
      <a:lvl6pPr marL="13716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6pPr>
      <a:lvl7pPr marL="16002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7pPr>
      <a:lvl8pPr marL="18288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8pPr>
      <a:lvl9pPr marL="20574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7" pos="3912">
          <p15:clr>
            <a:srgbClr val="F26B43"/>
          </p15:clr>
        </p15:guide>
        <p15:guide id="13" pos="288">
          <p15:clr>
            <a:srgbClr val="F26B43"/>
          </p15:clr>
        </p15:guide>
        <p15:guide id="19" pos="3768">
          <p15:clr>
            <a:srgbClr val="F26B43"/>
          </p15:clr>
        </p15:guide>
        <p15:guide id="27" orient="horz" pos="4224">
          <p15:clr>
            <a:srgbClr val="F26B43"/>
          </p15:clr>
        </p15:guide>
        <p15:guide id="29" orient="horz" pos="4032">
          <p15:clr>
            <a:srgbClr val="F26B43"/>
          </p15:clr>
        </p15:guide>
        <p15:guide id="31" orient="horz" pos="607">
          <p15:clr>
            <a:srgbClr val="F26B43"/>
          </p15:clr>
        </p15:guide>
        <p15:guide id="35" orient="horz" pos="888">
          <p15:clr>
            <a:srgbClr val="F26B43"/>
          </p15:clr>
        </p15:guide>
        <p15:guide id="38" orient="horz" pos="3960">
          <p15:clr>
            <a:srgbClr val="F26B43"/>
          </p15:clr>
        </p15:guide>
        <p15:guide id="39" pos="3840">
          <p15:clr>
            <a:srgbClr val="F26B43"/>
          </p15:clr>
        </p15:guide>
        <p15:guide id="40" orient="horz" pos="2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EFBCC1B-626B-70C6-6317-57C5408D85D7}"/>
              </a:ext>
            </a:extLst>
          </p:cNvPr>
          <p:cNvGraphicFramePr>
            <a:graphicFrameLocks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672898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426" imgH="426" progId="TCLayout.ActiveDocument.1">
                  <p:embed/>
                </p:oleObj>
              </mc:Choice>
              <mc:Fallback>
                <p:oleObj name="think-cell Slide" r:id="rId22" imgW="426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FBCC1B-626B-70C6-6317-57C5408D85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ooter Rule">
            <a:extLst>
              <a:ext uri="{FF2B5EF4-FFF2-40B4-BE49-F238E27FC236}">
                <a16:creationId xmlns:a16="http://schemas.microsoft.com/office/drawing/2014/main" id="{BD955FAD-75A5-2D64-CA2C-BAD2BD804A6E}"/>
              </a:ext>
            </a:extLst>
          </p:cNvPr>
          <p:cNvSpPr/>
          <p:nvPr userDrawn="1">
            <p:custDataLst>
              <p:custData r:id="rId15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chemeClr val="dk1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custData r:id="rId16"/>
            </p:custDataLst>
          </p:nvPr>
        </p:nvSpPr>
        <p:spPr>
          <a:xfrm>
            <a:off x="457200" y="1411200"/>
            <a:ext cx="11278800" cy="487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2</a:t>
            </a:r>
          </a:p>
          <a:p>
            <a:pPr lvl="2"/>
            <a:r>
              <a:rPr lang="en-US"/>
              <a:t>3</a:t>
            </a:r>
          </a:p>
          <a:p>
            <a:pPr lvl="3"/>
            <a:r>
              <a:rPr lang="en-US"/>
              <a:t>4</a:t>
            </a:r>
          </a:p>
          <a:p>
            <a:pPr lvl="4"/>
            <a:r>
              <a:rPr lang="en-US"/>
              <a:t>5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F2755-4D67-7808-1948-919E7A634DA2}"/>
              </a:ext>
            </a:extLst>
          </p:cNvPr>
          <p:cNvSpPr>
            <a:spLocks noGrp="1"/>
          </p:cNvSpPr>
          <p:nvPr>
            <p:ph type="title"/>
            <p:custDataLst>
              <p:custData r:id="rId17"/>
            </p:custDataLst>
          </p:nvPr>
        </p:nvSpPr>
        <p:spPr>
          <a:xfrm>
            <a:off x="457200" y="381600"/>
            <a:ext cx="11278800" cy="462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  <a:endParaRPr lang="en-GB" dirty="0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6F803E00-8150-57E6-D150-BB5FF2C89A24}"/>
              </a:ext>
            </a:extLst>
          </p:cNvPr>
          <p:cNvSpPr txBox="1">
            <a:spLocks/>
          </p:cNvSpPr>
          <p:nvPr userDrawn="1">
            <p:custDataLst>
              <p:custData r:id="rId18"/>
            </p:custDataLst>
          </p:nvPr>
        </p:nvSpPr>
        <p:spPr>
          <a:xfrm>
            <a:off x="6210000" y="6606000"/>
            <a:ext cx="5158800" cy="123111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GB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dk1"/>
                </a:solidFill>
              </a:rPr>
              <a:t>Copyright © 2026 Marsh. All rights reserved.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38964E-4D0C-57EA-04BE-4C762CBC4FDC}"/>
              </a:ext>
            </a:extLst>
          </p:cNvPr>
          <p:cNvSpPr>
            <a:spLocks noGrp="1"/>
          </p:cNvSpPr>
          <p:nvPr>
            <p:ph type="ftr" sz="quarter" idx="3"/>
            <p:custDataLst>
              <p:custData r:id="rId19"/>
            </p:custDataLst>
          </p:nvPr>
        </p:nvSpPr>
        <p:spPr>
          <a:xfrm>
            <a:off x="2374500" y="6570000"/>
            <a:ext cx="3607200" cy="1548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spcAft>
                <a:spcPts val="600"/>
              </a:spcAft>
              <a:defRPr sz="700">
                <a:solidFill>
                  <a:schemeClr val="dk1"/>
                </a:solidFill>
              </a:defRPr>
            </a:lvl1pPr>
          </a:lstStyle>
          <a:p>
            <a:endParaRPr lang="en-GB" dirty="0">
              <a:solidFill>
                <a:schemeClr val="dk1"/>
              </a:solidFill>
            </a:endParaRP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A4CEB918-28DB-EA98-8588-510BE88A3916}"/>
              </a:ext>
            </a:extLst>
          </p:cNvPr>
          <p:cNvSpPr>
            <a:spLocks noGrp="1"/>
          </p:cNvSpPr>
          <p:nvPr>
            <p:ph type="dt" sz="half" idx="2"/>
            <p:custDataLst>
              <p:custData r:id="rId20"/>
            </p:custDataLst>
          </p:nvPr>
        </p:nvSpPr>
        <p:spPr>
          <a:xfrm>
            <a:off x="9927430" y="6447600"/>
            <a:ext cx="1436607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dk1"/>
                </a:solidFill>
              </a:defRPr>
            </a:lvl1pPr>
          </a:lstStyle>
          <a:p>
            <a:fld id="{628C1A70-05D8-4074-9975-95498A287F8F}" type="datetimeFigureOut">
              <a:rPr lang="en-GB" smtClean="0"/>
              <a:pPr/>
              <a:t>25/06/2026</a:t>
            </a:fld>
            <a:endParaRPr lang="en-GB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C9C7E4E-E9E6-7D7F-C6BB-0458042DD118}"/>
              </a:ext>
            </a:extLst>
          </p:cNvPr>
          <p:cNvSpPr>
            <a:spLocks noGrp="1"/>
          </p:cNvSpPr>
          <p:nvPr>
            <p:ph type="sldNum" sz="quarter" idx="4"/>
            <p:custDataLst>
              <p:custData r:id="rId21"/>
            </p:custDataLst>
          </p:nvPr>
        </p:nvSpPr>
        <p:spPr>
          <a:xfrm>
            <a:off x="11368800" y="6620400"/>
            <a:ext cx="3636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dk1"/>
                </a:solidFill>
              </a:defRPr>
            </a:lvl1pPr>
          </a:lstStyle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ContentLogo_WHITE" descr="The Marsh McLennan company logo." hidden="1">
            <a:extLst>
              <a:ext uri="{FF2B5EF4-FFF2-40B4-BE49-F238E27FC236}">
                <a16:creationId xmlns:a16="http://schemas.microsoft.com/office/drawing/2014/main" id="{5A616FB1-D75C-8A3F-BCE8-359DA6970144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11" name="ContentLogo_COLOUR" descr="The Marsh McLennan company logo.">
            <a:extLst>
              <a:ext uri="{FF2B5EF4-FFF2-40B4-BE49-F238E27FC236}">
                <a16:creationId xmlns:a16="http://schemas.microsoft.com/office/drawing/2014/main" id="{9CD68AD3-5697-244F-BA76-4307693B244A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3"/>
    </p:custDataLst>
    <p:extLst>
      <p:ext uri="{BB962C8B-B14F-4D97-AF65-F5344CB8AC3E}">
        <p14:creationId xmlns:p14="http://schemas.microsoft.com/office/powerpoint/2010/main" val="725295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200" b="0" i="0" kern="1200">
          <a:solidFill>
            <a:schemeClr val="dk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kern="1200">
          <a:solidFill>
            <a:schemeClr val="dk1"/>
          </a:solidFill>
          <a:latin typeface="+mn-lt"/>
          <a:ea typeface="+mn-ea"/>
          <a:cs typeface="+mn-cs"/>
        </a:defRPr>
      </a:lvl1pPr>
      <a:lvl2pPr marL="4572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500" kern="1200">
          <a:solidFill>
            <a:schemeClr val="dk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3pPr>
      <a:lvl4pPr marL="9144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5pPr>
      <a:lvl6pPr marL="13716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6pPr>
      <a:lvl7pPr marL="16002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7pPr>
      <a:lvl8pPr marL="18288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8pPr>
      <a:lvl9pPr marL="20574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7" pos="3912">
          <p15:clr>
            <a:srgbClr val="F26B43"/>
          </p15:clr>
        </p15:guide>
        <p15:guide id="13" pos="288">
          <p15:clr>
            <a:srgbClr val="F26B43"/>
          </p15:clr>
        </p15:guide>
        <p15:guide id="19" pos="3768">
          <p15:clr>
            <a:srgbClr val="F26B43"/>
          </p15:clr>
        </p15:guide>
        <p15:guide id="27" orient="horz" pos="4224">
          <p15:clr>
            <a:srgbClr val="F26B43"/>
          </p15:clr>
        </p15:guide>
        <p15:guide id="29" orient="horz" pos="4032">
          <p15:clr>
            <a:srgbClr val="F26B43"/>
          </p15:clr>
        </p15:guide>
        <p15:guide id="31" orient="horz" pos="607">
          <p15:clr>
            <a:srgbClr val="F26B43"/>
          </p15:clr>
        </p15:guide>
        <p15:guide id="35" orient="horz" pos="888">
          <p15:clr>
            <a:srgbClr val="F26B43"/>
          </p15:clr>
        </p15:guide>
        <p15:guide id="38" orient="horz" pos="3960">
          <p15:clr>
            <a:srgbClr val="F26B43"/>
          </p15:clr>
        </p15:guide>
        <p15:guide id="39" pos="3840">
          <p15:clr>
            <a:srgbClr val="F26B43"/>
          </p15:clr>
        </p15:guide>
        <p15:guide id="40" orient="horz" pos="2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1D680533-9F17-192B-0000-015C24CC08E4}"/>
              </a:ext>
            </a:extLst>
          </p:cNvPr>
          <p:cNvGraphicFramePr>
            <a:graphicFrameLocks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1169585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84" imgH="384" progId="TCLayout.ActiveDocument.1">
                  <p:embed/>
                </p:oleObj>
              </mc:Choice>
              <mc:Fallback>
                <p:oleObj name="think-cell Slide" r:id="rId28" imgW="384" imgH="384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680533-9F17-192B-0000-015C24CC08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ooter Rule">
            <a:extLst>
              <a:ext uri="{FF2B5EF4-FFF2-40B4-BE49-F238E27FC236}">
                <a16:creationId xmlns:a16="http://schemas.microsoft.com/office/drawing/2014/main" id="{BD955FAD-75A5-2D64-CA2C-BAD2BD804A6E}"/>
              </a:ext>
            </a:extLst>
          </p:cNvPr>
          <p:cNvSpPr/>
          <p:nvPr userDrawn="1">
            <p:custDataLst>
              <p:custData r:id="rId21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chemeClr val="dk1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custData r:id="rId22"/>
            </p:custDataLst>
          </p:nvPr>
        </p:nvSpPr>
        <p:spPr>
          <a:xfrm>
            <a:off x="457200" y="1411200"/>
            <a:ext cx="11278800" cy="487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F2755-4D67-7808-1948-919E7A634DA2}"/>
              </a:ext>
            </a:extLst>
          </p:cNvPr>
          <p:cNvSpPr>
            <a:spLocks noGrp="1"/>
          </p:cNvSpPr>
          <p:nvPr>
            <p:ph type="title"/>
            <p:custDataLst>
              <p:custData r:id="rId23"/>
            </p:custDataLst>
          </p:nvPr>
        </p:nvSpPr>
        <p:spPr>
          <a:xfrm>
            <a:off x="457200" y="381600"/>
            <a:ext cx="11278800" cy="462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  <a:endParaRPr lang="en-GB" dirty="0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6F803E00-8150-57E6-D150-BB5FF2C89A24}"/>
              </a:ext>
            </a:extLst>
          </p:cNvPr>
          <p:cNvSpPr txBox="1">
            <a:spLocks/>
          </p:cNvSpPr>
          <p:nvPr userDrawn="1">
            <p:custDataLst>
              <p:custData r:id="rId24"/>
            </p:custDataLst>
          </p:nvPr>
        </p:nvSpPr>
        <p:spPr>
          <a:xfrm>
            <a:off x="6210000" y="6606000"/>
            <a:ext cx="5158800" cy="123111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GB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dirty="0">
                <a:solidFill>
                  <a:schemeClr val="dk1"/>
                </a:solidFill>
              </a:rPr>
              <a:t>© 2026 Marsh. All rights reserved.</a:t>
            </a:r>
            <a:endParaRPr lang="en-US" sz="700" dirty="0">
              <a:solidFill>
                <a:schemeClr val="dk1"/>
              </a:solidFill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38964E-4D0C-57EA-04BE-4C762CBC4FDC}"/>
              </a:ext>
            </a:extLst>
          </p:cNvPr>
          <p:cNvSpPr>
            <a:spLocks noGrp="1"/>
          </p:cNvSpPr>
          <p:nvPr>
            <p:ph type="ftr" sz="quarter" idx="3"/>
            <p:custDataLst>
              <p:custData r:id="rId25"/>
            </p:custDataLst>
          </p:nvPr>
        </p:nvSpPr>
        <p:spPr>
          <a:xfrm>
            <a:off x="2374500" y="6570000"/>
            <a:ext cx="3607200" cy="1548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spcAft>
                <a:spcPts val="600"/>
              </a:spcAft>
              <a:defRPr sz="700">
                <a:solidFill>
                  <a:schemeClr val="dk1"/>
                </a:solidFill>
              </a:defRPr>
            </a:lvl1pPr>
          </a:lstStyle>
          <a:p>
            <a:endParaRPr lang="en-GB" dirty="0">
              <a:solidFill>
                <a:schemeClr val="dk1"/>
              </a:solidFill>
            </a:endParaRP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A4CEB918-28DB-EA98-8588-510BE88A3916}"/>
              </a:ext>
            </a:extLst>
          </p:cNvPr>
          <p:cNvSpPr>
            <a:spLocks noGrp="1"/>
          </p:cNvSpPr>
          <p:nvPr>
            <p:ph type="dt" sz="half" idx="2"/>
            <p:custDataLst>
              <p:custData r:id="rId26"/>
            </p:custDataLst>
          </p:nvPr>
        </p:nvSpPr>
        <p:spPr>
          <a:xfrm>
            <a:off x="9927430" y="6447600"/>
            <a:ext cx="1436607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dk1"/>
                </a:solidFill>
              </a:defRPr>
            </a:lvl1pPr>
          </a:lstStyle>
          <a:p>
            <a:fld id="{628C1A70-05D8-4074-9975-95498A287F8F}" type="datetimeFigureOut">
              <a:rPr lang="en-GB" smtClean="0"/>
              <a:pPr/>
              <a:t>25/06/2026</a:t>
            </a:fld>
            <a:endParaRPr lang="en-GB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C9C7E4E-E9E6-7D7F-C6BB-0458042DD118}"/>
              </a:ext>
            </a:extLst>
          </p:cNvPr>
          <p:cNvSpPr>
            <a:spLocks noGrp="1"/>
          </p:cNvSpPr>
          <p:nvPr>
            <p:ph type="sldNum" sz="quarter" idx="4"/>
            <p:custDataLst>
              <p:custData r:id="rId27"/>
            </p:custDataLst>
          </p:nvPr>
        </p:nvSpPr>
        <p:spPr>
          <a:xfrm>
            <a:off x="11368800" y="6620400"/>
            <a:ext cx="3636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dk1"/>
                </a:solidFill>
              </a:defRPr>
            </a:lvl1pPr>
          </a:lstStyle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ContentLogo_WHITE" descr="The Marsh company logo." hidden="1">
            <a:extLst>
              <a:ext uri="{FF2B5EF4-FFF2-40B4-BE49-F238E27FC236}">
                <a16:creationId xmlns:a16="http://schemas.microsoft.com/office/drawing/2014/main" id="{88F2AA2B-EA5F-5BB6-0677-E5CCB348BE36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11" name="ContentLogo_COLOUR" descr="The Marsh company logo.">
            <a:extLst>
              <a:ext uri="{FF2B5EF4-FFF2-40B4-BE49-F238E27FC236}">
                <a16:creationId xmlns:a16="http://schemas.microsoft.com/office/drawing/2014/main" id="{AED2FCAC-4A9D-65DC-8031-7C5193B604BF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9"/>
    </p:custDataLst>
    <p:extLst>
      <p:ext uri="{BB962C8B-B14F-4D97-AF65-F5344CB8AC3E}">
        <p14:creationId xmlns:p14="http://schemas.microsoft.com/office/powerpoint/2010/main" val="3397854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hf hd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200" b="0" i="0" kern="1200">
          <a:solidFill>
            <a:schemeClr val="dk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kern="1200">
          <a:solidFill>
            <a:schemeClr val="dk1"/>
          </a:solidFill>
          <a:latin typeface="+mn-lt"/>
          <a:ea typeface="+mn-ea"/>
          <a:cs typeface="+mn-cs"/>
        </a:defRPr>
      </a:lvl1pPr>
      <a:lvl2pPr marL="4572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500" kern="1200">
          <a:solidFill>
            <a:schemeClr val="dk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3pPr>
      <a:lvl4pPr marL="9144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5pPr>
      <a:lvl6pPr marL="13716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6pPr>
      <a:lvl7pPr marL="16002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7pPr>
      <a:lvl8pPr marL="18288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8pPr>
      <a:lvl9pPr marL="20574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7" pos="3912">
          <p15:clr>
            <a:srgbClr val="F26B43"/>
          </p15:clr>
        </p15:guide>
        <p15:guide id="13" pos="288">
          <p15:clr>
            <a:srgbClr val="F26B43"/>
          </p15:clr>
        </p15:guide>
        <p15:guide id="19" pos="3768">
          <p15:clr>
            <a:srgbClr val="F26B43"/>
          </p15:clr>
        </p15:guide>
        <p15:guide id="27" orient="horz" pos="4224">
          <p15:clr>
            <a:srgbClr val="F26B43"/>
          </p15:clr>
        </p15:guide>
        <p15:guide id="29" orient="horz" pos="4032">
          <p15:clr>
            <a:srgbClr val="F26B43"/>
          </p15:clr>
        </p15:guide>
        <p15:guide id="31" orient="horz" pos="607">
          <p15:clr>
            <a:srgbClr val="F26B43"/>
          </p15:clr>
        </p15:guide>
        <p15:guide id="35" orient="horz" pos="888">
          <p15:clr>
            <a:srgbClr val="F26B43"/>
          </p15:clr>
        </p15:guide>
        <p15:guide id="38" orient="horz" pos="3960">
          <p15:clr>
            <a:srgbClr val="F26B43"/>
          </p15:clr>
        </p15:guide>
        <p15:guide id="39" pos="3840">
          <p15:clr>
            <a:srgbClr val="F26B43"/>
          </p15:clr>
        </p15:guide>
        <p15:guide id="40" orient="horz" pos="24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1D680533-9F17-192B-0000-015C24CC08E4}"/>
              </a:ext>
            </a:extLst>
          </p:cNvPr>
          <p:cNvGraphicFramePr>
            <a:graphicFrameLocks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1169585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84" imgH="384" progId="TCLayout.ActiveDocument.1">
                  <p:embed/>
                </p:oleObj>
              </mc:Choice>
              <mc:Fallback>
                <p:oleObj name="think-cell Slide" r:id="rId28" imgW="384" imgH="384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680533-9F17-192B-0000-015C24CC08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ooter Rule">
            <a:extLst>
              <a:ext uri="{FF2B5EF4-FFF2-40B4-BE49-F238E27FC236}">
                <a16:creationId xmlns:a16="http://schemas.microsoft.com/office/drawing/2014/main" id="{BD955FAD-75A5-2D64-CA2C-BAD2BD804A6E}"/>
              </a:ext>
            </a:extLst>
          </p:cNvPr>
          <p:cNvSpPr/>
          <p:nvPr userDrawn="1">
            <p:custDataLst>
              <p:custData r:id="rId21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chemeClr val="dk1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custData r:id="rId22"/>
            </p:custDataLst>
          </p:nvPr>
        </p:nvSpPr>
        <p:spPr>
          <a:xfrm>
            <a:off x="457200" y="1411200"/>
            <a:ext cx="11278800" cy="487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F2755-4D67-7808-1948-919E7A634DA2}"/>
              </a:ext>
            </a:extLst>
          </p:cNvPr>
          <p:cNvSpPr>
            <a:spLocks noGrp="1"/>
          </p:cNvSpPr>
          <p:nvPr>
            <p:ph type="title"/>
            <p:custDataLst>
              <p:custData r:id="rId23"/>
            </p:custDataLst>
          </p:nvPr>
        </p:nvSpPr>
        <p:spPr>
          <a:xfrm>
            <a:off x="457200" y="381600"/>
            <a:ext cx="11278800" cy="462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  <a:endParaRPr lang="en-GB" dirty="0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6F803E00-8150-57E6-D150-BB5FF2C89A24}"/>
              </a:ext>
            </a:extLst>
          </p:cNvPr>
          <p:cNvSpPr txBox="1">
            <a:spLocks/>
          </p:cNvSpPr>
          <p:nvPr userDrawn="1">
            <p:custDataLst>
              <p:custData r:id="rId24"/>
            </p:custDataLst>
          </p:nvPr>
        </p:nvSpPr>
        <p:spPr>
          <a:xfrm>
            <a:off x="6210000" y="6606000"/>
            <a:ext cx="5158800" cy="123111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GB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dirty="0">
                <a:solidFill>
                  <a:schemeClr val="dk1"/>
                </a:solidFill>
              </a:rPr>
              <a:t>© 2026 Marsh. All rights reserved.</a:t>
            </a:r>
            <a:endParaRPr lang="en-US" sz="700" dirty="0">
              <a:solidFill>
                <a:schemeClr val="dk1"/>
              </a:solidFill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38964E-4D0C-57EA-04BE-4C762CBC4FDC}"/>
              </a:ext>
            </a:extLst>
          </p:cNvPr>
          <p:cNvSpPr>
            <a:spLocks noGrp="1"/>
          </p:cNvSpPr>
          <p:nvPr>
            <p:ph type="ftr" sz="quarter" idx="3"/>
            <p:custDataLst>
              <p:custData r:id="rId25"/>
            </p:custDataLst>
          </p:nvPr>
        </p:nvSpPr>
        <p:spPr>
          <a:xfrm>
            <a:off x="2374500" y="6570000"/>
            <a:ext cx="3607200" cy="1548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spcAft>
                <a:spcPts val="600"/>
              </a:spcAft>
              <a:defRPr sz="700">
                <a:solidFill>
                  <a:schemeClr val="dk1"/>
                </a:solidFill>
              </a:defRPr>
            </a:lvl1pPr>
          </a:lstStyle>
          <a:p>
            <a:endParaRPr lang="en-GB" dirty="0">
              <a:solidFill>
                <a:schemeClr val="dk1"/>
              </a:solidFill>
            </a:endParaRP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A4CEB918-28DB-EA98-8588-510BE88A3916}"/>
              </a:ext>
            </a:extLst>
          </p:cNvPr>
          <p:cNvSpPr>
            <a:spLocks noGrp="1"/>
          </p:cNvSpPr>
          <p:nvPr>
            <p:ph type="dt" sz="half" idx="2"/>
            <p:custDataLst>
              <p:custData r:id="rId26"/>
            </p:custDataLst>
          </p:nvPr>
        </p:nvSpPr>
        <p:spPr>
          <a:xfrm>
            <a:off x="9927430" y="6447600"/>
            <a:ext cx="1436607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dk1"/>
                </a:solidFill>
              </a:defRPr>
            </a:lvl1pPr>
          </a:lstStyle>
          <a:p>
            <a:fld id="{628C1A70-05D8-4074-9975-95498A287F8F}" type="datetimeFigureOut">
              <a:rPr lang="en-GB" smtClean="0"/>
              <a:pPr/>
              <a:t>25/06/2026</a:t>
            </a:fld>
            <a:endParaRPr lang="en-GB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C9C7E4E-E9E6-7D7F-C6BB-0458042DD118}"/>
              </a:ext>
            </a:extLst>
          </p:cNvPr>
          <p:cNvSpPr>
            <a:spLocks noGrp="1"/>
          </p:cNvSpPr>
          <p:nvPr>
            <p:ph type="sldNum" sz="quarter" idx="4"/>
            <p:custDataLst>
              <p:custData r:id="rId27"/>
            </p:custDataLst>
          </p:nvPr>
        </p:nvSpPr>
        <p:spPr>
          <a:xfrm>
            <a:off x="11368800" y="6620400"/>
            <a:ext cx="3636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dk1"/>
                </a:solidFill>
              </a:defRPr>
            </a:lvl1pPr>
          </a:lstStyle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ContentLogo_WHITE" descr="The Marsh company logo." hidden="1">
            <a:extLst>
              <a:ext uri="{FF2B5EF4-FFF2-40B4-BE49-F238E27FC236}">
                <a16:creationId xmlns:a16="http://schemas.microsoft.com/office/drawing/2014/main" id="{88F2AA2B-EA5F-5BB6-0677-E5CCB348BE36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11" name="ContentLogo_COLOUR" descr="The Marsh company logo.">
            <a:extLst>
              <a:ext uri="{FF2B5EF4-FFF2-40B4-BE49-F238E27FC236}">
                <a16:creationId xmlns:a16="http://schemas.microsoft.com/office/drawing/2014/main" id="{AED2FCAC-4A9D-65DC-8031-7C5193B604BF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9"/>
    </p:custDataLst>
    <p:extLst>
      <p:ext uri="{BB962C8B-B14F-4D97-AF65-F5344CB8AC3E}">
        <p14:creationId xmlns:p14="http://schemas.microsoft.com/office/powerpoint/2010/main" val="24600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hf hd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200" b="0" i="0" kern="1200">
          <a:solidFill>
            <a:schemeClr val="dk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kern="1200">
          <a:solidFill>
            <a:schemeClr val="dk1"/>
          </a:solidFill>
          <a:latin typeface="+mn-lt"/>
          <a:ea typeface="+mn-ea"/>
          <a:cs typeface="+mn-cs"/>
        </a:defRPr>
      </a:lvl1pPr>
      <a:lvl2pPr marL="4572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500" kern="1200">
          <a:solidFill>
            <a:schemeClr val="dk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3pPr>
      <a:lvl4pPr marL="9144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5pPr>
      <a:lvl6pPr marL="13716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6pPr>
      <a:lvl7pPr marL="16002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7pPr>
      <a:lvl8pPr marL="18288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8pPr>
      <a:lvl9pPr marL="20574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7" pos="3912">
          <p15:clr>
            <a:srgbClr val="F26B43"/>
          </p15:clr>
        </p15:guide>
        <p15:guide id="13" pos="288">
          <p15:clr>
            <a:srgbClr val="F26B43"/>
          </p15:clr>
        </p15:guide>
        <p15:guide id="19" pos="3768">
          <p15:clr>
            <a:srgbClr val="F26B43"/>
          </p15:clr>
        </p15:guide>
        <p15:guide id="27" orient="horz" pos="4224">
          <p15:clr>
            <a:srgbClr val="F26B43"/>
          </p15:clr>
        </p15:guide>
        <p15:guide id="29" orient="horz" pos="4032">
          <p15:clr>
            <a:srgbClr val="F26B43"/>
          </p15:clr>
        </p15:guide>
        <p15:guide id="31" orient="horz" pos="607">
          <p15:clr>
            <a:srgbClr val="F26B43"/>
          </p15:clr>
        </p15:guide>
        <p15:guide id="35" orient="horz" pos="888">
          <p15:clr>
            <a:srgbClr val="F26B43"/>
          </p15:clr>
        </p15:guide>
        <p15:guide id="38" orient="horz" pos="3960">
          <p15:clr>
            <a:srgbClr val="F26B43"/>
          </p15:clr>
        </p15:guide>
        <p15:guide id="39" pos="3840">
          <p15:clr>
            <a:srgbClr val="F26B43"/>
          </p15:clr>
        </p15:guide>
        <p15:guide id="40" orient="horz" pos="24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1D680533-9F17-192B-0000-015C24CC08E4}"/>
              </a:ext>
            </a:extLst>
          </p:cNvPr>
          <p:cNvGraphicFramePr>
            <a:graphicFrameLocks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1169585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84" imgH="384" progId="TCLayout.ActiveDocument.1">
                  <p:embed/>
                </p:oleObj>
              </mc:Choice>
              <mc:Fallback>
                <p:oleObj name="think-cell Slide" r:id="rId28" imgW="384" imgH="384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680533-9F17-192B-0000-015C24CC08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ooter Rule">
            <a:extLst>
              <a:ext uri="{FF2B5EF4-FFF2-40B4-BE49-F238E27FC236}">
                <a16:creationId xmlns:a16="http://schemas.microsoft.com/office/drawing/2014/main" id="{BD955FAD-75A5-2D64-CA2C-BAD2BD804A6E}"/>
              </a:ext>
            </a:extLst>
          </p:cNvPr>
          <p:cNvSpPr/>
          <p:nvPr userDrawn="1">
            <p:custDataLst>
              <p:custData r:id="rId21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chemeClr val="dk1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custData r:id="rId22"/>
            </p:custDataLst>
          </p:nvPr>
        </p:nvSpPr>
        <p:spPr>
          <a:xfrm>
            <a:off x="457200" y="1411200"/>
            <a:ext cx="11278800" cy="487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F2755-4D67-7808-1948-919E7A634DA2}"/>
              </a:ext>
            </a:extLst>
          </p:cNvPr>
          <p:cNvSpPr>
            <a:spLocks noGrp="1"/>
          </p:cNvSpPr>
          <p:nvPr>
            <p:ph type="title"/>
            <p:custDataLst>
              <p:custData r:id="rId23"/>
            </p:custDataLst>
          </p:nvPr>
        </p:nvSpPr>
        <p:spPr>
          <a:xfrm>
            <a:off x="457200" y="381600"/>
            <a:ext cx="11278800" cy="462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  <a:endParaRPr lang="en-GB" dirty="0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6F803E00-8150-57E6-D150-BB5FF2C89A24}"/>
              </a:ext>
            </a:extLst>
          </p:cNvPr>
          <p:cNvSpPr txBox="1">
            <a:spLocks/>
          </p:cNvSpPr>
          <p:nvPr userDrawn="1">
            <p:custDataLst>
              <p:custData r:id="rId24"/>
            </p:custDataLst>
          </p:nvPr>
        </p:nvSpPr>
        <p:spPr>
          <a:xfrm>
            <a:off x="6210000" y="6606000"/>
            <a:ext cx="5158800" cy="123111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GB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dirty="0">
                <a:solidFill>
                  <a:schemeClr val="dk1"/>
                </a:solidFill>
              </a:rPr>
              <a:t>© 2026 Marsh. All rights reserved.</a:t>
            </a:r>
            <a:endParaRPr lang="en-US" sz="700" dirty="0">
              <a:solidFill>
                <a:schemeClr val="dk1"/>
              </a:solidFill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38964E-4D0C-57EA-04BE-4C762CBC4FDC}"/>
              </a:ext>
            </a:extLst>
          </p:cNvPr>
          <p:cNvSpPr>
            <a:spLocks noGrp="1"/>
          </p:cNvSpPr>
          <p:nvPr>
            <p:ph type="ftr" sz="quarter" idx="3"/>
            <p:custDataLst>
              <p:custData r:id="rId25"/>
            </p:custDataLst>
          </p:nvPr>
        </p:nvSpPr>
        <p:spPr>
          <a:xfrm>
            <a:off x="2374500" y="6570000"/>
            <a:ext cx="3607200" cy="1548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spcAft>
                <a:spcPts val="600"/>
              </a:spcAft>
              <a:defRPr sz="700">
                <a:solidFill>
                  <a:schemeClr val="dk1"/>
                </a:solidFill>
              </a:defRPr>
            </a:lvl1pPr>
          </a:lstStyle>
          <a:p>
            <a:endParaRPr lang="en-GB" dirty="0">
              <a:solidFill>
                <a:schemeClr val="dk1"/>
              </a:solidFill>
            </a:endParaRP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A4CEB918-28DB-EA98-8588-510BE88A3916}"/>
              </a:ext>
            </a:extLst>
          </p:cNvPr>
          <p:cNvSpPr>
            <a:spLocks noGrp="1"/>
          </p:cNvSpPr>
          <p:nvPr>
            <p:ph type="dt" sz="half" idx="2"/>
            <p:custDataLst>
              <p:custData r:id="rId26"/>
            </p:custDataLst>
          </p:nvPr>
        </p:nvSpPr>
        <p:spPr>
          <a:xfrm>
            <a:off x="9927430" y="6447600"/>
            <a:ext cx="1436607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dk1"/>
                </a:solidFill>
              </a:defRPr>
            </a:lvl1pPr>
          </a:lstStyle>
          <a:p>
            <a:fld id="{628C1A70-05D8-4074-9975-95498A287F8F}" type="datetimeFigureOut">
              <a:rPr lang="en-GB" smtClean="0"/>
              <a:pPr/>
              <a:t>25/06/2026</a:t>
            </a:fld>
            <a:endParaRPr lang="en-GB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C9C7E4E-E9E6-7D7F-C6BB-0458042DD118}"/>
              </a:ext>
            </a:extLst>
          </p:cNvPr>
          <p:cNvSpPr>
            <a:spLocks noGrp="1"/>
          </p:cNvSpPr>
          <p:nvPr>
            <p:ph type="sldNum" sz="quarter" idx="4"/>
            <p:custDataLst>
              <p:custData r:id="rId27"/>
            </p:custDataLst>
          </p:nvPr>
        </p:nvSpPr>
        <p:spPr>
          <a:xfrm>
            <a:off x="11368800" y="6620400"/>
            <a:ext cx="3636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dk1"/>
                </a:solidFill>
              </a:defRPr>
            </a:lvl1pPr>
          </a:lstStyle>
          <a:p>
            <a:fld id="{CC823384-2074-4C75-9031-ACAC8BCA835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ContentLogo_WHITE" descr="The Marsh company logo." hidden="1">
            <a:extLst>
              <a:ext uri="{FF2B5EF4-FFF2-40B4-BE49-F238E27FC236}">
                <a16:creationId xmlns:a16="http://schemas.microsoft.com/office/drawing/2014/main" id="{88F2AA2B-EA5F-5BB6-0677-E5CCB348BE36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  <p:pic>
        <p:nvPicPr>
          <p:cNvPr id="11" name="ContentLogo_COLOUR" descr="The Marsh company logo.">
            <a:extLst>
              <a:ext uri="{FF2B5EF4-FFF2-40B4-BE49-F238E27FC236}">
                <a16:creationId xmlns:a16="http://schemas.microsoft.com/office/drawing/2014/main" id="{AED2FCAC-4A9D-65DC-8031-7C5193B604BF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 bwMode="invGray">
          <a:xfrm>
            <a:off x="457200" y="6537960"/>
            <a:ext cx="752858" cy="164592"/>
          </a:xfrm>
          <a:prstGeom prst="rect">
            <a:avLst/>
          </a:prstGeom>
        </p:spPr>
      </p:pic>
    </p:spTree>
    <p:custDataLst>
      <p:custData r:id="rId19"/>
    </p:custDataLst>
    <p:extLst>
      <p:ext uri="{BB962C8B-B14F-4D97-AF65-F5344CB8AC3E}">
        <p14:creationId xmlns:p14="http://schemas.microsoft.com/office/powerpoint/2010/main" val="2822888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hf hd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200" b="0" i="0" kern="1200">
          <a:solidFill>
            <a:schemeClr val="dk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kern="1200">
          <a:solidFill>
            <a:schemeClr val="dk1"/>
          </a:solidFill>
          <a:latin typeface="+mn-lt"/>
          <a:ea typeface="+mn-ea"/>
          <a:cs typeface="+mn-cs"/>
        </a:defRPr>
      </a:lvl1pPr>
      <a:lvl2pPr marL="4572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500" kern="1200">
          <a:solidFill>
            <a:schemeClr val="dk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3pPr>
      <a:lvl4pPr marL="9144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5pPr>
      <a:lvl6pPr marL="13716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6pPr>
      <a:lvl7pPr marL="16002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7pPr>
      <a:lvl8pPr marL="1828800" indent="-223838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8pPr>
      <a:lvl9pPr marL="2057400" indent="-228600" algn="l" defTabSz="4572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dk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7" pos="3912">
          <p15:clr>
            <a:srgbClr val="F26B43"/>
          </p15:clr>
        </p15:guide>
        <p15:guide id="13" pos="288">
          <p15:clr>
            <a:srgbClr val="F26B43"/>
          </p15:clr>
        </p15:guide>
        <p15:guide id="19" pos="3768">
          <p15:clr>
            <a:srgbClr val="F26B43"/>
          </p15:clr>
        </p15:guide>
        <p15:guide id="27" orient="horz" pos="4224">
          <p15:clr>
            <a:srgbClr val="F26B43"/>
          </p15:clr>
        </p15:guide>
        <p15:guide id="29" orient="horz" pos="4032">
          <p15:clr>
            <a:srgbClr val="F26B43"/>
          </p15:clr>
        </p15:guide>
        <p15:guide id="31" orient="horz" pos="607">
          <p15:clr>
            <a:srgbClr val="F26B43"/>
          </p15:clr>
        </p15:guide>
        <p15:guide id="35" orient="horz" pos="888">
          <p15:clr>
            <a:srgbClr val="F26B43"/>
          </p15:clr>
        </p15:guide>
        <p15:guide id="38" orient="horz" pos="3960">
          <p15:clr>
            <a:srgbClr val="F26B43"/>
          </p15:clr>
        </p15:guide>
        <p15:guide id="39" pos="3840">
          <p15:clr>
            <a:srgbClr val="F26B43"/>
          </p15:clr>
        </p15:guide>
        <p15:guide id="40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slideLayout" Target="../slideLayouts/slideLayout33.xml"/><Relationship Id="rId1" Type="http://schemas.openxmlformats.org/officeDocument/2006/relationships/customXml" Target="../../customXml/item37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37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slideLayout" Target="../slideLayouts/slideLayout10.xml"/><Relationship Id="rId1" Type="http://schemas.openxmlformats.org/officeDocument/2006/relationships/customXml" Target="../../customXml/item37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customXml" Target="../../customXml/item376.xml"/><Relationship Id="rId7" Type="http://schemas.openxmlformats.org/officeDocument/2006/relationships/slideLayout" Target="../slideLayouts/slideLayout54.xml"/><Relationship Id="rId2" Type="http://schemas.openxmlformats.org/officeDocument/2006/relationships/customXml" Target="../../customXml/item375.xml"/><Relationship Id="rId1" Type="http://schemas.openxmlformats.org/officeDocument/2006/relationships/tags" Target="../tags/tag17.xml"/><Relationship Id="rId6" Type="http://schemas.openxmlformats.org/officeDocument/2006/relationships/customXml" Target="../../customXml/item379.xml"/><Relationship Id="rId5" Type="http://schemas.openxmlformats.org/officeDocument/2006/relationships/customXml" Target="../../customXml/item378.xml"/><Relationship Id="rId4" Type="http://schemas.openxmlformats.org/officeDocument/2006/relationships/customXml" Target="../../customXml/item377.xml"/><Relationship Id="rId9" Type="http://schemas.openxmlformats.org/officeDocument/2006/relationships/image" Target="../media/image19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customXml" Target="../../customXml/item381.xml"/><Relationship Id="rId7" Type="http://schemas.openxmlformats.org/officeDocument/2006/relationships/slideLayout" Target="../slideLayouts/slideLayout54.xml"/><Relationship Id="rId2" Type="http://schemas.openxmlformats.org/officeDocument/2006/relationships/customXml" Target="../../customXml/item380.xml"/><Relationship Id="rId1" Type="http://schemas.openxmlformats.org/officeDocument/2006/relationships/tags" Target="../tags/tag18.xml"/><Relationship Id="rId6" Type="http://schemas.openxmlformats.org/officeDocument/2006/relationships/customXml" Target="../../customXml/item384.xml"/><Relationship Id="rId5" Type="http://schemas.openxmlformats.org/officeDocument/2006/relationships/customXml" Target="../../customXml/item383.xml"/><Relationship Id="rId4" Type="http://schemas.openxmlformats.org/officeDocument/2006/relationships/customXml" Target="../../customXml/item382.xml"/><Relationship Id="rId9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tags" Target="../tags/tag131.xml"/><Relationship Id="rId21" Type="http://schemas.openxmlformats.org/officeDocument/2006/relationships/tags" Target="../tags/tag35.xml"/><Relationship Id="rId42" Type="http://schemas.openxmlformats.org/officeDocument/2006/relationships/tags" Target="../tags/tag56.xml"/><Relationship Id="rId63" Type="http://schemas.openxmlformats.org/officeDocument/2006/relationships/tags" Target="../tags/tag77.xml"/><Relationship Id="rId84" Type="http://schemas.openxmlformats.org/officeDocument/2006/relationships/tags" Target="../tags/tag98.xml"/><Relationship Id="rId138" Type="http://schemas.openxmlformats.org/officeDocument/2006/relationships/tags" Target="../tags/tag152.xml"/><Relationship Id="rId107" Type="http://schemas.openxmlformats.org/officeDocument/2006/relationships/tags" Target="../tags/tag121.xml"/><Relationship Id="rId11" Type="http://schemas.openxmlformats.org/officeDocument/2006/relationships/tags" Target="../tags/tag25.xml"/><Relationship Id="rId32" Type="http://schemas.openxmlformats.org/officeDocument/2006/relationships/tags" Target="../tags/tag46.xml"/><Relationship Id="rId53" Type="http://schemas.openxmlformats.org/officeDocument/2006/relationships/tags" Target="../tags/tag67.xml"/><Relationship Id="rId74" Type="http://schemas.openxmlformats.org/officeDocument/2006/relationships/tags" Target="../tags/tag88.xml"/><Relationship Id="rId128" Type="http://schemas.openxmlformats.org/officeDocument/2006/relationships/tags" Target="../tags/tag142.xml"/><Relationship Id="rId149" Type="http://schemas.openxmlformats.org/officeDocument/2006/relationships/slideLayout" Target="../slideLayouts/slideLayout65.xml"/><Relationship Id="rId5" Type="http://schemas.openxmlformats.org/officeDocument/2006/relationships/customXml" Target="../../customXml/item388.xml"/><Relationship Id="rId95" Type="http://schemas.openxmlformats.org/officeDocument/2006/relationships/tags" Target="../tags/tag109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64" Type="http://schemas.openxmlformats.org/officeDocument/2006/relationships/tags" Target="../tags/tag78.xml"/><Relationship Id="rId69" Type="http://schemas.openxmlformats.org/officeDocument/2006/relationships/tags" Target="../tags/tag83.xml"/><Relationship Id="rId113" Type="http://schemas.openxmlformats.org/officeDocument/2006/relationships/tags" Target="../tags/tag127.xml"/><Relationship Id="rId118" Type="http://schemas.openxmlformats.org/officeDocument/2006/relationships/tags" Target="../tags/tag132.xml"/><Relationship Id="rId134" Type="http://schemas.openxmlformats.org/officeDocument/2006/relationships/tags" Target="../tags/tag148.xml"/><Relationship Id="rId139" Type="http://schemas.openxmlformats.org/officeDocument/2006/relationships/tags" Target="../tags/tag153.xml"/><Relationship Id="rId80" Type="http://schemas.openxmlformats.org/officeDocument/2006/relationships/tags" Target="../tags/tag94.xml"/><Relationship Id="rId85" Type="http://schemas.openxmlformats.org/officeDocument/2006/relationships/tags" Target="../tags/tag99.xml"/><Relationship Id="rId150" Type="http://schemas.openxmlformats.org/officeDocument/2006/relationships/chart" Target="../charts/chart1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59" Type="http://schemas.openxmlformats.org/officeDocument/2006/relationships/tags" Target="../tags/tag73.xml"/><Relationship Id="rId103" Type="http://schemas.openxmlformats.org/officeDocument/2006/relationships/tags" Target="../tags/tag117.xml"/><Relationship Id="rId108" Type="http://schemas.openxmlformats.org/officeDocument/2006/relationships/tags" Target="../tags/tag122.xml"/><Relationship Id="rId124" Type="http://schemas.openxmlformats.org/officeDocument/2006/relationships/tags" Target="../tags/tag138.xml"/><Relationship Id="rId129" Type="http://schemas.openxmlformats.org/officeDocument/2006/relationships/tags" Target="../tags/tag143.xml"/><Relationship Id="rId54" Type="http://schemas.openxmlformats.org/officeDocument/2006/relationships/tags" Target="../tags/tag68.xml"/><Relationship Id="rId70" Type="http://schemas.openxmlformats.org/officeDocument/2006/relationships/tags" Target="../tags/tag84.xml"/><Relationship Id="rId75" Type="http://schemas.openxmlformats.org/officeDocument/2006/relationships/tags" Target="../tags/tag89.xml"/><Relationship Id="rId91" Type="http://schemas.openxmlformats.org/officeDocument/2006/relationships/tags" Target="../tags/tag105.xml"/><Relationship Id="rId96" Type="http://schemas.openxmlformats.org/officeDocument/2006/relationships/tags" Target="../tags/tag110.xml"/><Relationship Id="rId140" Type="http://schemas.openxmlformats.org/officeDocument/2006/relationships/tags" Target="../tags/tag154.xml"/><Relationship Id="rId145" Type="http://schemas.openxmlformats.org/officeDocument/2006/relationships/tags" Target="../tags/tag159.xml"/><Relationship Id="rId1" Type="http://schemas.openxmlformats.org/officeDocument/2006/relationships/tags" Target="../tags/tag19.xml"/><Relationship Id="rId6" Type="http://schemas.openxmlformats.org/officeDocument/2006/relationships/tags" Target="../tags/tag20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49" Type="http://schemas.openxmlformats.org/officeDocument/2006/relationships/tags" Target="../tags/tag63.xml"/><Relationship Id="rId114" Type="http://schemas.openxmlformats.org/officeDocument/2006/relationships/tags" Target="../tags/tag128.xml"/><Relationship Id="rId119" Type="http://schemas.openxmlformats.org/officeDocument/2006/relationships/tags" Target="../tags/tag133.xml"/><Relationship Id="rId44" Type="http://schemas.openxmlformats.org/officeDocument/2006/relationships/tags" Target="../tags/tag58.xml"/><Relationship Id="rId60" Type="http://schemas.openxmlformats.org/officeDocument/2006/relationships/tags" Target="../tags/tag74.xml"/><Relationship Id="rId65" Type="http://schemas.openxmlformats.org/officeDocument/2006/relationships/tags" Target="../tags/tag79.xml"/><Relationship Id="rId81" Type="http://schemas.openxmlformats.org/officeDocument/2006/relationships/tags" Target="../tags/tag95.xml"/><Relationship Id="rId86" Type="http://schemas.openxmlformats.org/officeDocument/2006/relationships/tags" Target="../tags/tag100.xml"/><Relationship Id="rId130" Type="http://schemas.openxmlformats.org/officeDocument/2006/relationships/tags" Target="../tags/tag144.xml"/><Relationship Id="rId135" Type="http://schemas.openxmlformats.org/officeDocument/2006/relationships/tags" Target="../tags/tag149.xml"/><Relationship Id="rId151" Type="http://schemas.openxmlformats.org/officeDocument/2006/relationships/chart" Target="../charts/chart2.xml"/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39" Type="http://schemas.openxmlformats.org/officeDocument/2006/relationships/tags" Target="../tags/tag53.xml"/><Relationship Id="rId109" Type="http://schemas.openxmlformats.org/officeDocument/2006/relationships/tags" Target="../tags/tag123.xml"/><Relationship Id="rId34" Type="http://schemas.openxmlformats.org/officeDocument/2006/relationships/tags" Target="../tags/tag48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6" Type="http://schemas.openxmlformats.org/officeDocument/2006/relationships/tags" Target="../tags/tag90.xml"/><Relationship Id="rId97" Type="http://schemas.openxmlformats.org/officeDocument/2006/relationships/tags" Target="../tags/tag111.xml"/><Relationship Id="rId104" Type="http://schemas.openxmlformats.org/officeDocument/2006/relationships/tags" Target="../tags/tag118.xml"/><Relationship Id="rId120" Type="http://schemas.openxmlformats.org/officeDocument/2006/relationships/tags" Target="../tags/tag134.xml"/><Relationship Id="rId125" Type="http://schemas.openxmlformats.org/officeDocument/2006/relationships/tags" Target="../tags/tag139.xml"/><Relationship Id="rId141" Type="http://schemas.openxmlformats.org/officeDocument/2006/relationships/tags" Target="../tags/tag155.xml"/><Relationship Id="rId146" Type="http://schemas.openxmlformats.org/officeDocument/2006/relationships/tags" Target="../tags/tag160.xml"/><Relationship Id="rId7" Type="http://schemas.openxmlformats.org/officeDocument/2006/relationships/tags" Target="../tags/tag21.xml"/><Relationship Id="rId71" Type="http://schemas.openxmlformats.org/officeDocument/2006/relationships/tags" Target="../tags/tag85.xml"/><Relationship Id="rId92" Type="http://schemas.openxmlformats.org/officeDocument/2006/relationships/tags" Target="../tags/tag106.xml"/><Relationship Id="rId2" Type="http://schemas.openxmlformats.org/officeDocument/2006/relationships/customXml" Target="../../customXml/item385.xml"/><Relationship Id="rId29" Type="http://schemas.openxmlformats.org/officeDocument/2006/relationships/tags" Target="../tags/tag43.xml"/><Relationship Id="rId24" Type="http://schemas.openxmlformats.org/officeDocument/2006/relationships/tags" Target="../tags/tag38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66" Type="http://schemas.openxmlformats.org/officeDocument/2006/relationships/tags" Target="../tags/tag80.xml"/><Relationship Id="rId87" Type="http://schemas.openxmlformats.org/officeDocument/2006/relationships/tags" Target="../tags/tag101.xml"/><Relationship Id="rId110" Type="http://schemas.openxmlformats.org/officeDocument/2006/relationships/tags" Target="../tags/tag124.xml"/><Relationship Id="rId115" Type="http://schemas.openxmlformats.org/officeDocument/2006/relationships/tags" Target="../tags/tag129.xml"/><Relationship Id="rId131" Type="http://schemas.openxmlformats.org/officeDocument/2006/relationships/tags" Target="../tags/tag145.xml"/><Relationship Id="rId136" Type="http://schemas.openxmlformats.org/officeDocument/2006/relationships/tags" Target="../tags/tag150.xml"/><Relationship Id="rId61" Type="http://schemas.openxmlformats.org/officeDocument/2006/relationships/tags" Target="../tags/tag75.xml"/><Relationship Id="rId82" Type="http://schemas.openxmlformats.org/officeDocument/2006/relationships/tags" Target="../tags/tag96.xml"/><Relationship Id="rId152" Type="http://schemas.openxmlformats.org/officeDocument/2006/relationships/chart" Target="../charts/chart3.xml"/><Relationship Id="rId19" Type="http://schemas.openxmlformats.org/officeDocument/2006/relationships/tags" Target="../tags/tag33.xml"/><Relationship Id="rId14" Type="http://schemas.openxmlformats.org/officeDocument/2006/relationships/tags" Target="../tags/tag28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56" Type="http://schemas.openxmlformats.org/officeDocument/2006/relationships/tags" Target="../tags/tag70.xml"/><Relationship Id="rId77" Type="http://schemas.openxmlformats.org/officeDocument/2006/relationships/tags" Target="../tags/tag91.xml"/><Relationship Id="rId100" Type="http://schemas.openxmlformats.org/officeDocument/2006/relationships/tags" Target="../tags/tag114.xml"/><Relationship Id="rId105" Type="http://schemas.openxmlformats.org/officeDocument/2006/relationships/tags" Target="../tags/tag119.xml"/><Relationship Id="rId126" Type="http://schemas.openxmlformats.org/officeDocument/2006/relationships/tags" Target="../tags/tag140.xml"/><Relationship Id="rId147" Type="http://schemas.openxmlformats.org/officeDocument/2006/relationships/tags" Target="../tags/tag161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72" Type="http://schemas.openxmlformats.org/officeDocument/2006/relationships/tags" Target="../tags/tag86.xml"/><Relationship Id="rId93" Type="http://schemas.openxmlformats.org/officeDocument/2006/relationships/tags" Target="../tags/tag107.xml"/><Relationship Id="rId98" Type="http://schemas.openxmlformats.org/officeDocument/2006/relationships/tags" Target="../tags/tag112.xml"/><Relationship Id="rId121" Type="http://schemas.openxmlformats.org/officeDocument/2006/relationships/tags" Target="../tags/tag135.xml"/><Relationship Id="rId142" Type="http://schemas.openxmlformats.org/officeDocument/2006/relationships/tags" Target="../tags/tag156.xml"/><Relationship Id="rId3" Type="http://schemas.openxmlformats.org/officeDocument/2006/relationships/customXml" Target="../../customXml/item386.xml"/><Relationship Id="rId25" Type="http://schemas.openxmlformats.org/officeDocument/2006/relationships/tags" Target="../tags/tag39.xml"/><Relationship Id="rId46" Type="http://schemas.openxmlformats.org/officeDocument/2006/relationships/tags" Target="../tags/tag60.xml"/><Relationship Id="rId67" Type="http://schemas.openxmlformats.org/officeDocument/2006/relationships/tags" Target="../tags/tag81.xml"/><Relationship Id="rId116" Type="http://schemas.openxmlformats.org/officeDocument/2006/relationships/tags" Target="../tags/tag130.xml"/><Relationship Id="rId137" Type="http://schemas.openxmlformats.org/officeDocument/2006/relationships/tags" Target="../tags/tag151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62" Type="http://schemas.openxmlformats.org/officeDocument/2006/relationships/tags" Target="../tags/tag76.xml"/><Relationship Id="rId83" Type="http://schemas.openxmlformats.org/officeDocument/2006/relationships/tags" Target="../tags/tag97.xml"/><Relationship Id="rId88" Type="http://schemas.openxmlformats.org/officeDocument/2006/relationships/tags" Target="../tags/tag102.xml"/><Relationship Id="rId111" Type="http://schemas.openxmlformats.org/officeDocument/2006/relationships/tags" Target="../tags/tag125.xml"/><Relationship Id="rId132" Type="http://schemas.openxmlformats.org/officeDocument/2006/relationships/tags" Target="../tags/tag146.xml"/><Relationship Id="rId153" Type="http://schemas.openxmlformats.org/officeDocument/2006/relationships/chart" Target="../charts/chart4.xml"/><Relationship Id="rId15" Type="http://schemas.openxmlformats.org/officeDocument/2006/relationships/tags" Target="../tags/tag29.xml"/><Relationship Id="rId36" Type="http://schemas.openxmlformats.org/officeDocument/2006/relationships/tags" Target="../tags/tag50.xml"/><Relationship Id="rId57" Type="http://schemas.openxmlformats.org/officeDocument/2006/relationships/tags" Target="../tags/tag71.xml"/><Relationship Id="rId106" Type="http://schemas.openxmlformats.org/officeDocument/2006/relationships/tags" Target="../tags/tag120.xml"/><Relationship Id="rId127" Type="http://schemas.openxmlformats.org/officeDocument/2006/relationships/tags" Target="../tags/tag14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52" Type="http://schemas.openxmlformats.org/officeDocument/2006/relationships/tags" Target="../tags/tag66.xml"/><Relationship Id="rId73" Type="http://schemas.openxmlformats.org/officeDocument/2006/relationships/tags" Target="../tags/tag87.xml"/><Relationship Id="rId78" Type="http://schemas.openxmlformats.org/officeDocument/2006/relationships/tags" Target="../tags/tag92.xml"/><Relationship Id="rId94" Type="http://schemas.openxmlformats.org/officeDocument/2006/relationships/tags" Target="../tags/tag108.xml"/><Relationship Id="rId99" Type="http://schemas.openxmlformats.org/officeDocument/2006/relationships/tags" Target="../tags/tag113.xml"/><Relationship Id="rId101" Type="http://schemas.openxmlformats.org/officeDocument/2006/relationships/tags" Target="../tags/tag115.xml"/><Relationship Id="rId122" Type="http://schemas.openxmlformats.org/officeDocument/2006/relationships/tags" Target="../tags/tag136.xml"/><Relationship Id="rId143" Type="http://schemas.openxmlformats.org/officeDocument/2006/relationships/tags" Target="../tags/tag157.xml"/><Relationship Id="rId148" Type="http://schemas.openxmlformats.org/officeDocument/2006/relationships/tags" Target="../tags/tag162.xml"/><Relationship Id="rId4" Type="http://schemas.openxmlformats.org/officeDocument/2006/relationships/customXml" Target="../../customXml/item387.xml"/><Relationship Id="rId9" Type="http://schemas.openxmlformats.org/officeDocument/2006/relationships/tags" Target="../tags/tag23.xml"/><Relationship Id="rId26" Type="http://schemas.openxmlformats.org/officeDocument/2006/relationships/tags" Target="../tags/tag40.xml"/><Relationship Id="rId47" Type="http://schemas.openxmlformats.org/officeDocument/2006/relationships/tags" Target="../tags/tag61.xml"/><Relationship Id="rId68" Type="http://schemas.openxmlformats.org/officeDocument/2006/relationships/tags" Target="../tags/tag82.xml"/><Relationship Id="rId89" Type="http://schemas.openxmlformats.org/officeDocument/2006/relationships/tags" Target="../tags/tag103.xml"/><Relationship Id="rId112" Type="http://schemas.openxmlformats.org/officeDocument/2006/relationships/tags" Target="../tags/tag126.xml"/><Relationship Id="rId133" Type="http://schemas.openxmlformats.org/officeDocument/2006/relationships/tags" Target="../tags/tag147.xml"/><Relationship Id="rId16" Type="http://schemas.openxmlformats.org/officeDocument/2006/relationships/tags" Target="../tags/tag30.xml"/><Relationship Id="rId37" Type="http://schemas.openxmlformats.org/officeDocument/2006/relationships/tags" Target="../tags/tag51.xml"/><Relationship Id="rId58" Type="http://schemas.openxmlformats.org/officeDocument/2006/relationships/tags" Target="../tags/tag72.xml"/><Relationship Id="rId79" Type="http://schemas.openxmlformats.org/officeDocument/2006/relationships/tags" Target="../tags/tag93.xml"/><Relationship Id="rId102" Type="http://schemas.openxmlformats.org/officeDocument/2006/relationships/tags" Target="../tags/tag116.xml"/><Relationship Id="rId123" Type="http://schemas.openxmlformats.org/officeDocument/2006/relationships/tags" Target="../tags/tag137.xml"/><Relationship Id="rId144" Type="http://schemas.openxmlformats.org/officeDocument/2006/relationships/tags" Target="../tags/tag158.xml"/><Relationship Id="rId90" Type="http://schemas.openxmlformats.org/officeDocument/2006/relationships/tags" Target="../tags/tag104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tags" Target="../tags/tag275.xml"/><Relationship Id="rId21" Type="http://schemas.openxmlformats.org/officeDocument/2006/relationships/tags" Target="../tags/tag179.xml"/><Relationship Id="rId42" Type="http://schemas.openxmlformats.org/officeDocument/2006/relationships/tags" Target="../tags/tag200.xml"/><Relationship Id="rId63" Type="http://schemas.openxmlformats.org/officeDocument/2006/relationships/tags" Target="../tags/tag221.xml"/><Relationship Id="rId84" Type="http://schemas.openxmlformats.org/officeDocument/2006/relationships/tags" Target="../tags/tag242.xml"/><Relationship Id="rId138" Type="http://schemas.openxmlformats.org/officeDocument/2006/relationships/tags" Target="../tags/tag296.xml"/><Relationship Id="rId107" Type="http://schemas.openxmlformats.org/officeDocument/2006/relationships/tags" Target="../tags/tag265.xml"/><Relationship Id="rId11" Type="http://schemas.openxmlformats.org/officeDocument/2006/relationships/tags" Target="../tags/tag169.xml"/><Relationship Id="rId32" Type="http://schemas.openxmlformats.org/officeDocument/2006/relationships/tags" Target="../tags/tag190.xml"/><Relationship Id="rId53" Type="http://schemas.openxmlformats.org/officeDocument/2006/relationships/tags" Target="../tags/tag211.xml"/><Relationship Id="rId74" Type="http://schemas.openxmlformats.org/officeDocument/2006/relationships/tags" Target="../tags/tag232.xml"/><Relationship Id="rId128" Type="http://schemas.openxmlformats.org/officeDocument/2006/relationships/tags" Target="../tags/tag286.xml"/><Relationship Id="rId149" Type="http://schemas.openxmlformats.org/officeDocument/2006/relationships/slideLayout" Target="../slideLayouts/slideLayout65.xml"/><Relationship Id="rId5" Type="http://schemas.openxmlformats.org/officeDocument/2006/relationships/customXml" Target="../../customXml/item392.xml"/><Relationship Id="rId95" Type="http://schemas.openxmlformats.org/officeDocument/2006/relationships/tags" Target="../tags/tag253.xml"/><Relationship Id="rId22" Type="http://schemas.openxmlformats.org/officeDocument/2006/relationships/tags" Target="../tags/tag180.xml"/><Relationship Id="rId27" Type="http://schemas.openxmlformats.org/officeDocument/2006/relationships/tags" Target="../tags/tag185.xml"/><Relationship Id="rId43" Type="http://schemas.openxmlformats.org/officeDocument/2006/relationships/tags" Target="../tags/tag201.xml"/><Relationship Id="rId48" Type="http://schemas.openxmlformats.org/officeDocument/2006/relationships/tags" Target="../tags/tag206.xml"/><Relationship Id="rId64" Type="http://schemas.openxmlformats.org/officeDocument/2006/relationships/tags" Target="../tags/tag222.xml"/><Relationship Id="rId69" Type="http://schemas.openxmlformats.org/officeDocument/2006/relationships/tags" Target="../tags/tag227.xml"/><Relationship Id="rId113" Type="http://schemas.openxmlformats.org/officeDocument/2006/relationships/tags" Target="../tags/tag271.xml"/><Relationship Id="rId118" Type="http://schemas.openxmlformats.org/officeDocument/2006/relationships/tags" Target="../tags/tag276.xml"/><Relationship Id="rId134" Type="http://schemas.openxmlformats.org/officeDocument/2006/relationships/tags" Target="../tags/tag292.xml"/><Relationship Id="rId139" Type="http://schemas.openxmlformats.org/officeDocument/2006/relationships/tags" Target="../tags/tag297.xml"/><Relationship Id="rId80" Type="http://schemas.openxmlformats.org/officeDocument/2006/relationships/tags" Target="../tags/tag238.xml"/><Relationship Id="rId85" Type="http://schemas.openxmlformats.org/officeDocument/2006/relationships/tags" Target="../tags/tag243.xml"/><Relationship Id="rId150" Type="http://schemas.openxmlformats.org/officeDocument/2006/relationships/chart" Target="../charts/chart5.xml"/><Relationship Id="rId12" Type="http://schemas.openxmlformats.org/officeDocument/2006/relationships/tags" Target="../tags/tag170.xml"/><Relationship Id="rId17" Type="http://schemas.openxmlformats.org/officeDocument/2006/relationships/tags" Target="../tags/tag175.xml"/><Relationship Id="rId33" Type="http://schemas.openxmlformats.org/officeDocument/2006/relationships/tags" Target="../tags/tag191.xml"/><Relationship Id="rId38" Type="http://schemas.openxmlformats.org/officeDocument/2006/relationships/tags" Target="../tags/tag196.xml"/><Relationship Id="rId59" Type="http://schemas.openxmlformats.org/officeDocument/2006/relationships/tags" Target="../tags/tag217.xml"/><Relationship Id="rId103" Type="http://schemas.openxmlformats.org/officeDocument/2006/relationships/tags" Target="../tags/tag261.xml"/><Relationship Id="rId108" Type="http://schemas.openxmlformats.org/officeDocument/2006/relationships/tags" Target="../tags/tag266.xml"/><Relationship Id="rId124" Type="http://schemas.openxmlformats.org/officeDocument/2006/relationships/tags" Target="../tags/tag282.xml"/><Relationship Id="rId129" Type="http://schemas.openxmlformats.org/officeDocument/2006/relationships/tags" Target="../tags/tag287.xml"/><Relationship Id="rId54" Type="http://schemas.openxmlformats.org/officeDocument/2006/relationships/tags" Target="../tags/tag212.xml"/><Relationship Id="rId70" Type="http://schemas.openxmlformats.org/officeDocument/2006/relationships/tags" Target="../tags/tag228.xml"/><Relationship Id="rId75" Type="http://schemas.openxmlformats.org/officeDocument/2006/relationships/tags" Target="../tags/tag233.xml"/><Relationship Id="rId91" Type="http://schemas.openxmlformats.org/officeDocument/2006/relationships/tags" Target="../tags/tag249.xml"/><Relationship Id="rId96" Type="http://schemas.openxmlformats.org/officeDocument/2006/relationships/tags" Target="../tags/tag254.xml"/><Relationship Id="rId140" Type="http://schemas.openxmlformats.org/officeDocument/2006/relationships/tags" Target="../tags/tag298.xml"/><Relationship Id="rId145" Type="http://schemas.openxmlformats.org/officeDocument/2006/relationships/tags" Target="../tags/tag303.xml"/><Relationship Id="rId1" Type="http://schemas.openxmlformats.org/officeDocument/2006/relationships/tags" Target="../tags/tag163.xml"/><Relationship Id="rId6" Type="http://schemas.openxmlformats.org/officeDocument/2006/relationships/tags" Target="../tags/tag164.xml"/><Relationship Id="rId23" Type="http://schemas.openxmlformats.org/officeDocument/2006/relationships/tags" Target="../tags/tag181.xml"/><Relationship Id="rId28" Type="http://schemas.openxmlformats.org/officeDocument/2006/relationships/tags" Target="../tags/tag186.xml"/><Relationship Id="rId49" Type="http://schemas.openxmlformats.org/officeDocument/2006/relationships/tags" Target="../tags/tag207.xml"/><Relationship Id="rId114" Type="http://schemas.openxmlformats.org/officeDocument/2006/relationships/tags" Target="../tags/tag272.xml"/><Relationship Id="rId119" Type="http://schemas.openxmlformats.org/officeDocument/2006/relationships/tags" Target="../tags/tag277.xml"/><Relationship Id="rId44" Type="http://schemas.openxmlformats.org/officeDocument/2006/relationships/tags" Target="../tags/tag202.xml"/><Relationship Id="rId60" Type="http://schemas.openxmlformats.org/officeDocument/2006/relationships/tags" Target="../tags/tag218.xml"/><Relationship Id="rId65" Type="http://schemas.openxmlformats.org/officeDocument/2006/relationships/tags" Target="../tags/tag223.xml"/><Relationship Id="rId81" Type="http://schemas.openxmlformats.org/officeDocument/2006/relationships/tags" Target="../tags/tag239.xml"/><Relationship Id="rId86" Type="http://schemas.openxmlformats.org/officeDocument/2006/relationships/tags" Target="../tags/tag244.xml"/><Relationship Id="rId130" Type="http://schemas.openxmlformats.org/officeDocument/2006/relationships/tags" Target="../tags/tag288.xml"/><Relationship Id="rId135" Type="http://schemas.openxmlformats.org/officeDocument/2006/relationships/tags" Target="../tags/tag293.xml"/><Relationship Id="rId151" Type="http://schemas.openxmlformats.org/officeDocument/2006/relationships/chart" Target="../charts/chart6.xml"/><Relationship Id="rId13" Type="http://schemas.openxmlformats.org/officeDocument/2006/relationships/tags" Target="../tags/tag171.xml"/><Relationship Id="rId18" Type="http://schemas.openxmlformats.org/officeDocument/2006/relationships/tags" Target="../tags/tag176.xml"/><Relationship Id="rId39" Type="http://schemas.openxmlformats.org/officeDocument/2006/relationships/tags" Target="../tags/tag197.xml"/><Relationship Id="rId109" Type="http://schemas.openxmlformats.org/officeDocument/2006/relationships/tags" Target="../tags/tag267.xml"/><Relationship Id="rId34" Type="http://schemas.openxmlformats.org/officeDocument/2006/relationships/tags" Target="../tags/tag192.xml"/><Relationship Id="rId50" Type="http://schemas.openxmlformats.org/officeDocument/2006/relationships/tags" Target="../tags/tag208.xml"/><Relationship Id="rId55" Type="http://schemas.openxmlformats.org/officeDocument/2006/relationships/tags" Target="../tags/tag213.xml"/><Relationship Id="rId76" Type="http://schemas.openxmlformats.org/officeDocument/2006/relationships/tags" Target="../tags/tag234.xml"/><Relationship Id="rId97" Type="http://schemas.openxmlformats.org/officeDocument/2006/relationships/tags" Target="../tags/tag255.xml"/><Relationship Id="rId104" Type="http://schemas.openxmlformats.org/officeDocument/2006/relationships/tags" Target="../tags/tag262.xml"/><Relationship Id="rId120" Type="http://schemas.openxmlformats.org/officeDocument/2006/relationships/tags" Target="../tags/tag278.xml"/><Relationship Id="rId125" Type="http://schemas.openxmlformats.org/officeDocument/2006/relationships/tags" Target="../tags/tag283.xml"/><Relationship Id="rId141" Type="http://schemas.openxmlformats.org/officeDocument/2006/relationships/tags" Target="../tags/tag299.xml"/><Relationship Id="rId146" Type="http://schemas.openxmlformats.org/officeDocument/2006/relationships/tags" Target="../tags/tag304.xml"/><Relationship Id="rId7" Type="http://schemas.openxmlformats.org/officeDocument/2006/relationships/tags" Target="../tags/tag165.xml"/><Relationship Id="rId71" Type="http://schemas.openxmlformats.org/officeDocument/2006/relationships/tags" Target="../tags/tag229.xml"/><Relationship Id="rId92" Type="http://schemas.openxmlformats.org/officeDocument/2006/relationships/tags" Target="../tags/tag250.xml"/><Relationship Id="rId2" Type="http://schemas.openxmlformats.org/officeDocument/2006/relationships/customXml" Target="../../customXml/item389.xml"/><Relationship Id="rId29" Type="http://schemas.openxmlformats.org/officeDocument/2006/relationships/tags" Target="../tags/tag187.xml"/><Relationship Id="rId24" Type="http://schemas.openxmlformats.org/officeDocument/2006/relationships/tags" Target="../tags/tag182.xml"/><Relationship Id="rId40" Type="http://schemas.openxmlformats.org/officeDocument/2006/relationships/tags" Target="../tags/tag198.xml"/><Relationship Id="rId45" Type="http://schemas.openxmlformats.org/officeDocument/2006/relationships/tags" Target="../tags/tag203.xml"/><Relationship Id="rId66" Type="http://schemas.openxmlformats.org/officeDocument/2006/relationships/tags" Target="../tags/tag224.xml"/><Relationship Id="rId87" Type="http://schemas.openxmlformats.org/officeDocument/2006/relationships/tags" Target="../tags/tag245.xml"/><Relationship Id="rId110" Type="http://schemas.openxmlformats.org/officeDocument/2006/relationships/tags" Target="../tags/tag268.xml"/><Relationship Id="rId115" Type="http://schemas.openxmlformats.org/officeDocument/2006/relationships/tags" Target="../tags/tag273.xml"/><Relationship Id="rId131" Type="http://schemas.openxmlformats.org/officeDocument/2006/relationships/tags" Target="../tags/tag289.xml"/><Relationship Id="rId136" Type="http://schemas.openxmlformats.org/officeDocument/2006/relationships/tags" Target="../tags/tag294.xml"/><Relationship Id="rId61" Type="http://schemas.openxmlformats.org/officeDocument/2006/relationships/tags" Target="../tags/tag219.xml"/><Relationship Id="rId82" Type="http://schemas.openxmlformats.org/officeDocument/2006/relationships/tags" Target="../tags/tag240.xml"/><Relationship Id="rId152" Type="http://schemas.openxmlformats.org/officeDocument/2006/relationships/chart" Target="../charts/chart7.xml"/><Relationship Id="rId19" Type="http://schemas.openxmlformats.org/officeDocument/2006/relationships/tags" Target="../tags/tag177.xml"/><Relationship Id="rId14" Type="http://schemas.openxmlformats.org/officeDocument/2006/relationships/tags" Target="../tags/tag172.xml"/><Relationship Id="rId30" Type="http://schemas.openxmlformats.org/officeDocument/2006/relationships/tags" Target="../tags/tag188.xml"/><Relationship Id="rId35" Type="http://schemas.openxmlformats.org/officeDocument/2006/relationships/tags" Target="../tags/tag193.xml"/><Relationship Id="rId56" Type="http://schemas.openxmlformats.org/officeDocument/2006/relationships/tags" Target="../tags/tag214.xml"/><Relationship Id="rId77" Type="http://schemas.openxmlformats.org/officeDocument/2006/relationships/tags" Target="../tags/tag235.xml"/><Relationship Id="rId100" Type="http://schemas.openxmlformats.org/officeDocument/2006/relationships/tags" Target="../tags/tag258.xml"/><Relationship Id="rId105" Type="http://schemas.openxmlformats.org/officeDocument/2006/relationships/tags" Target="../tags/tag263.xml"/><Relationship Id="rId126" Type="http://schemas.openxmlformats.org/officeDocument/2006/relationships/tags" Target="../tags/tag284.xml"/><Relationship Id="rId147" Type="http://schemas.openxmlformats.org/officeDocument/2006/relationships/tags" Target="../tags/tag305.xml"/><Relationship Id="rId8" Type="http://schemas.openxmlformats.org/officeDocument/2006/relationships/tags" Target="../tags/tag166.xml"/><Relationship Id="rId51" Type="http://schemas.openxmlformats.org/officeDocument/2006/relationships/tags" Target="../tags/tag209.xml"/><Relationship Id="rId72" Type="http://schemas.openxmlformats.org/officeDocument/2006/relationships/tags" Target="../tags/tag230.xml"/><Relationship Id="rId93" Type="http://schemas.openxmlformats.org/officeDocument/2006/relationships/tags" Target="../tags/tag251.xml"/><Relationship Id="rId98" Type="http://schemas.openxmlformats.org/officeDocument/2006/relationships/tags" Target="../tags/tag256.xml"/><Relationship Id="rId121" Type="http://schemas.openxmlformats.org/officeDocument/2006/relationships/tags" Target="../tags/tag279.xml"/><Relationship Id="rId142" Type="http://schemas.openxmlformats.org/officeDocument/2006/relationships/tags" Target="../tags/tag300.xml"/><Relationship Id="rId3" Type="http://schemas.openxmlformats.org/officeDocument/2006/relationships/customXml" Target="../../customXml/item390.xml"/><Relationship Id="rId25" Type="http://schemas.openxmlformats.org/officeDocument/2006/relationships/tags" Target="../tags/tag183.xml"/><Relationship Id="rId46" Type="http://schemas.openxmlformats.org/officeDocument/2006/relationships/tags" Target="../tags/tag204.xml"/><Relationship Id="rId67" Type="http://schemas.openxmlformats.org/officeDocument/2006/relationships/tags" Target="../tags/tag225.xml"/><Relationship Id="rId116" Type="http://schemas.openxmlformats.org/officeDocument/2006/relationships/tags" Target="../tags/tag274.xml"/><Relationship Id="rId137" Type="http://schemas.openxmlformats.org/officeDocument/2006/relationships/tags" Target="../tags/tag295.xml"/><Relationship Id="rId20" Type="http://schemas.openxmlformats.org/officeDocument/2006/relationships/tags" Target="../tags/tag178.xml"/><Relationship Id="rId41" Type="http://schemas.openxmlformats.org/officeDocument/2006/relationships/tags" Target="../tags/tag199.xml"/><Relationship Id="rId62" Type="http://schemas.openxmlformats.org/officeDocument/2006/relationships/tags" Target="../tags/tag220.xml"/><Relationship Id="rId83" Type="http://schemas.openxmlformats.org/officeDocument/2006/relationships/tags" Target="../tags/tag241.xml"/><Relationship Id="rId88" Type="http://schemas.openxmlformats.org/officeDocument/2006/relationships/tags" Target="../tags/tag246.xml"/><Relationship Id="rId111" Type="http://schemas.openxmlformats.org/officeDocument/2006/relationships/tags" Target="../tags/tag269.xml"/><Relationship Id="rId132" Type="http://schemas.openxmlformats.org/officeDocument/2006/relationships/tags" Target="../tags/tag290.xml"/><Relationship Id="rId153" Type="http://schemas.openxmlformats.org/officeDocument/2006/relationships/chart" Target="../charts/chart8.xml"/><Relationship Id="rId15" Type="http://schemas.openxmlformats.org/officeDocument/2006/relationships/tags" Target="../tags/tag173.xml"/><Relationship Id="rId36" Type="http://schemas.openxmlformats.org/officeDocument/2006/relationships/tags" Target="../tags/tag194.xml"/><Relationship Id="rId57" Type="http://schemas.openxmlformats.org/officeDocument/2006/relationships/tags" Target="../tags/tag215.xml"/><Relationship Id="rId106" Type="http://schemas.openxmlformats.org/officeDocument/2006/relationships/tags" Target="../tags/tag264.xml"/><Relationship Id="rId127" Type="http://schemas.openxmlformats.org/officeDocument/2006/relationships/tags" Target="../tags/tag285.xml"/><Relationship Id="rId10" Type="http://schemas.openxmlformats.org/officeDocument/2006/relationships/tags" Target="../tags/tag168.xml"/><Relationship Id="rId31" Type="http://schemas.openxmlformats.org/officeDocument/2006/relationships/tags" Target="../tags/tag189.xml"/><Relationship Id="rId52" Type="http://schemas.openxmlformats.org/officeDocument/2006/relationships/tags" Target="../tags/tag210.xml"/><Relationship Id="rId73" Type="http://schemas.openxmlformats.org/officeDocument/2006/relationships/tags" Target="../tags/tag231.xml"/><Relationship Id="rId78" Type="http://schemas.openxmlformats.org/officeDocument/2006/relationships/tags" Target="../tags/tag236.xml"/><Relationship Id="rId94" Type="http://schemas.openxmlformats.org/officeDocument/2006/relationships/tags" Target="../tags/tag252.xml"/><Relationship Id="rId99" Type="http://schemas.openxmlformats.org/officeDocument/2006/relationships/tags" Target="../tags/tag257.xml"/><Relationship Id="rId101" Type="http://schemas.openxmlformats.org/officeDocument/2006/relationships/tags" Target="../tags/tag259.xml"/><Relationship Id="rId122" Type="http://schemas.openxmlformats.org/officeDocument/2006/relationships/tags" Target="../tags/tag280.xml"/><Relationship Id="rId143" Type="http://schemas.openxmlformats.org/officeDocument/2006/relationships/tags" Target="../tags/tag301.xml"/><Relationship Id="rId148" Type="http://schemas.openxmlformats.org/officeDocument/2006/relationships/tags" Target="../tags/tag306.xml"/><Relationship Id="rId4" Type="http://schemas.openxmlformats.org/officeDocument/2006/relationships/customXml" Target="../../customXml/item391.xml"/><Relationship Id="rId9" Type="http://schemas.openxmlformats.org/officeDocument/2006/relationships/tags" Target="../tags/tag167.xml"/><Relationship Id="rId26" Type="http://schemas.openxmlformats.org/officeDocument/2006/relationships/tags" Target="../tags/tag184.xml"/><Relationship Id="rId47" Type="http://schemas.openxmlformats.org/officeDocument/2006/relationships/tags" Target="../tags/tag205.xml"/><Relationship Id="rId68" Type="http://schemas.openxmlformats.org/officeDocument/2006/relationships/tags" Target="../tags/tag226.xml"/><Relationship Id="rId89" Type="http://schemas.openxmlformats.org/officeDocument/2006/relationships/tags" Target="../tags/tag247.xml"/><Relationship Id="rId112" Type="http://schemas.openxmlformats.org/officeDocument/2006/relationships/tags" Target="../tags/tag270.xml"/><Relationship Id="rId133" Type="http://schemas.openxmlformats.org/officeDocument/2006/relationships/tags" Target="../tags/tag291.xml"/><Relationship Id="rId16" Type="http://schemas.openxmlformats.org/officeDocument/2006/relationships/tags" Target="../tags/tag174.xml"/><Relationship Id="rId37" Type="http://schemas.openxmlformats.org/officeDocument/2006/relationships/tags" Target="../tags/tag195.xml"/><Relationship Id="rId58" Type="http://schemas.openxmlformats.org/officeDocument/2006/relationships/tags" Target="../tags/tag216.xml"/><Relationship Id="rId79" Type="http://schemas.openxmlformats.org/officeDocument/2006/relationships/tags" Target="../tags/tag237.xml"/><Relationship Id="rId102" Type="http://schemas.openxmlformats.org/officeDocument/2006/relationships/tags" Target="../tags/tag260.xml"/><Relationship Id="rId123" Type="http://schemas.openxmlformats.org/officeDocument/2006/relationships/tags" Target="../tags/tag281.xml"/><Relationship Id="rId144" Type="http://schemas.openxmlformats.org/officeDocument/2006/relationships/tags" Target="../tags/tag302.xml"/><Relationship Id="rId90" Type="http://schemas.openxmlformats.org/officeDocument/2006/relationships/tags" Target="../tags/tag24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slideLayout" Target="../slideLayouts/slideLayout10.xml"/><Relationship Id="rId1" Type="http://schemas.openxmlformats.org/officeDocument/2006/relationships/customXml" Target="../../customXml/item393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tags" Target="../tags/tag331.xml"/><Relationship Id="rId21" Type="http://schemas.openxmlformats.org/officeDocument/2006/relationships/tags" Target="../tags/tag326.xml"/><Relationship Id="rId34" Type="http://schemas.openxmlformats.org/officeDocument/2006/relationships/tags" Target="../tags/tag339.xml"/><Relationship Id="rId42" Type="http://schemas.openxmlformats.org/officeDocument/2006/relationships/tags" Target="../tags/tag347.xml"/><Relationship Id="rId47" Type="http://schemas.openxmlformats.org/officeDocument/2006/relationships/tags" Target="../tags/tag352.xml"/><Relationship Id="rId50" Type="http://schemas.openxmlformats.org/officeDocument/2006/relationships/tags" Target="../tags/tag355.xml"/><Relationship Id="rId55" Type="http://schemas.openxmlformats.org/officeDocument/2006/relationships/tags" Target="../tags/tag360.xml"/><Relationship Id="rId63" Type="http://schemas.openxmlformats.org/officeDocument/2006/relationships/image" Target="../media/image20.jpeg"/><Relationship Id="rId7" Type="http://schemas.openxmlformats.org/officeDocument/2006/relationships/tags" Target="../tags/tag312.xml"/><Relationship Id="rId2" Type="http://schemas.openxmlformats.org/officeDocument/2006/relationships/customXml" Target="../../customXml/item394.xml"/><Relationship Id="rId16" Type="http://schemas.openxmlformats.org/officeDocument/2006/relationships/tags" Target="../tags/tag321.xml"/><Relationship Id="rId29" Type="http://schemas.openxmlformats.org/officeDocument/2006/relationships/tags" Target="../tags/tag334.xml"/><Relationship Id="rId11" Type="http://schemas.openxmlformats.org/officeDocument/2006/relationships/tags" Target="../tags/tag316.xml"/><Relationship Id="rId24" Type="http://schemas.openxmlformats.org/officeDocument/2006/relationships/tags" Target="../tags/tag329.xml"/><Relationship Id="rId32" Type="http://schemas.openxmlformats.org/officeDocument/2006/relationships/tags" Target="../tags/tag337.xml"/><Relationship Id="rId37" Type="http://schemas.openxmlformats.org/officeDocument/2006/relationships/tags" Target="../tags/tag342.xml"/><Relationship Id="rId40" Type="http://schemas.openxmlformats.org/officeDocument/2006/relationships/tags" Target="../tags/tag345.xml"/><Relationship Id="rId45" Type="http://schemas.openxmlformats.org/officeDocument/2006/relationships/tags" Target="../tags/tag350.xml"/><Relationship Id="rId53" Type="http://schemas.openxmlformats.org/officeDocument/2006/relationships/tags" Target="../tags/tag358.xml"/><Relationship Id="rId58" Type="http://schemas.openxmlformats.org/officeDocument/2006/relationships/tags" Target="../tags/tag363.xml"/><Relationship Id="rId66" Type="http://schemas.openxmlformats.org/officeDocument/2006/relationships/image" Target="../media/image21.png"/><Relationship Id="rId5" Type="http://schemas.openxmlformats.org/officeDocument/2006/relationships/tags" Target="../tags/tag310.xml"/><Relationship Id="rId61" Type="http://schemas.openxmlformats.org/officeDocument/2006/relationships/slideLayout" Target="../slideLayouts/slideLayout75.xml"/><Relationship Id="rId19" Type="http://schemas.openxmlformats.org/officeDocument/2006/relationships/tags" Target="../tags/tag324.xml"/><Relationship Id="rId14" Type="http://schemas.openxmlformats.org/officeDocument/2006/relationships/tags" Target="../tags/tag319.xml"/><Relationship Id="rId22" Type="http://schemas.openxmlformats.org/officeDocument/2006/relationships/tags" Target="../tags/tag327.xml"/><Relationship Id="rId27" Type="http://schemas.openxmlformats.org/officeDocument/2006/relationships/tags" Target="../tags/tag332.xml"/><Relationship Id="rId30" Type="http://schemas.openxmlformats.org/officeDocument/2006/relationships/tags" Target="../tags/tag335.xml"/><Relationship Id="rId35" Type="http://schemas.openxmlformats.org/officeDocument/2006/relationships/tags" Target="../tags/tag340.xml"/><Relationship Id="rId43" Type="http://schemas.openxmlformats.org/officeDocument/2006/relationships/tags" Target="../tags/tag348.xml"/><Relationship Id="rId48" Type="http://schemas.openxmlformats.org/officeDocument/2006/relationships/tags" Target="../tags/tag353.xml"/><Relationship Id="rId56" Type="http://schemas.openxmlformats.org/officeDocument/2006/relationships/tags" Target="../tags/tag361.xml"/><Relationship Id="rId64" Type="http://schemas.openxmlformats.org/officeDocument/2006/relationships/oleObject" Target="../embeddings/oleObject6.bin"/><Relationship Id="rId8" Type="http://schemas.openxmlformats.org/officeDocument/2006/relationships/tags" Target="../tags/tag313.xml"/><Relationship Id="rId51" Type="http://schemas.openxmlformats.org/officeDocument/2006/relationships/tags" Target="../tags/tag356.xml"/><Relationship Id="rId3" Type="http://schemas.openxmlformats.org/officeDocument/2006/relationships/tags" Target="../tags/tag308.xml"/><Relationship Id="rId12" Type="http://schemas.openxmlformats.org/officeDocument/2006/relationships/tags" Target="../tags/tag317.xml"/><Relationship Id="rId17" Type="http://schemas.openxmlformats.org/officeDocument/2006/relationships/tags" Target="../tags/tag322.xml"/><Relationship Id="rId25" Type="http://schemas.openxmlformats.org/officeDocument/2006/relationships/tags" Target="../tags/tag330.xml"/><Relationship Id="rId33" Type="http://schemas.openxmlformats.org/officeDocument/2006/relationships/tags" Target="../tags/tag338.xml"/><Relationship Id="rId38" Type="http://schemas.openxmlformats.org/officeDocument/2006/relationships/tags" Target="../tags/tag343.xml"/><Relationship Id="rId46" Type="http://schemas.openxmlformats.org/officeDocument/2006/relationships/tags" Target="../tags/tag351.xml"/><Relationship Id="rId59" Type="http://schemas.openxmlformats.org/officeDocument/2006/relationships/tags" Target="../tags/tag364.xml"/><Relationship Id="rId20" Type="http://schemas.openxmlformats.org/officeDocument/2006/relationships/tags" Target="../tags/tag325.xml"/><Relationship Id="rId41" Type="http://schemas.openxmlformats.org/officeDocument/2006/relationships/tags" Target="../tags/tag346.xml"/><Relationship Id="rId54" Type="http://schemas.openxmlformats.org/officeDocument/2006/relationships/tags" Target="../tags/tag359.xml"/><Relationship Id="rId62" Type="http://schemas.openxmlformats.org/officeDocument/2006/relationships/notesSlide" Target="../notesSlides/notesSlide1.xml"/><Relationship Id="rId1" Type="http://schemas.openxmlformats.org/officeDocument/2006/relationships/tags" Target="../tags/tag307.xml"/><Relationship Id="rId6" Type="http://schemas.openxmlformats.org/officeDocument/2006/relationships/tags" Target="../tags/tag311.xml"/><Relationship Id="rId15" Type="http://schemas.openxmlformats.org/officeDocument/2006/relationships/tags" Target="../tags/tag320.xml"/><Relationship Id="rId23" Type="http://schemas.openxmlformats.org/officeDocument/2006/relationships/tags" Target="../tags/tag328.xml"/><Relationship Id="rId28" Type="http://schemas.openxmlformats.org/officeDocument/2006/relationships/tags" Target="../tags/tag333.xml"/><Relationship Id="rId36" Type="http://schemas.openxmlformats.org/officeDocument/2006/relationships/tags" Target="../tags/tag341.xml"/><Relationship Id="rId49" Type="http://schemas.openxmlformats.org/officeDocument/2006/relationships/tags" Target="../tags/tag354.xml"/><Relationship Id="rId57" Type="http://schemas.openxmlformats.org/officeDocument/2006/relationships/tags" Target="../tags/tag362.xml"/><Relationship Id="rId10" Type="http://schemas.openxmlformats.org/officeDocument/2006/relationships/tags" Target="../tags/tag315.xml"/><Relationship Id="rId31" Type="http://schemas.openxmlformats.org/officeDocument/2006/relationships/tags" Target="../tags/tag336.xml"/><Relationship Id="rId44" Type="http://schemas.openxmlformats.org/officeDocument/2006/relationships/tags" Target="../tags/tag349.xml"/><Relationship Id="rId52" Type="http://schemas.openxmlformats.org/officeDocument/2006/relationships/tags" Target="../tags/tag357.xml"/><Relationship Id="rId60" Type="http://schemas.openxmlformats.org/officeDocument/2006/relationships/tags" Target="../tags/tag365.xml"/><Relationship Id="rId65" Type="http://schemas.openxmlformats.org/officeDocument/2006/relationships/image" Target="../media/image15.emf"/><Relationship Id="rId4" Type="http://schemas.openxmlformats.org/officeDocument/2006/relationships/tags" Target="../tags/tag309.xml"/><Relationship Id="rId9" Type="http://schemas.openxmlformats.org/officeDocument/2006/relationships/tags" Target="../tags/tag314.xml"/><Relationship Id="rId13" Type="http://schemas.openxmlformats.org/officeDocument/2006/relationships/tags" Target="../tags/tag318.xml"/><Relationship Id="rId18" Type="http://schemas.openxmlformats.org/officeDocument/2006/relationships/tags" Target="../tags/tag323.xml"/><Relationship Id="rId39" Type="http://schemas.openxmlformats.org/officeDocument/2006/relationships/tags" Target="../tags/tag34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tags" Target="../tags/tag367.xml"/><Relationship Id="rId7" Type="http://schemas.openxmlformats.org/officeDocument/2006/relationships/oleObject" Target="../embeddings/oleObject7.bin"/><Relationship Id="rId2" Type="http://schemas.openxmlformats.org/officeDocument/2006/relationships/tags" Target="../tags/tag366.xml"/><Relationship Id="rId1" Type="http://schemas.openxmlformats.org/officeDocument/2006/relationships/customXml" Target="../../customXml/item395.xml"/><Relationship Id="rId6" Type="http://schemas.openxmlformats.org/officeDocument/2006/relationships/slideLayout" Target="../slideLayouts/slideLayout94.xml"/><Relationship Id="rId5" Type="http://schemas.openxmlformats.org/officeDocument/2006/relationships/tags" Target="../tags/tag369.xml"/><Relationship Id="rId4" Type="http://schemas.openxmlformats.org/officeDocument/2006/relationships/tags" Target="../tags/tag36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376.xml"/><Relationship Id="rId13" Type="http://schemas.openxmlformats.org/officeDocument/2006/relationships/slideLayout" Target="../slideLayouts/slideLayout108.xml"/><Relationship Id="rId18" Type="http://schemas.openxmlformats.org/officeDocument/2006/relationships/image" Target="../media/image15.emf"/><Relationship Id="rId3" Type="http://schemas.openxmlformats.org/officeDocument/2006/relationships/tags" Target="../tags/tag371.xml"/><Relationship Id="rId7" Type="http://schemas.openxmlformats.org/officeDocument/2006/relationships/tags" Target="../tags/tag375.xml"/><Relationship Id="rId12" Type="http://schemas.openxmlformats.org/officeDocument/2006/relationships/tags" Target="../tags/tag380.xml"/><Relationship Id="rId17" Type="http://schemas.openxmlformats.org/officeDocument/2006/relationships/oleObject" Target="../embeddings/oleObject8.bin"/><Relationship Id="rId2" Type="http://schemas.openxmlformats.org/officeDocument/2006/relationships/customXml" Target="../../customXml/item396.xml"/><Relationship Id="rId16" Type="http://schemas.openxmlformats.org/officeDocument/2006/relationships/image" Target="../media/image20.jpeg"/><Relationship Id="rId1" Type="http://schemas.openxmlformats.org/officeDocument/2006/relationships/tags" Target="../tags/tag370.xml"/><Relationship Id="rId6" Type="http://schemas.openxmlformats.org/officeDocument/2006/relationships/tags" Target="../tags/tag374.xml"/><Relationship Id="rId11" Type="http://schemas.openxmlformats.org/officeDocument/2006/relationships/tags" Target="../tags/tag379.xml"/><Relationship Id="rId5" Type="http://schemas.openxmlformats.org/officeDocument/2006/relationships/tags" Target="../tags/tag373.xml"/><Relationship Id="rId15" Type="http://schemas.openxmlformats.org/officeDocument/2006/relationships/chart" Target="../charts/chart9.xml"/><Relationship Id="rId10" Type="http://schemas.openxmlformats.org/officeDocument/2006/relationships/tags" Target="../tags/tag378.xml"/><Relationship Id="rId4" Type="http://schemas.openxmlformats.org/officeDocument/2006/relationships/tags" Target="../tags/tag372.xml"/><Relationship Id="rId9" Type="http://schemas.openxmlformats.org/officeDocument/2006/relationships/tags" Target="../tags/tag377.xml"/><Relationship Id="rId14" Type="http://schemas.openxmlformats.org/officeDocument/2006/relationships/notesSlide" Target="../notesSlides/notes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slideLayout" Target="../slideLayouts/slideLayout10.xml"/><Relationship Id="rId1" Type="http://schemas.openxmlformats.org/officeDocument/2006/relationships/customXml" Target="../../customXml/item397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tags" Target="../tags/tag405.xml"/><Relationship Id="rId21" Type="http://schemas.openxmlformats.org/officeDocument/2006/relationships/tags" Target="../tags/tag400.xml"/><Relationship Id="rId34" Type="http://schemas.openxmlformats.org/officeDocument/2006/relationships/tags" Target="../tags/tag413.xml"/><Relationship Id="rId42" Type="http://schemas.openxmlformats.org/officeDocument/2006/relationships/tags" Target="../tags/tag421.xml"/><Relationship Id="rId47" Type="http://schemas.openxmlformats.org/officeDocument/2006/relationships/tags" Target="../tags/tag426.xml"/><Relationship Id="rId50" Type="http://schemas.openxmlformats.org/officeDocument/2006/relationships/tags" Target="../tags/tag429.xml"/><Relationship Id="rId55" Type="http://schemas.openxmlformats.org/officeDocument/2006/relationships/tags" Target="../tags/tag434.xml"/><Relationship Id="rId63" Type="http://schemas.openxmlformats.org/officeDocument/2006/relationships/image" Target="../media/image20.jpeg"/><Relationship Id="rId7" Type="http://schemas.openxmlformats.org/officeDocument/2006/relationships/tags" Target="../tags/tag386.xml"/><Relationship Id="rId2" Type="http://schemas.openxmlformats.org/officeDocument/2006/relationships/customXml" Target="../../customXml/item398.xml"/><Relationship Id="rId16" Type="http://schemas.openxmlformats.org/officeDocument/2006/relationships/tags" Target="../tags/tag395.xml"/><Relationship Id="rId29" Type="http://schemas.openxmlformats.org/officeDocument/2006/relationships/tags" Target="../tags/tag408.xml"/><Relationship Id="rId11" Type="http://schemas.openxmlformats.org/officeDocument/2006/relationships/tags" Target="../tags/tag390.xml"/><Relationship Id="rId24" Type="http://schemas.openxmlformats.org/officeDocument/2006/relationships/tags" Target="../tags/tag403.xml"/><Relationship Id="rId32" Type="http://schemas.openxmlformats.org/officeDocument/2006/relationships/tags" Target="../tags/tag411.xml"/><Relationship Id="rId37" Type="http://schemas.openxmlformats.org/officeDocument/2006/relationships/tags" Target="../tags/tag416.xml"/><Relationship Id="rId40" Type="http://schemas.openxmlformats.org/officeDocument/2006/relationships/tags" Target="../tags/tag419.xml"/><Relationship Id="rId45" Type="http://schemas.openxmlformats.org/officeDocument/2006/relationships/tags" Target="../tags/tag424.xml"/><Relationship Id="rId53" Type="http://schemas.openxmlformats.org/officeDocument/2006/relationships/tags" Target="../tags/tag432.xml"/><Relationship Id="rId58" Type="http://schemas.openxmlformats.org/officeDocument/2006/relationships/tags" Target="../tags/tag437.xml"/><Relationship Id="rId66" Type="http://schemas.openxmlformats.org/officeDocument/2006/relationships/image" Target="../media/image21.png"/><Relationship Id="rId5" Type="http://schemas.openxmlformats.org/officeDocument/2006/relationships/tags" Target="../tags/tag384.xml"/><Relationship Id="rId61" Type="http://schemas.openxmlformats.org/officeDocument/2006/relationships/slideLayout" Target="../slideLayouts/slideLayout75.xml"/><Relationship Id="rId19" Type="http://schemas.openxmlformats.org/officeDocument/2006/relationships/tags" Target="../tags/tag398.xml"/><Relationship Id="rId14" Type="http://schemas.openxmlformats.org/officeDocument/2006/relationships/tags" Target="../tags/tag393.xml"/><Relationship Id="rId22" Type="http://schemas.openxmlformats.org/officeDocument/2006/relationships/tags" Target="../tags/tag401.xml"/><Relationship Id="rId27" Type="http://schemas.openxmlformats.org/officeDocument/2006/relationships/tags" Target="../tags/tag406.xml"/><Relationship Id="rId30" Type="http://schemas.openxmlformats.org/officeDocument/2006/relationships/tags" Target="../tags/tag409.xml"/><Relationship Id="rId35" Type="http://schemas.openxmlformats.org/officeDocument/2006/relationships/tags" Target="../tags/tag414.xml"/><Relationship Id="rId43" Type="http://schemas.openxmlformats.org/officeDocument/2006/relationships/tags" Target="../tags/tag422.xml"/><Relationship Id="rId48" Type="http://schemas.openxmlformats.org/officeDocument/2006/relationships/tags" Target="../tags/tag427.xml"/><Relationship Id="rId56" Type="http://schemas.openxmlformats.org/officeDocument/2006/relationships/tags" Target="../tags/tag435.xml"/><Relationship Id="rId64" Type="http://schemas.openxmlformats.org/officeDocument/2006/relationships/oleObject" Target="../embeddings/oleObject6.bin"/><Relationship Id="rId8" Type="http://schemas.openxmlformats.org/officeDocument/2006/relationships/tags" Target="../tags/tag387.xml"/><Relationship Id="rId51" Type="http://schemas.openxmlformats.org/officeDocument/2006/relationships/tags" Target="../tags/tag430.xml"/><Relationship Id="rId3" Type="http://schemas.openxmlformats.org/officeDocument/2006/relationships/tags" Target="../tags/tag382.xml"/><Relationship Id="rId12" Type="http://schemas.openxmlformats.org/officeDocument/2006/relationships/tags" Target="../tags/tag391.xml"/><Relationship Id="rId17" Type="http://schemas.openxmlformats.org/officeDocument/2006/relationships/tags" Target="../tags/tag396.xml"/><Relationship Id="rId25" Type="http://schemas.openxmlformats.org/officeDocument/2006/relationships/tags" Target="../tags/tag404.xml"/><Relationship Id="rId33" Type="http://schemas.openxmlformats.org/officeDocument/2006/relationships/tags" Target="../tags/tag412.xml"/><Relationship Id="rId38" Type="http://schemas.openxmlformats.org/officeDocument/2006/relationships/tags" Target="../tags/tag417.xml"/><Relationship Id="rId46" Type="http://schemas.openxmlformats.org/officeDocument/2006/relationships/tags" Target="../tags/tag425.xml"/><Relationship Id="rId59" Type="http://schemas.openxmlformats.org/officeDocument/2006/relationships/tags" Target="../tags/tag438.xml"/><Relationship Id="rId20" Type="http://schemas.openxmlformats.org/officeDocument/2006/relationships/tags" Target="../tags/tag399.xml"/><Relationship Id="rId41" Type="http://schemas.openxmlformats.org/officeDocument/2006/relationships/tags" Target="../tags/tag420.xml"/><Relationship Id="rId54" Type="http://schemas.openxmlformats.org/officeDocument/2006/relationships/tags" Target="../tags/tag433.xml"/><Relationship Id="rId62" Type="http://schemas.openxmlformats.org/officeDocument/2006/relationships/notesSlide" Target="../notesSlides/notesSlide3.xml"/><Relationship Id="rId1" Type="http://schemas.openxmlformats.org/officeDocument/2006/relationships/tags" Target="../tags/tag381.xml"/><Relationship Id="rId6" Type="http://schemas.openxmlformats.org/officeDocument/2006/relationships/tags" Target="../tags/tag385.xml"/><Relationship Id="rId15" Type="http://schemas.openxmlformats.org/officeDocument/2006/relationships/tags" Target="../tags/tag394.xml"/><Relationship Id="rId23" Type="http://schemas.openxmlformats.org/officeDocument/2006/relationships/tags" Target="../tags/tag402.xml"/><Relationship Id="rId28" Type="http://schemas.openxmlformats.org/officeDocument/2006/relationships/tags" Target="../tags/tag407.xml"/><Relationship Id="rId36" Type="http://schemas.openxmlformats.org/officeDocument/2006/relationships/tags" Target="../tags/tag415.xml"/><Relationship Id="rId49" Type="http://schemas.openxmlformats.org/officeDocument/2006/relationships/tags" Target="../tags/tag428.xml"/><Relationship Id="rId57" Type="http://schemas.openxmlformats.org/officeDocument/2006/relationships/tags" Target="../tags/tag436.xml"/><Relationship Id="rId10" Type="http://schemas.openxmlformats.org/officeDocument/2006/relationships/tags" Target="../tags/tag389.xml"/><Relationship Id="rId31" Type="http://schemas.openxmlformats.org/officeDocument/2006/relationships/tags" Target="../tags/tag410.xml"/><Relationship Id="rId44" Type="http://schemas.openxmlformats.org/officeDocument/2006/relationships/tags" Target="../tags/tag423.xml"/><Relationship Id="rId52" Type="http://schemas.openxmlformats.org/officeDocument/2006/relationships/tags" Target="../tags/tag431.xml"/><Relationship Id="rId60" Type="http://schemas.openxmlformats.org/officeDocument/2006/relationships/tags" Target="../tags/tag439.xml"/><Relationship Id="rId65" Type="http://schemas.openxmlformats.org/officeDocument/2006/relationships/image" Target="../media/image15.emf"/><Relationship Id="rId4" Type="http://schemas.openxmlformats.org/officeDocument/2006/relationships/tags" Target="../tags/tag383.xml"/><Relationship Id="rId9" Type="http://schemas.openxmlformats.org/officeDocument/2006/relationships/tags" Target="../tags/tag388.xml"/><Relationship Id="rId13" Type="http://schemas.openxmlformats.org/officeDocument/2006/relationships/tags" Target="../tags/tag392.xml"/><Relationship Id="rId18" Type="http://schemas.openxmlformats.org/officeDocument/2006/relationships/tags" Target="../tags/tag397.xml"/><Relationship Id="rId39" Type="http://schemas.openxmlformats.org/officeDocument/2006/relationships/tags" Target="../tags/tag41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tags" Target="../tags/tag441.xml"/><Relationship Id="rId7" Type="http://schemas.openxmlformats.org/officeDocument/2006/relationships/oleObject" Target="../embeddings/oleObject7.bin"/><Relationship Id="rId2" Type="http://schemas.openxmlformats.org/officeDocument/2006/relationships/tags" Target="../tags/tag440.xml"/><Relationship Id="rId1" Type="http://schemas.openxmlformats.org/officeDocument/2006/relationships/customXml" Target="../../customXml/item399.xml"/><Relationship Id="rId6" Type="http://schemas.openxmlformats.org/officeDocument/2006/relationships/slideLayout" Target="../slideLayouts/slideLayout94.xml"/><Relationship Id="rId5" Type="http://schemas.openxmlformats.org/officeDocument/2006/relationships/tags" Target="../tags/tag443.xml"/><Relationship Id="rId4" Type="http://schemas.openxmlformats.org/officeDocument/2006/relationships/tags" Target="../tags/tag44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450.xml"/><Relationship Id="rId13" Type="http://schemas.openxmlformats.org/officeDocument/2006/relationships/slideLayout" Target="../slideLayouts/slideLayout108.xml"/><Relationship Id="rId18" Type="http://schemas.openxmlformats.org/officeDocument/2006/relationships/image" Target="../media/image15.emf"/><Relationship Id="rId3" Type="http://schemas.openxmlformats.org/officeDocument/2006/relationships/tags" Target="../tags/tag445.xml"/><Relationship Id="rId7" Type="http://schemas.openxmlformats.org/officeDocument/2006/relationships/tags" Target="../tags/tag449.xml"/><Relationship Id="rId12" Type="http://schemas.openxmlformats.org/officeDocument/2006/relationships/tags" Target="../tags/tag454.xml"/><Relationship Id="rId17" Type="http://schemas.openxmlformats.org/officeDocument/2006/relationships/oleObject" Target="../embeddings/oleObject8.bin"/><Relationship Id="rId2" Type="http://schemas.openxmlformats.org/officeDocument/2006/relationships/customXml" Target="../../customXml/item400.xml"/><Relationship Id="rId16" Type="http://schemas.openxmlformats.org/officeDocument/2006/relationships/image" Target="../media/image20.jpeg"/><Relationship Id="rId1" Type="http://schemas.openxmlformats.org/officeDocument/2006/relationships/tags" Target="../tags/tag444.xml"/><Relationship Id="rId6" Type="http://schemas.openxmlformats.org/officeDocument/2006/relationships/tags" Target="../tags/tag448.xml"/><Relationship Id="rId11" Type="http://schemas.openxmlformats.org/officeDocument/2006/relationships/tags" Target="../tags/tag453.xml"/><Relationship Id="rId5" Type="http://schemas.openxmlformats.org/officeDocument/2006/relationships/tags" Target="../tags/tag447.xml"/><Relationship Id="rId15" Type="http://schemas.openxmlformats.org/officeDocument/2006/relationships/chart" Target="../charts/chart10.xml"/><Relationship Id="rId10" Type="http://schemas.openxmlformats.org/officeDocument/2006/relationships/tags" Target="../tags/tag452.xml"/><Relationship Id="rId4" Type="http://schemas.openxmlformats.org/officeDocument/2006/relationships/tags" Target="../tags/tag446.xml"/><Relationship Id="rId9" Type="http://schemas.openxmlformats.org/officeDocument/2006/relationships/tags" Target="../tags/tag451.xml"/><Relationship Id="rId1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99940-0F7D-5C85-0450-F59AC652F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FB04D99-928D-7E50-DCFE-B1A57CEDD7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F317D-8B7A-613E-D0D6-921741432390}"/>
              </a:ext>
            </a:extLst>
          </p:cNvPr>
          <p:cNvSpPr txBox="1">
            <a:spLocks/>
          </p:cNvSpPr>
          <p:nvPr/>
        </p:nvSpPr>
        <p:spPr>
          <a:xfrm>
            <a:off x="489601" y="321336"/>
            <a:ext cx="7428850" cy="7255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400" b="0" i="0" kern="1200">
                <a:solidFill>
                  <a:schemeClr val="dk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CEECFF"/>
                </a:solidFill>
                <a:latin typeface="Georgia Pro Light"/>
              </a:rPr>
              <a:t>Overall Summary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srgbClr val="CEECFF"/>
              </a:solidFill>
              <a:effectLst/>
              <a:uLnTx/>
              <a:uFillTx/>
              <a:latin typeface="Georgia Pro Light"/>
              <a:ea typeface="+mj-ea"/>
              <a:cs typeface="+mj-cs"/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2E1BF49-2493-0A43-0AD1-BBFA3E24FD16}"/>
              </a:ext>
            </a:extLst>
          </p:cNvPr>
          <p:cNvSpPr txBox="1">
            <a:spLocks/>
          </p:cNvSpPr>
          <p:nvPr/>
        </p:nvSpPr>
        <p:spPr>
          <a:xfrm>
            <a:off x="3676407" y="3390501"/>
            <a:ext cx="4190021" cy="4031873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 marL="228600" indent="-228600" algn="r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600" b="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5600" b="0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Georgia Pro Light"/>
                <a:ea typeface="+mn-ea"/>
                <a:cs typeface="+mn-cs"/>
              </a:rPr>
              <a:t>01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B8A1D92-A256-15CE-487A-447B8D6319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0" y="0"/>
            <a:ext cx="4064000" cy="6858000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312290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3768F2-A805-A818-4A8C-7378298BC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F47"/>
                </a:solidFill>
              </a:rPr>
              <a:t>Positive Growth and Market Leadership Highlights </a:t>
            </a:r>
            <a:endParaRPr lang="en-US" dirty="0">
              <a:solidFill>
                <a:srgbClr val="000F47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834D43-BB72-320C-254D-F57DD83BD0A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All data based on ICG self-serve report – December 2025 R12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C35C7-A974-9DF1-5276-F97D4F30A1E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23384-2074-4C75-9031-ACAC8BCA8354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Footer Rule">
            <a:extLst>
              <a:ext uri="{FF2B5EF4-FFF2-40B4-BE49-F238E27FC236}">
                <a16:creationId xmlns:a16="http://schemas.microsoft.com/office/drawing/2014/main" id="{FB5B2BF0-734E-9100-BFF9-82B2F6C003F1}"/>
              </a:ext>
            </a:extLst>
          </p:cNvPr>
          <p:cNvSpPr/>
          <p:nvPr>
            <p:custDataLst>
              <p:custData r:id="rId1"/>
            </p:custDataLst>
          </p:nvPr>
        </p:nvSpPr>
        <p:spPr>
          <a:xfrm>
            <a:off x="457200" y="6400800"/>
            <a:ext cx="11278800" cy="0"/>
          </a:xfrm>
          <a:prstGeom prst="line">
            <a:avLst/>
          </a:prstGeom>
          <a:noFill/>
          <a:ln w="6350">
            <a:solidFill>
              <a:srgbClr val="000F47"/>
            </a:solidFill>
            <a:prstDash val="solid"/>
            <a:headEnd type="none"/>
            <a:tailEnd type="none"/>
          </a:ln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2E4918-D472-9B66-0B16-9C7C4C85E0FF}"/>
              </a:ext>
            </a:extLst>
          </p:cNvPr>
          <p:cNvSpPr/>
          <p:nvPr/>
        </p:nvSpPr>
        <p:spPr>
          <a:xfrm>
            <a:off x="457200" y="1064260"/>
            <a:ext cx="6705600" cy="447040"/>
          </a:xfrm>
          <a:prstGeom prst="rect">
            <a:avLst/>
          </a:prstGeom>
          <a:solidFill>
            <a:srgbClr val="000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FFFFFF"/>
                </a:solidFill>
                <a:latin typeface="Arial"/>
              </a:rPr>
              <a:t>Carrier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trading highlights FY 2025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C459D7E-18C3-DA72-A94A-F1BF9B10D98B}"/>
              </a:ext>
            </a:extLst>
          </p:cNvPr>
          <p:cNvGrpSpPr/>
          <p:nvPr/>
        </p:nvGrpSpPr>
        <p:grpSpPr>
          <a:xfrm>
            <a:off x="566790" y="1819397"/>
            <a:ext cx="5976250" cy="1375200"/>
            <a:chOff x="566790" y="1585717"/>
            <a:chExt cx="5976250" cy="1375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B3C19A-91BB-A811-58FF-C2E47FE05C28}"/>
                </a:ext>
              </a:extLst>
            </p:cNvPr>
            <p:cNvSpPr/>
            <p:nvPr/>
          </p:nvSpPr>
          <p:spPr>
            <a:xfrm>
              <a:off x="566790" y="1585717"/>
              <a:ext cx="2745370" cy="1375200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5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Georgia Pro Light"/>
                  <a:ea typeface="+mn-ea"/>
                  <a:cs typeface="+mn-cs"/>
                </a:rPr>
                <a:t>$</a:t>
              </a:r>
              <a:r>
                <a:rPr lang="en-GB" sz="5000" b="1" dirty="0">
                  <a:solidFill>
                    <a:srgbClr val="000F47"/>
                  </a:solidFill>
                  <a:latin typeface="Georgia Pro Light"/>
                </a:rPr>
                <a:t>xxx</a:t>
              </a:r>
              <a:r>
                <a:rPr kumimoji="0" lang="en-GB" sz="5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Georgia Pro Light"/>
                  <a:ea typeface="+mn-ea"/>
                  <a:cs typeface="+mn-cs"/>
                </a:rPr>
                <a:t>.</a:t>
              </a:r>
              <a:r>
                <a:rPr kumimoji="0" lang="en-GB" sz="5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Georgia Pro Light"/>
                  <a:ea typeface="+mn-ea"/>
                  <a:cs typeface="+mn-cs"/>
                </a:rPr>
                <a:t>xm</a:t>
              </a:r>
              <a:endPara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Georgia Pro Light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Premium written with Marsh across all lines of business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ABC60B9-8D91-7A1F-A25A-9842BFC2308B}"/>
                </a:ext>
              </a:extLst>
            </p:cNvPr>
            <p:cNvSpPr/>
            <p:nvPr/>
          </p:nvSpPr>
          <p:spPr>
            <a:xfrm>
              <a:off x="4181342" y="1585717"/>
              <a:ext cx="2361698" cy="1375200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5000" b="1" dirty="0" err="1">
                  <a:solidFill>
                    <a:srgbClr val="000F47"/>
                  </a:solidFill>
                  <a:latin typeface="Georgia Pro Light"/>
                </a:rPr>
                <a:t>x.x</a:t>
              </a:r>
              <a:r>
                <a:rPr kumimoji="0" lang="en-GB" sz="5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Georgia Pro Light"/>
                  <a:ea typeface="+mn-ea"/>
                  <a:cs typeface="+mn-cs"/>
                </a:rPr>
                <a:t>%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Change in 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Premium YoY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6BCFF8A-0709-7997-B4C2-0569986F23F1}"/>
              </a:ext>
            </a:extLst>
          </p:cNvPr>
          <p:cNvSpPr/>
          <p:nvPr/>
        </p:nvSpPr>
        <p:spPr>
          <a:xfrm>
            <a:off x="566790" y="4981682"/>
            <a:ext cx="3182250" cy="137520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Georgia Pro Light"/>
                <a:ea typeface="+mn-ea"/>
                <a:cs typeface="+mn-cs"/>
              </a:rPr>
              <a:t>+</a:t>
            </a:r>
            <a:r>
              <a:rPr lang="en-GB" sz="5000" b="1" dirty="0" err="1">
                <a:solidFill>
                  <a:srgbClr val="000F47"/>
                </a:solidFill>
                <a:latin typeface="Georgia Pro Light"/>
              </a:rPr>
              <a:t>xx.x</a:t>
            </a: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Georgia Pro Light"/>
                <a:ea typeface="+mn-ea"/>
                <a:cs typeface="+mn-cs"/>
              </a:rPr>
              <a:t>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rgbClr val="000F47"/>
                </a:solidFill>
                <a:latin typeface="Arial" panose="020B0604020202020204"/>
              </a:rPr>
              <a:t>Carrier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Country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xyz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YoY change</a:t>
            </a:r>
            <a:endParaRPr kumimoji="0" lang="en-GB" sz="1400" b="0" i="0" u="none" strike="noStrike" kern="1200" cap="none" spc="0" normalizeH="0" baseline="3000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7382B53-D59D-4A4E-E688-C4AB9722F26E}"/>
              </a:ext>
            </a:extLst>
          </p:cNvPr>
          <p:cNvGrpSpPr/>
          <p:nvPr/>
        </p:nvGrpSpPr>
        <p:grpSpPr>
          <a:xfrm>
            <a:off x="566790" y="3278620"/>
            <a:ext cx="6596010" cy="1375200"/>
            <a:chOff x="566790" y="3060716"/>
            <a:chExt cx="6596010" cy="1375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9BC1757-E168-807F-99EC-8EB385385747}"/>
                </a:ext>
              </a:extLst>
            </p:cNvPr>
            <p:cNvSpPr/>
            <p:nvPr/>
          </p:nvSpPr>
          <p:spPr>
            <a:xfrm>
              <a:off x="4181342" y="3060716"/>
              <a:ext cx="2981458" cy="1375200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5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Georgia Pro Light"/>
                  <a:ea typeface="+mn-ea"/>
                  <a:cs typeface="+mn-cs"/>
                </a:rPr>
                <a:t>+</a:t>
              </a:r>
              <a:r>
                <a:rPr lang="en-GB" sz="5000" b="1" dirty="0" err="1">
                  <a:solidFill>
                    <a:srgbClr val="000F47"/>
                  </a:solidFill>
                  <a:latin typeface="Georgia Pro Light"/>
                </a:rPr>
                <a:t>x.x</a:t>
              </a:r>
              <a:r>
                <a:rPr kumimoji="0" lang="en-GB" sz="5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Georgia Pro Light"/>
                  <a:ea typeface="+mn-ea"/>
                  <a:cs typeface="+mn-cs"/>
                </a:rPr>
                <a:t>%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000F47"/>
                  </a:solidFill>
                  <a:latin typeface="Arial" panose="020B0604020202020204"/>
                </a:rPr>
                <a:t>Carriers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’s share of 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Marsh premium 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50" b="0" i="1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CB3D952-0D02-FFA5-1A8E-F5675AEC5733}"/>
                </a:ext>
              </a:extLst>
            </p:cNvPr>
            <p:cNvSpPr/>
            <p:nvPr/>
          </p:nvSpPr>
          <p:spPr>
            <a:xfrm>
              <a:off x="566790" y="3060716"/>
              <a:ext cx="2125610" cy="1375200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5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Georgia Pro Light"/>
                  <a:ea typeface="+mn-ea"/>
                  <a:cs typeface="+mn-cs"/>
                </a:rPr>
                <a:t>#x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dirty="0">
                  <a:solidFill>
                    <a:srgbClr val="000F47"/>
                  </a:solidFill>
                  <a:latin typeface="Arial" panose="020B0604020202020204"/>
                </a:rPr>
                <a:t>Carrier’s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overall rank</a:t>
              </a:r>
              <a:endPara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389C6A73-C72F-D3B4-748F-EED79D330C80}"/>
              </a:ext>
            </a:extLst>
          </p:cNvPr>
          <p:cNvSpPr/>
          <p:nvPr/>
        </p:nvSpPr>
        <p:spPr>
          <a:xfrm>
            <a:off x="7457440" y="1064259"/>
            <a:ext cx="4277360" cy="5336537"/>
          </a:xfrm>
          <a:prstGeom prst="snip1Rect">
            <a:avLst>
              <a:gd name="adj" fmla="val 1310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27432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Marsh trading highlights FY 2025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9ACFD4-571F-B43B-7542-F5B661859A17}"/>
              </a:ext>
            </a:extLst>
          </p:cNvPr>
          <p:cNvSpPr/>
          <p:nvPr/>
        </p:nvSpPr>
        <p:spPr>
          <a:xfrm>
            <a:off x="8100695" y="3286760"/>
            <a:ext cx="3443235" cy="137451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Georgia Pro Light"/>
                <a:ea typeface="+mn-ea"/>
                <a:cs typeface="+mn-cs"/>
              </a:rPr>
              <a:t>-</a:t>
            </a:r>
            <a:r>
              <a:rPr lang="en-GB" sz="5000" b="1" dirty="0" err="1">
                <a:solidFill>
                  <a:srgbClr val="000F47"/>
                </a:solidFill>
                <a:latin typeface="Georgia Pro Light"/>
              </a:rPr>
              <a:t>x.x</a:t>
            </a: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Georgia Pro Light"/>
                <a:ea typeface="+mn-ea"/>
                <a:cs typeface="+mn-cs"/>
              </a:rPr>
              <a:t>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Marsh premium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change YoY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3000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47ACDD-3AEF-8248-ABF2-582313F69DEB}"/>
              </a:ext>
            </a:extLst>
          </p:cNvPr>
          <p:cNvSpPr/>
          <p:nvPr/>
        </p:nvSpPr>
        <p:spPr>
          <a:xfrm>
            <a:off x="8100695" y="1819397"/>
            <a:ext cx="3443235" cy="137451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Georgia Pro Light"/>
                <a:ea typeface="+mn-ea"/>
                <a:cs typeface="+mn-cs"/>
              </a:rPr>
              <a:t>$</a:t>
            </a:r>
            <a:r>
              <a:rPr lang="en-GB" sz="5000" b="1" dirty="0" err="1">
                <a:solidFill>
                  <a:srgbClr val="000F47"/>
                </a:solidFill>
                <a:latin typeface="Georgia Pro Light"/>
              </a:rPr>
              <a:t>xx,xxx</a:t>
            </a: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Georgia Pro Light"/>
                <a:ea typeface="+mn-ea"/>
                <a:cs typeface="+mn-cs"/>
              </a:rPr>
              <a:t>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Overall Marsh premium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(excluding Commercial)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EA5ABE-88AB-AB3F-6FD9-B8D5CFB6336B}"/>
              </a:ext>
            </a:extLst>
          </p:cNvPr>
          <p:cNvSpPr/>
          <p:nvPr/>
        </p:nvSpPr>
        <p:spPr>
          <a:xfrm>
            <a:off x="8100695" y="5002002"/>
            <a:ext cx="3443235" cy="137451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Georgia Pro Light"/>
                <a:ea typeface="+mn-ea"/>
                <a:cs typeface="+mn-cs"/>
              </a:rPr>
              <a:t>-</a:t>
            </a:r>
            <a:r>
              <a:rPr lang="en-GB" sz="5000" b="1" dirty="0" err="1">
                <a:solidFill>
                  <a:srgbClr val="000F47"/>
                </a:solidFill>
                <a:latin typeface="Georgia Pro Light"/>
              </a:rPr>
              <a:t>x.x</a:t>
            </a:r>
            <a:r>
              <a:rPr kumimoji="0" lang="en-GB" sz="50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Georgia Pro Light"/>
                <a:ea typeface="+mn-ea"/>
                <a:cs typeface="+mn-cs"/>
              </a:rPr>
              <a:t>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Marsh </a:t>
            </a:r>
            <a:r>
              <a:rPr lang="en-GB" sz="1400" dirty="0">
                <a:solidFill>
                  <a:srgbClr val="000F47"/>
                </a:solidFill>
                <a:latin typeface="Arial" panose="020B0604020202020204"/>
              </a:rPr>
              <a:t>Country </a:t>
            </a:r>
            <a:r>
              <a:rPr lang="en-GB" sz="1400" dirty="0" err="1">
                <a:solidFill>
                  <a:srgbClr val="000F47"/>
                </a:solidFill>
                <a:latin typeface="Arial" panose="020B0604020202020204"/>
              </a:rPr>
              <a:t>xyz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YoY change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D81AC93-22E6-348D-D7C2-66B54513FF2E}"/>
              </a:ext>
            </a:extLst>
          </p:cNvPr>
          <p:cNvCxnSpPr/>
          <p:nvPr/>
        </p:nvCxnSpPr>
        <p:spPr>
          <a:xfrm>
            <a:off x="566790" y="3173591"/>
            <a:ext cx="11165610" cy="0"/>
          </a:xfrm>
          <a:prstGeom prst="line">
            <a:avLst/>
          </a:prstGeom>
          <a:ln w="15875"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6922B48-7904-8811-02AE-6DBA8B704CAA}"/>
              </a:ext>
            </a:extLst>
          </p:cNvPr>
          <p:cNvCxnSpPr/>
          <p:nvPr/>
        </p:nvCxnSpPr>
        <p:spPr>
          <a:xfrm>
            <a:off x="566790" y="4789031"/>
            <a:ext cx="11165610" cy="0"/>
          </a:xfrm>
          <a:prstGeom prst="line">
            <a:avLst/>
          </a:prstGeom>
          <a:ln w="15875"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562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E57F3-4326-11EB-D7F6-DC6D1181F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794E6E46-7397-45E2-0BCC-BC45C0F8FF17}"/>
              </a:ext>
            </a:extLst>
          </p:cNvPr>
          <p:cNvSpPr txBox="1">
            <a:spLocks/>
          </p:cNvSpPr>
          <p:nvPr/>
        </p:nvSpPr>
        <p:spPr>
          <a:xfrm>
            <a:off x="3302378" y="1623165"/>
            <a:ext cx="2387222" cy="3324755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888" marR="0" lvl="0" indent="-115888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………………………………………..</a:t>
            </a:r>
          </a:p>
          <a:p>
            <a:pPr marL="115888" marR="0" lvl="0" indent="-115888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GB" sz="1000" dirty="0">
                <a:solidFill>
                  <a:srgbClr val="000F47"/>
                </a:solidFill>
                <a:latin typeface="Arial"/>
              </a:rPr>
              <a:t>.,………………………………………</a:t>
            </a:r>
          </a:p>
          <a:p>
            <a:pPr marL="115888" marR="0" lvl="0" indent="-115888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……………………………………………………………………………………………………………………………….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AA2A4CC-143C-DCEA-889D-ED212BFDB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Carrier Trading Summary with Marsh</a:t>
            </a:r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3D6E8D3C-F250-E97D-27AA-05D041969A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68800" y="6834016"/>
            <a:ext cx="363600" cy="108000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23384-2074-4C75-9031-ACAC8BCA8354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Arrow: Pentagon 9">
            <a:extLst>
              <a:ext uri="{FF2B5EF4-FFF2-40B4-BE49-F238E27FC236}">
                <a16:creationId xmlns:a16="http://schemas.microsoft.com/office/drawing/2014/main" id="{A5B3F88F-5B57-5D49-9194-448D5D882FB7}"/>
              </a:ext>
            </a:extLst>
          </p:cNvPr>
          <p:cNvSpPr/>
          <p:nvPr/>
        </p:nvSpPr>
        <p:spPr>
          <a:xfrm>
            <a:off x="3291840" y="1084580"/>
            <a:ext cx="2393002" cy="455621"/>
          </a:xfrm>
          <a:prstGeom prst="snip1Rect">
            <a:avLst>
              <a:gd name="adj" fmla="val 41196"/>
            </a:avLst>
          </a:prstGeom>
          <a:solidFill>
            <a:schemeClr val="accent2"/>
          </a:solidFill>
          <a:ln w="571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2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YTD Performance</a:t>
            </a:r>
          </a:p>
        </p:txBody>
      </p:sp>
      <p:sp>
        <p:nvSpPr>
          <p:cNvPr id="4" name="Arrow: Pentagon 9">
            <a:extLst>
              <a:ext uri="{FF2B5EF4-FFF2-40B4-BE49-F238E27FC236}">
                <a16:creationId xmlns:a16="http://schemas.microsoft.com/office/drawing/2014/main" id="{F6D058AC-4604-0CAF-C223-7479F272DA18}"/>
              </a:ext>
            </a:extLst>
          </p:cNvPr>
          <p:cNvSpPr/>
          <p:nvPr/>
        </p:nvSpPr>
        <p:spPr>
          <a:xfrm>
            <a:off x="437012" y="1084580"/>
            <a:ext cx="2393002" cy="455621"/>
          </a:xfrm>
          <a:prstGeom prst="snip1Rect">
            <a:avLst>
              <a:gd name="adj" fmla="val 43426"/>
            </a:avLst>
          </a:prstGeom>
          <a:solidFill>
            <a:schemeClr val="accent1"/>
          </a:solidFill>
          <a:ln w="571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2025 Reflections</a:t>
            </a:r>
          </a:p>
        </p:txBody>
      </p:sp>
      <p:sp>
        <p:nvSpPr>
          <p:cNvPr id="8" name="Arrow: Pentagon 9">
            <a:extLst>
              <a:ext uri="{FF2B5EF4-FFF2-40B4-BE49-F238E27FC236}">
                <a16:creationId xmlns:a16="http://schemas.microsoft.com/office/drawing/2014/main" id="{96724045-2BD5-5ED2-0E75-599A769E99AC}"/>
              </a:ext>
            </a:extLst>
          </p:cNvPr>
          <p:cNvSpPr/>
          <p:nvPr/>
        </p:nvSpPr>
        <p:spPr>
          <a:xfrm>
            <a:off x="6095999" y="1084580"/>
            <a:ext cx="2393002" cy="455621"/>
          </a:xfrm>
          <a:prstGeom prst="snip1Rect">
            <a:avLst>
              <a:gd name="adj" fmla="val 43426"/>
            </a:avLst>
          </a:prstGeom>
          <a:solidFill>
            <a:srgbClr val="000F47"/>
          </a:solidFill>
          <a:ln w="571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spc="-20" dirty="0">
                <a:solidFill>
                  <a:srgbClr val="CEECFF"/>
                </a:solidFill>
                <a:latin typeface="Arial"/>
                <a:cs typeface="Arial" panose="020B0604020202020204" pitchFamily="34" charset="0"/>
              </a:rPr>
              <a:t>Carrier</a:t>
            </a:r>
            <a:r>
              <a:rPr kumimoji="0" lang="en-US" sz="1600" b="1" i="0" u="none" strike="noStrike" kern="1200" cap="none" spc="-2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Priorities</a:t>
            </a:r>
          </a:p>
        </p:txBody>
      </p:sp>
      <p:sp>
        <p:nvSpPr>
          <p:cNvPr id="11" name="Arrow: Pentagon 9">
            <a:extLst>
              <a:ext uri="{FF2B5EF4-FFF2-40B4-BE49-F238E27FC236}">
                <a16:creationId xmlns:a16="http://schemas.microsoft.com/office/drawing/2014/main" id="{834F0B11-3C3A-C697-8C40-152BC3658C8F}"/>
              </a:ext>
            </a:extLst>
          </p:cNvPr>
          <p:cNvSpPr/>
          <p:nvPr/>
        </p:nvSpPr>
        <p:spPr>
          <a:xfrm>
            <a:off x="8975793" y="1084580"/>
            <a:ext cx="2393002" cy="455621"/>
          </a:xfrm>
          <a:prstGeom prst="snip1Rect">
            <a:avLst>
              <a:gd name="adj" fmla="val 47886"/>
            </a:avLst>
          </a:prstGeom>
          <a:solidFill>
            <a:schemeClr val="accent2"/>
          </a:solidFill>
          <a:ln w="571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Key Messages </a:t>
            </a:r>
          </a:p>
        </p:txBody>
      </p:sp>
      <p:sp>
        <p:nvSpPr>
          <p:cNvPr id="16" name="Content Placeholder 17">
            <a:extLst>
              <a:ext uri="{FF2B5EF4-FFF2-40B4-BE49-F238E27FC236}">
                <a16:creationId xmlns:a16="http://schemas.microsoft.com/office/drawing/2014/main" id="{BDC1816C-19D2-5CBF-7C60-F67900F7B587}"/>
              </a:ext>
            </a:extLst>
          </p:cNvPr>
          <p:cNvSpPr txBox="1">
            <a:spLocks/>
          </p:cNvSpPr>
          <p:nvPr/>
        </p:nvSpPr>
        <p:spPr>
          <a:xfrm>
            <a:off x="442281" y="1623165"/>
            <a:ext cx="2397760" cy="4015635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888" marR="0" lvl="0" indent="-115888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…………………………………………………………………………………….</a:t>
            </a:r>
          </a:p>
          <a:p>
            <a:pPr marL="115888" marR="0" lvl="0" indent="-115888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GB" sz="1000" dirty="0">
                <a:solidFill>
                  <a:srgbClr val="000F47"/>
                </a:solidFill>
                <a:latin typeface="Arial"/>
              </a:rPr>
              <a:t>Property: ………………………………………………………………………………………………………………………………</a:t>
            </a:r>
          </a:p>
          <a:p>
            <a:pPr marL="115888" marR="0" lvl="0" indent="-115888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Growth: </a:t>
            </a:r>
            <a:r>
              <a:rPr lang="en-GB" sz="1000" dirty="0">
                <a:solidFill>
                  <a:srgbClr val="000F47"/>
                </a:solidFill>
                <a:latin typeface="Arial"/>
              </a:rPr>
              <a:t>…………………………………………………………………………………….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5618EBCB-0C38-C12F-F5EB-334021B89EA7}"/>
              </a:ext>
            </a:extLst>
          </p:cNvPr>
          <p:cNvSpPr txBox="1">
            <a:spLocks/>
          </p:cNvSpPr>
          <p:nvPr/>
        </p:nvSpPr>
        <p:spPr>
          <a:xfrm>
            <a:off x="6085840" y="1623165"/>
            <a:ext cx="2357120" cy="2430675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888" marR="0" lvl="0" indent="-115888" algn="l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F4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+mn-ea"/>
                <a:cs typeface="+mn-cs"/>
              </a:rPr>
              <a:t>……………………………………………………………………………………</a:t>
            </a:r>
          </a:p>
        </p:txBody>
      </p:sp>
      <p:sp>
        <p:nvSpPr>
          <p:cNvPr id="22" name="Content Placeholder 17">
            <a:extLst>
              <a:ext uri="{FF2B5EF4-FFF2-40B4-BE49-F238E27FC236}">
                <a16:creationId xmlns:a16="http://schemas.microsoft.com/office/drawing/2014/main" id="{7DEE421D-E141-3A45-7845-89FA345EBDD4}"/>
              </a:ext>
            </a:extLst>
          </p:cNvPr>
          <p:cNvSpPr txBox="1">
            <a:spLocks/>
          </p:cNvSpPr>
          <p:nvPr/>
        </p:nvSpPr>
        <p:spPr>
          <a:xfrm>
            <a:off x="9001760" y="1623165"/>
            <a:ext cx="2468880" cy="4289955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……………………………………………………………………………………………………………………………………………..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953206-E741-A342-1C30-CA7686EA1AB7}"/>
              </a:ext>
            </a:extLst>
          </p:cNvPr>
          <p:cNvCxnSpPr/>
          <p:nvPr/>
        </p:nvCxnSpPr>
        <p:spPr>
          <a:xfrm>
            <a:off x="3078480" y="1084580"/>
            <a:ext cx="0" cy="51435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3D944F-3A19-8B95-D09B-C239840F51A7}"/>
              </a:ext>
            </a:extLst>
          </p:cNvPr>
          <p:cNvCxnSpPr/>
          <p:nvPr/>
        </p:nvCxnSpPr>
        <p:spPr>
          <a:xfrm>
            <a:off x="5902960" y="1084580"/>
            <a:ext cx="0" cy="51435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30FD3F-3603-49C0-9C44-26CA671292CE}"/>
              </a:ext>
            </a:extLst>
          </p:cNvPr>
          <p:cNvCxnSpPr/>
          <p:nvPr/>
        </p:nvCxnSpPr>
        <p:spPr>
          <a:xfrm>
            <a:off x="8727440" y="1084580"/>
            <a:ext cx="0" cy="51435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54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99940-0F7D-5C85-0450-F59AC652F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FB04D99-928D-7E50-DCFE-B1A57CEDD7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F317D-8B7A-613E-D0D6-921741432390}"/>
              </a:ext>
            </a:extLst>
          </p:cNvPr>
          <p:cNvSpPr txBox="1">
            <a:spLocks/>
          </p:cNvSpPr>
          <p:nvPr/>
        </p:nvSpPr>
        <p:spPr>
          <a:xfrm>
            <a:off x="489601" y="321336"/>
            <a:ext cx="7428850" cy="7255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400" b="0" i="0" kern="1200">
                <a:solidFill>
                  <a:schemeClr val="dk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>
                <a:solidFill>
                  <a:srgbClr val="CEECFF"/>
                </a:solidFill>
                <a:latin typeface="Georgia Pro Light"/>
              </a:rPr>
              <a:t>Porfolio</a:t>
            </a:r>
            <a:r>
              <a:rPr lang="en-GB" dirty="0">
                <a:solidFill>
                  <a:srgbClr val="CEECFF"/>
                </a:solidFill>
                <a:latin typeface="Georgia Pro Light"/>
              </a:rPr>
              <a:t> Analysis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srgbClr val="CEECFF"/>
              </a:solidFill>
              <a:effectLst/>
              <a:uLnTx/>
              <a:uFillTx/>
              <a:latin typeface="Georgia Pro Light"/>
              <a:ea typeface="+mj-ea"/>
              <a:cs typeface="+mj-cs"/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2E1BF49-2493-0A43-0AD1-BBFA3E24FD16}"/>
              </a:ext>
            </a:extLst>
          </p:cNvPr>
          <p:cNvSpPr txBox="1">
            <a:spLocks/>
          </p:cNvSpPr>
          <p:nvPr/>
        </p:nvSpPr>
        <p:spPr>
          <a:xfrm>
            <a:off x="3676407" y="3390501"/>
            <a:ext cx="4190021" cy="4031873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 marL="228600" indent="-228600" algn="r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600" b="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5600" b="0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Georgia Pro Light"/>
                <a:ea typeface="+mn-ea"/>
                <a:cs typeface="+mn-cs"/>
              </a:rPr>
              <a:t>02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B8A1D92-A256-15CE-487A-447B8D6319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0" y="0"/>
            <a:ext cx="4064000" cy="6858000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67816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932BF-37FC-5FC6-7794-84F2855F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9B53871-60CA-E08E-0190-324AE3C7B56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44" imgH="544" progId="TCLayout.ActiveDocument.1">
                  <p:embed/>
                </p:oleObj>
              </mc:Choice>
              <mc:Fallback>
                <p:oleObj name="think-cell Slide" r:id="rId8" imgW="544" imgH="54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B53871-60CA-E08E-0190-324AE3C7B5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9940DF9C-0DDD-F590-9FC7-0A290AF7D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 sz="2800" dirty="0">
                <a:solidFill>
                  <a:schemeClr val="accent1"/>
                </a:solidFill>
              </a:rPr>
              <a:t>Marine Feedback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385796-D052-C9FE-F17F-3F5F99405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694983"/>
              </p:ext>
            </p:extLst>
          </p:nvPr>
        </p:nvGraphicFramePr>
        <p:xfrm>
          <a:off x="457200" y="1153575"/>
          <a:ext cx="11278800" cy="4979524"/>
        </p:xfrm>
        <a:graphic>
          <a:graphicData uri="http://schemas.openxmlformats.org/drawingml/2006/table">
            <a:tbl>
              <a:tblPr firstRow="1" bandRow="1"/>
              <a:tblGrid>
                <a:gridCol w="877824">
                  <a:extLst>
                    <a:ext uri="{9D8B030D-6E8A-4147-A177-3AD203B41FA5}">
                      <a16:colId xmlns:a16="http://schemas.microsoft.com/office/drawing/2014/main" val="313552155"/>
                    </a:ext>
                  </a:extLst>
                </a:gridCol>
                <a:gridCol w="2828414">
                  <a:extLst>
                    <a:ext uri="{9D8B030D-6E8A-4147-A177-3AD203B41FA5}">
                      <a16:colId xmlns:a16="http://schemas.microsoft.com/office/drawing/2014/main" val="1736609079"/>
                    </a:ext>
                  </a:extLst>
                </a:gridCol>
                <a:gridCol w="3441129">
                  <a:extLst>
                    <a:ext uri="{9D8B030D-6E8A-4147-A177-3AD203B41FA5}">
                      <a16:colId xmlns:a16="http://schemas.microsoft.com/office/drawing/2014/main" val="3806462200"/>
                    </a:ext>
                  </a:extLst>
                </a:gridCol>
                <a:gridCol w="2376011">
                  <a:extLst>
                    <a:ext uri="{9D8B030D-6E8A-4147-A177-3AD203B41FA5}">
                      <a16:colId xmlns:a16="http://schemas.microsoft.com/office/drawing/2014/main" val="2830869388"/>
                    </a:ext>
                  </a:extLst>
                </a:gridCol>
                <a:gridCol w="877711">
                  <a:extLst>
                    <a:ext uri="{9D8B030D-6E8A-4147-A177-3AD203B41FA5}">
                      <a16:colId xmlns:a16="http://schemas.microsoft.com/office/drawing/2014/main" val="92604154"/>
                    </a:ext>
                  </a:extLst>
                </a:gridCol>
                <a:gridCol w="877711">
                  <a:extLst>
                    <a:ext uri="{9D8B030D-6E8A-4147-A177-3AD203B41FA5}">
                      <a16:colId xmlns:a16="http://schemas.microsoft.com/office/drawing/2014/main" val="4206447827"/>
                    </a:ext>
                  </a:extLst>
                </a:gridCol>
              </a:tblGrid>
              <a:tr h="375910"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T="54864" marB="5486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2"/>
                          </a:solidFill>
                          <a:latin typeface="+mj-lt"/>
                        </a:rPr>
                        <a:t>What’s working well</a:t>
                      </a:r>
                    </a:p>
                  </a:txBody>
                  <a:tcPr marT="54864" marB="5486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2"/>
                          </a:solidFill>
                          <a:latin typeface="+mj-lt"/>
                        </a:rPr>
                        <a:t>What’s not</a:t>
                      </a:r>
                    </a:p>
                  </a:txBody>
                  <a:tcPr marT="54864" marB="5486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2"/>
                          </a:solidFill>
                          <a:latin typeface="+mj-lt"/>
                        </a:rPr>
                        <a:t>Growth Opportunities</a:t>
                      </a:r>
                    </a:p>
                  </a:txBody>
                  <a:tcPr marT="54864" marB="54864" anchor="ctr"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GB" sz="16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T="54864" marB="54864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600575"/>
                  </a:ext>
                </a:extLst>
              </a:tr>
              <a:tr h="1174076">
                <a:tc rowSpan="2">
                  <a:txBody>
                    <a:bodyPr/>
                    <a:lstStyle/>
                    <a:p>
                      <a:r>
                        <a:rPr lang="en-GB" sz="1200" b="1" dirty="0">
                          <a:latin typeface="+mj-lt"/>
                        </a:rPr>
                        <a:t>Country / Region(1)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Relationship &amp; Communication: …………………………………………</a:t>
                      </a:r>
                      <a:r>
                        <a:rPr lang="en-GB" sz="1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GB" sz="10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Germany is a Top Performer: ……………………………………………………………………………………………………</a:t>
                      </a:r>
                      <a:r>
                        <a:rPr lang="en-GB" sz="1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en-GB" sz="100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>
                    <a:noFill/>
                  </a:tcPr>
                </a:tc>
                <a:tc rowSpan="2"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0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>
                    <a:noFill/>
                  </a:tcPr>
                </a:tc>
                <a:tc rowSpan="2"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00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$</a:t>
                      </a:r>
                      <a:r>
                        <a:rPr lang="en-GB" sz="1200" b="1" dirty="0" err="1">
                          <a:solidFill>
                            <a:schemeClr val="bg1"/>
                          </a:solidFill>
                        </a:rPr>
                        <a:t>xxx.xM</a:t>
                      </a:r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en-GB" sz="12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(+</a:t>
                      </a:r>
                      <a:r>
                        <a:rPr lang="en-GB" sz="1050" b="1" dirty="0" err="1">
                          <a:solidFill>
                            <a:srgbClr val="6ABF30"/>
                          </a:solidFill>
                        </a:rPr>
                        <a:t>x.x</a:t>
                      </a: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%</a:t>
                      </a:r>
                      <a:r>
                        <a:rPr lang="en-US" sz="1050" dirty="0">
                          <a:solidFill>
                            <a:srgbClr val="6ABF30"/>
                          </a:solidFill>
                        </a:rPr>
                        <a:t>▲</a:t>
                      </a: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)</a:t>
                      </a:r>
                    </a:p>
                    <a:p>
                      <a:pPr algn="ctr"/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Marsh GWP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$</a:t>
                      </a:r>
                      <a:r>
                        <a:rPr lang="en-GB" sz="1200" b="1" dirty="0" err="1">
                          <a:solidFill>
                            <a:schemeClr val="bg1"/>
                          </a:solidFill>
                        </a:rPr>
                        <a:t>xx.xM</a:t>
                      </a:r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en-GB" sz="12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GB" sz="1050" b="1" dirty="0">
                          <a:solidFill>
                            <a:srgbClr val="C53532"/>
                          </a:solidFill>
                        </a:rPr>
                        <a:t>(-</a:t>
                      </a:r>
                      <a:r>
                        <a:rPr lang="en-GB" sz="1050" b="1" dirty="0" err="1">
                          <a:solidFill>
                            <a:srgbClr val="C53532"/>
                          </a:solidFill>
                        </a:rPr>
                        <a:t>x.x</a:t>
                      </a:r>
                      <a:r>
                        <a:rPr lang="en-GB" sz="1050" b="1" dirty="0">
                          <a:solidFill>
                            <a:srgbClr val="C53532"/>
                          </a:solidFill>
                        </a:rPr>
                        <a:t>▼)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Carrier GWP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673930"/>
                  </a:ext>
                </a:extLst>
              </a:tr>
              <a:tr h="11740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GB" sz="800" u="none" strike="noStrike" dirty="0"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 vMerge="1"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800" b="0" i="0" dirty="0"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T="91440" marB="91440"/>
                </a:tc>
                <a:tc vMerge="1"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800" u="none" strike="noStrike" dirty="0"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x </a:t>
                      </a:r>
                      <a:br>
                        <a:rPr lang="en-GB" sz="12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GB" sz="1050" b="1" dirty="0">
                          <a:solidFill>
                            <a:srgbClr val="FFBF00"/>
                          </a:solidFill>
                        </a:rPr>
                        <a:t>(</a:t>
                      </a:r>
                      <a:r>
                        <a:rPr lang="en-US" sz="1050" b="1" dirty="0">
                          <a:solidFill>
                            <a:srgbClr val="FFBF00"/>
                          </a:solidFill>
                        </a:rPr>
                        <a:t>=0</a:t>
                      </a:r>
                      <a:r>
                        <a:rPr lang="en-US" sz="1050" dirty="0">
                          <a:solidFill>
                            <a:srgbClr val="FFBF00"/>
                          </a:solidFill>
                        </a:rPr>
                        <a:t>►</a:t>
                      </a:r>
                      <a:r>
                        <a:rPr lang="en-GB" sz="1050" b="1" dirty="0">
                          <a:solidFill>
                            <a:srgbClr val="FFBF00"/>
                          </a:solidFill>
                        </a:rPr>
                        <a:t>) </a:t>
                      </a:r>
                    </a:p>
                    <a:p>
                      <a:pPr algn="ctr"/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Carrier Rank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err="1">
                          <a:solidFill>
                            <a:schemeClr val="bg1"/>
                          </a:solidFill>
                        </a:rPr>
                        <a:t>x.x</a:t>
                      </a:r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%</a:t>
                      </a:r>
                      <a:r>
                        <a:rPr lang="en-GB" sz="1050" b="1" dirty="0">
                          <a:solidFill>
                            <a:srgbClr val="C53532"/>
                          </a:solidFill>
                        </a:rPr>
                        <a:t> </a:t>
                      </a: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(</a:t>
                      </a:r>
                      <a:r>
                        <a:rPr lang="en-US" sz="1050" dirty="0">
                          <a:solidFill>
                            <a:srgbClr val="6ABF30"/>
                          </a:solidFill>
                        </a:rPr>
                        <a:t>+</a:t>
                      </a:r>
                      <a:r>
                        <a:rPr lang="en-US" sz="1050" dirty="0" err="1">
                          <a:solidFill>
                            <a:srgbClr val="6ABF30"/>
                          </a:solidFill>
                        </a:rPr>
                        <a:t>x.x</a:t>
                      </a:r>
                      <a:r>
                        <a:rPr lang="en-US" sz="1050" dirty="0">
                          <a:solidFill>
                            <a:srgbClr val="6ABF30"/>
                          </a:solidFill>
                        </a:rPr>
                        <a:t>%▲</a:t>
                      </a: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)</a:t>
                      </a:r>
                      <a:endParaRPr lang="en-GB" sz="1050" b="1" dirty="0">
                        <a:solidFill>
                          <a:srgbClr val="C53532"/>
                        </a:solidFill>
                      </a:endParaRPr>
                    </a:p>
                    <a:p>
                      <a:pPr algn="ctr"/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Carrier SoW</a:t>
                      </a:r>
                      <a:endParaRPr lang="en-GB" sz="9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09918"/>
                  </a:ext>
                </a:extLst>
              </a:tr>
              <a:tr h="1127731">
                <a:tc rowSpan="2">
                  <a:txBody>
                    <a:bodyPr/>
                    <a:lstStyle/>
                    <a:p>
                      <a:r>
                        <a:rPr lang="en-GB" sz="1200" b="1" dirty="0">
                          <a:latin typeface="+mj-lt"/>
                        </a:rPr>
                        <a:t>Country / Region (2)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0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0">
                    <a:noFill/>
                  </a:tcPr>
                </a:tc>
                <a:tc rowSpan="2"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0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0"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1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$</a:t>
                      </a:r>
                      <a:r>
                        <a:rPr lang="en-GB" sz="1200" b="1" dirty="0" err="1">
                          <a:solidFill>
                            <a:schemeClr val="bg1"/>
                          </a:solidFill>
                        </a:rPr>
                        <a:t>xxx.xM</a:t>
                      </a:r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en-GB" sz="12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(</a:t>
                      </a:r>
                      <a:r>
                        <a:rPr lang="en-US" sz="1050" dirty="0">
                          <a:solidFill>
                            <a:srgbClr val="6ABF30"/>
                          </a:solidFill>
                        </a:rPr>
                        <a:t>+</a:t>
                      </a:r>
                      <a:r>
                        <a:rPr lang="en-US" sz="1050" dirty="0" err="1">
                          <a:solidFill>
                            <a:srgbClr val="6ABF30"/>
                          </a:solidFill>
                        </a:rPr>
                        <a:t>x.x</a:t>
                      </a:r>
                      <a:r>
                        <a:rPr lang="en-US" sz="1050" dirty="0">
                          <a:solidFill>
                            <a:srgbClr val="6ABF30"/>
                          </a:solidFill>
                        </a:rPr>
                        <a:t>%▲</a:t>
                      </a: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) </a:t>
                      </a:r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Marsh GWP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$</a:t>
                      </a:r>
                      <a:r>
                        <a:rPr lang="en-GB" sz="1200" b="1" dirty="0" err="1">
                          <a:solidFill>
                            <a:schemeClr val="bg1"/>
                          </a:solidFill>
                        </a:rPr>
                        <a:t>xx.xM</a:t>
                      </a:r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en-GB" sz="12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GB" sz="1050" b="1" dirty="0">
                          <a:solidFill>
                            <a:srgbClr val="C53532"/>
                          </a:solidFill>
                        </a:rPr>
                        <a:t>(-</a:t>
                      </a:r>
                      <a:r>
                        <a:rPr lang="en-GB" sz="1050" b="1" dirty="0" err="1">
                          <a:solidFill>
                            <a:srgbClr val="C53532"/>
                          </a:solidFill>
                        </a:rPr>
                        <a:t>x.x</a:t>
                      </a:r>
                      <a:r>
                        <a:rPr lang="en-GB" sz="1050" b="1" dirty="0">
                          <a:solidFill>
                            <a:srgbClr val="C53532"/>
                          </a:solidFill>
                        </a:rPr>
                        <a:t>▼)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Carrier GWP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629844"/>
                  </a:ext>
                </a:extLst>
              </a:tr>
              <a:tr h="11277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T="91440" marB="0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T="91440" marB="0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T="9144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x </a:t>
                      </a:r>
                      <a:br>
                        <a:rPr lang="en-GB" sz="12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(</a:t>
                      </a:r>
                      <a:r>
                        <a:rPr lang="en-US" sz="1050" dirty="0">
                          <a:solidFill>
                            <a:srgbClr val="6ABF30"/>
                          </a:solidFill>
                        </a:rPr>
                        <a:t>+x▲</a:t>
                      </a: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) </a:t>
                      </a:r>
                    </a:p>
                    <a:p>
                      <a:pPr algn="ctr"/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Carrier Rank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err="1">
                          <a:solidFill>
                            <a:schemeClr val="bg1"/>
                          </a:solidFill>
                        </a:rPr>
                        <a:t>x.x</a:t>
                      </a:r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%</a:t>
                      </a:r>
                      <a:r>
                        <a:rPr lang="en-GB" sz="1050" b="1" dirty="0">
                          <a:solidFill>
                            <a:srgbClr val="C53532"/>
                          </a:solidFill>
                        </a:rPr>
                        <a:t> </a:t>
                      </a:r>
                      <a:br>
                        <a:rPr lang="en-GB" sz="1050" b="1" dirty="0">
                          <a:solidFill>
                            <a:srgbClr val="C53532"/>
                          </a:solidFill>
                        </a:rPr>
                      </a:br>
                      <a:r>
                        <a:rPr lang="en-GB" sz="1050" b="1" dirty="0">
                          <a:solidFill>
                            <a:srgbClr val="C53532"/>
                          </a:solidFill>
                        </a:rPr>
                        <a:t>(-</a:t>
                      </a:r>
                      <a:r>
                        <a:rPr lang="en-GB" sz="1050" b="1" dirty="0" err="1">
                          <a:solidFill>
                            <a:srgbClr val="C53532"/>
                          </a:solidFill>
                        </a:rPr>
                        <a:t>x.x</a:t>
                      </a:r>
                      <a:r>
                        <a:rPr lang="en-GB" sz="1050" b="1" dirty="0">
                          <a:solidFill>
                            <a:srgbClr val="C53532"/>
                          </a:solidFill>
                        </a:rPr>
                        <a:t>▼)</a:t>
                      </a:r>
                    </a:p>
                    <a:p>
                      <a:pPr algn="ctr"/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Carrier SoW</a:t>
                      </a:r>
                      <a:endParaRPr lang="en-GB" sz="9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738640"/>
                  </a:ext>
                </a:extLst>
              </a:tr>
            </a:tbl>
          </a:graphicData>
        </a:graphic>
      </p:graphicFrame>
      <p:sp>
        <p:nvSpPr>
          <p:cNvPr id="28" name="Arrow: Pentagon 27">
            <a:extLst>
              <a:ext uri="{FF2B5EF4-FFF2-40B4-BE49-F238E27FC236}">
                <a16:creationId xmlns:a16="http://schemas.microsoft.com/office/drawing/2014/main" id="{BD3D93D6-3707-A644-B337-A393F0C80611}"/>
              </a:ext>
            </a:extLst>
          </p:cNvPr>
          <p:cNvSpPr/>
          <p:nvPr/>
        </p:nvSpPr>
        <p:spPr>
          <a:xfrm rot="10800000">
            <a:off x="5679829" y="45402"/>
            <a:ext cx="1125517" cy="907910"/>
          </a:xfrm>
          <a:prstGeom prst="homePlate">
            <a:avLst>
              <a:gd name="adj" fmla="val 32814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Freeform 5" descr="Boat cutting through waves.">
            <a:extLst>
              <a:ext uri="{FF2B5EF4-FFF2-40B4-BE49-F238E27FC236}">
                <a16:creationId xmlns:a16="http://schemas.microsoft.com/office/drawing/2014/main" id="{FDE842EF-A52F-7B2A-B632-C15AD6FADAF5}"/>
              </a:ext>
            </a:extLst>
          </p:cNvPr>
          <p:cNvSpPr>
            <a:spLocks noEditPoints="1"/>
          </p:cNvSpPr>
          <p:nvPr>
            <p:custDataLst>
              <p:custData r:id="rId2"/>
            </p:custDataLst>
          </p:nvPr>
        </p:nvSpPr>
        <p:spPr bwMode="auto">
          <a:xfrm>
            <a:off x="5942330" y="198890"/>
            <a:ext cx="549564" cy="539773"/>
          </a:xfrm>
          <a:custGeom>
            <a:avLst/>
            <a:gdLst>
              <a:gd name="T0" fmla="*/ 1 w 81"/>
              <a:gd name="T1" fmla="*/ 88 h 88"/>
              <a:gd name="T2" fmla="*/ 4 w 81"/>
              <a:gd name="T3" fmla="*/ 81 h 88"/>
              <a:gd name="T4" fmla="*/ 24 w 81"/>
              <a:gd name="T5" fmla="*/ 76 h 88"/>
              <a:gd name="T6" fmla="*/ 40 w 81"/>
              <a:gd name="T7" fmla="*/ 81 h 88"/>
              <a:gd name="T8" fmla="*/ 57 w 81"/>
              <a:gd name="T9" fmla="*/ 76 h 88"/>
              <a:gd name="T10" fmla="*/ 77 w 81"/>
              <a:gd name="T11" fmla="*/ 81 h 88"/>
              <a:gd name="T12" fmla="*/ 80 w 81"/>
              <a:gd name="T13" fmla="*/ 88 h 88"/>
              <a:gd name="T14" fmla="*/ 67 w 81"/>
              <a:gd name="T15" fmla="*/ 87 h 88"/>
              <a:gd name="T16" fmla="*/ 49 w 81"/>
              <a:gd name="T17" fmla="*/ 87 h 88"/>
              <a:gd name="T18" fmla="*/ 32 w 81"/>
              <a:gd name="T19" fmla="*/ 87 h 88"/>
              <a:gd name="T20" fmla="*/ 14 w 81"/>
              <a:gd name="T21" fmla="*/ 87 h 88"/>
              <a:gd name="T22" fmla="*/ 40 w 81"/>
              <a:gd name="T23" fmla="*/ 71 h 88"/>
              <a:gd name="T24" fmla="*/ 23 w 81"/>
              <a:gd name="T25" fmla="*/ 61 h 88"/>
              <a:gd name="T26" fmla="*/ 9 w 81"/>
              <a:gd name="T27" fmla="*/ 70 h 88"/>
              <a:gd name="T28" fmla="*/ 1 w 81"/>
              <a:gd name="T29" fmla="*/ 39 h 88"/>
              <a:gd name="T30" fmla="*/ 9 w 81"/>
              <a:gd name="T31" fmla="*/ 35 h 88"/>
              <a:gd name="T32" fmla="*/ 12 w 81"/>
              <a:gd name="T33" fmla="*/ 12 h 88"/>
              <a:gd name="T34" fmla="*/ 30 w 81"/>
              <a:gd name="T35" fmla="*/ 10 h 88"/>
              <a:gd name="T36" fmla="*/ 50 w 81"/>
              <a:gd name="T37" fmla="*/ 0 h 88"/>
              <a:gd name="T38" fmla="*/ 63 w 81"/>
              <a:gd name="T39" fmla="*/ 10 h 88"/>
              <a:gd name="T40" fmla="*/ 71 w 81"/>
              <a:gd name="T41" fmla="*/ 18 h 88"/>
              <a:gd name="T42" fmla="*/ 78 w 81"/>
              <a:gd name="T43" fmla="*/ 37 h 88"/>
              <a:gd name="T44" fmla="*/ 80 w 81"/>
              <a:gd name="T45" fmla="*/ 42 h 88"/>
              <a:gd name="T46" fmla="*/ 65 w 81"/>
              <a:gd name="T47" fmla="*/ 67 h 88"/>
              <a:gd name="T48" fmla="*/ 51 w 81"/>
              <a:gd name="T49" fmla="*/ 67 h 88"/>
              <a:gd name="T50" fmla="*/ 41 w 81"/>
              <a:gd name="T51" fmla="*/ 64 h 88"/>
              <a:gd name="T52" fmla="*/ 53 w 81"/>
              <a:gd name="T53" fmla="*/ 56 h 88"/>
              <a:gd name="T54" fmla="*/ 61 w 81"/>
              <a:gd name="T55" fmla="*/ 55 h 88"/>
              <a:gd name="T56" fmla="*/ 68 w 81"/>
              <a:gd name="T57" fmla="*/ 61 h 88"/>
              <a:gd name="T58" fmla="*/ 40 w 81"/>
              <a:gd name="T59" fmla="*/ 34 h 88"/>
              <a:gd name="T60" fmla="*/ 13 w 81"/>
              <a:gd name="T61" fmla="*/ 61 h 88"/>
              <a:gd name="T62" fmla="*/ 19 w 81"/>
              <a:gd name="T63" fmla="*/ 55 h 88"/>
              <a:gd name="T64" fmla="*/ 28 w 81"/>
              <a:gd name="T65" fmla="*/ 56 h 88"/>
              <a:gd name="T66" fmla="*/ 41 w 81"/>
              <a:gd name="T67" fmla="*/ 64 h 88"/>
              <a:gd name="T68" fmla="*/ 40 w 81"/>
              <a:gd name="T69" fmla="*/ 27 h 88"/>
              <a:gd name="T70" fmla="*/ 64 w 81"/>
              <a:gd name="T71" fmla="*/ 17 h 88"/>
              <a:gd name="T72" fmla="*/ 16 w 81"/>
              <a:gd name="T73" fmla="*/ 33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1" h="88">
                <a:moveTo>
                  <a:pt x="4" y="88"/>
                </a:moveTo>
                <a:cubicBezTo>
                  <a:pt x="1" y="88"/>
                  <a:pt x="1" y="88"/>
                  <a:pt x="1" y="88"/>
                </a:cubicBezTo>
                <a:cubicBezTo>
                  <a:pt x="1" y="81"/>
                  <a:pt x="1" y="81"/>
                  <a:pt x="1" y="81"/>
                </a:cubicBezTo>
                <a:cubicBezTo>
                  <a:pt x="4" y="81"/>
                  <a:pt x="4" y="81"/>
                  <a:pt x="4" y="81"/>
                </a:cubicBezTo>
                <a:cubicBezTo>
                  <a:pt x="7" y="81"/>
                  <a:pt x="11" y="81"/>
                  <a:pt x="14" y="80"/>
                </a:cubicBezTo>
                <a:cubicBezTo>
                  <a:pt x="17" y="79"/>
                  <a:pt x="20" y="78"/>
                  <a:pt x="24" y="76"/>
                </a:cubicBezTo>
                <a:cubicBezTo>
                  <a:pt x="27" y="77"/>
                  <a:pt x="29" y="79"/>
                  <a:pt x="32" y="79"/>
                </a:cubicBezTo>
                <a:cubicBezTo>
                  <a:pt x="34" y="80"/>
                  <a:pt x="37" y="81"/>
                  <a:pt x="40" y="81"/>
                </a:cubicBezTo>
                <a:cubicBezTo>
                  <a:pt x="44" y="81"/>
                  <a:pt x="47" y="80"/>
                  <a:pt x="49" y="79"/>
                </a:cubicBezTo>
                <a:cubicBezTo>
                  <a:pt x="51" y="79"/>
                  <a:pt x="54" y="77"/>
                  <a:pt x="57" y="76"/>
                </a:cubicBezTo>
                <a:cubicBezTo>
                  <a:pt x="60" y="78"/>
                  <a:pt x="64" y="79"/>
                  <a:pt x="67" y="80"/>
                </a:cubicBezTo>
                <a:cubicBezTo>
                  <a:pt x="70" y="81"/>
                  <a:pt x="74" y="81"/>
                  <a:pt x="77" y="81"/>
                </a:cubicBezTo>
                <a:cubicBezTo>
                  <a:pt x="80" y="81"/>
                  <a:pt x="80" y="81"/>
                  <a:pt x="80" y="81"/>
                </a:cubicBezTo>
                <a:cubicBezTo>
                  <a:pt x="80" y="88"/>
                  <a:pt x="80" y="88"/>
                  <a:pt x="80" y="88"/>
                </a:cubicBezTo>
                <a:cubicBezTo>
                  <a:pt x="77" y="88"/>
                  <a:pt x="77" y="88"/>
                  <a:pt x="77" y="88"/>
                </a:cubicBezTo>
                <a:cubicBezTo>
                  <a:pt x="74" y="88"/>
                  <a:pt x="70" y="88"/>
                  <a:pt x="67" y="87"/>
                </a:cubicBezTo>
                <a:cubicBezTo>
                  <a:pt x="63" y="86"/>
                  <a:pt x="60" y="85"/>
                  <a:pt x="57" y="84"/>
                </a:cubicBezTo>
                <a:cubicBezTo>
                  <a:pt x="54" y="85"/>
                  <a:pt x="51" y="86"/>
                  <a:pt x="49" y="87"/>
                </a:cubicBezTo>
                <a:cubicBezTo>
                  <a:pt x="46" y="87"/>
                  <a:pt x="43" y="88"/>
                  <a:pt x="40" y="88"/>
                </a:cubicBezTo>
                <a:cubicBezTo>
                  <a:pt x="38" y="88"/>
                  <a:pt x="35" y="87"/>
                  <a:pt x="32" y="87"/>
                </a:cubicBezTo>
                <a:cubicBezTo>
                  <a:pt x="29" y="86"/>
                  <a:pt x="27" y="85"/>
                  <a:pt x="24" y="84"/>
                </a:cubicBezTo>
                <a:cubicBezTo>
                  <a:pt x="21" y="85"/>
                  <a:pt x="17" y="86"/>
                  <a:pt x="14" y="87"/>
                </a:cubicBezTo>
                <a:cubicBezTo>
                  <a:pt x="11" y="88"/>
                  <a:pt x="7" y="88"/>
                  <a:pt x="4" y="88"/>
                </a:cubicBezTo>
                <a:close/>
                <a:moveTo>
                  <a:pt x="40" y="71"/>
                </a:moveTo>
                <a:cubicBezTo>
                  <a:pt x="36" y="71"/>
                  <a:pt x="33" y="70"/>
                  <a:pt x="30" y="67"/>
                </a:cubicBezTo>
                <a:cubicBezTo>
                  <a:pt x="27" y="65"/>
                  <a:pt x="25" y="62"/>
                  <a:pt x="23" y="61"/>
                </a:cubicBezTo>
                <a:cubicBezTo>
                  <a:pt x="21" y="63"/>
                  <a:pt x="18" y="65"/>
                  <a:pt x="16" y="67"/>
                </a:cubicBezTo>
                <a:cubicBezTo>
                  <a:pt x="14" y="68"/>
                  <a:pt x="11" y="69"/>
                  <a:pt x="9" y="70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1"/>
                  <a:pt x="0" y="40"/>
                  <a:pt x="1" y="39"/>
                </a:cubicBezTo>
                <a:cubicBezTo>
                  <a:pt x="1" y="38"/>
                  <a:pt x="2" y="38"/>
                  <a:pt x="3" y="37"/>
                </a:cubicBezTo>
                <a:cubicBezTo>
                  <a:pt x="9" y="35"/>
                  <a:pt x="9" y="35"/>
                  <a:pt x="9" y="35"/>
                </a:cubicBezTo>
                <a:cubicBezTo>
                  <a:pt x="9" y="18"/>
                  <a:pt x="9" y="18"/>
                  <a:pt x="9" y="18"/>
                </a:cubicBezTo>
                <a:cubicBezTo>
                  <a:pt x="9" y="16"/>
                  <a:pt x="10" y="14"/>
                  <a:pt x="12" y="12"/>
                </a:cubicBezTo>
                <a:cubicBezTo>
                  <a:pt x="13" y="10"/>
                  <a:pt x="15" y="10"/>
                  <a:pt x="18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0"/>
                  <a:pt x="30" y="0"/>
                  <a:pt x="30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0" y="10"/>
                  <a:pt x="50" y="10"/>
                  <a:pt x="50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5" y="10"/>
                  <a:pt x="67" y="10"/>
                  <a:pt x="69" y="12"/>
                </a:cubicBezTo>
                <a:cubicBezTo>
                  <a:pt x="71" y="14"/>
                  <a:pt x="71" y="16"/>
                  <a:pt x="71" y="18"/>
                </a:cubicBezTo>
                <a:cubicBezTo>
                  <a:pt x="71" y="35"/>
                  <a:pt x="71" y="35"/>
                  <a:pt x="71" y="35"/>
                </a:cubicBezTo>
                <a:cubicBezTo>
                  <a:pt x="78" y="37"/>
                  <a:pt x="78" y="37"/>
                  <a:pt x="78" y="37"/>
                </a:cubicBezTo>
                <a:cubicBezTo>
                  <a:pt x="79" y="38"/>
                  <a:pt x="80" y="38"/>
                  <a:pt x="80" y="39"/>
                </a:cubicBezTo>
                <a:cubicBezTo>
                  <a:pt x="81" y="40"/>
                  <a:pt x="81" y="41"/>
                  <a:pt x="80" y="42"/>
                </a:cubicBezTo>
                <a:cubicBezTo>
                  <a:pt x="72" y="70"/>
                  <a:pt x="72" y="70"/>
                  <a:pt x="72" y="70"/>
                </a:cubicBezTo>
                <a:cubicBezTo>
                  <a:pt x="69" y="69"/>
                  <a:pt x="67" y="68"/>
                  <a:pt x="65" y="67"/>
                </a:cubicBezTo>
                <a:cubicBezTo>
                  <a:pt x="62" y="65"/>
                  <a:pt x="60" y="63"/>
                  <a:pt x="58" y="61"/>
                </a:cubicBezTo>
                <a:cubicBezTo>
                  <a:pt x="56" y="62"/>
                  <a:pt x="54" y="65"/>
                  <a:pt x="51" y="67"/>
                </a:cubicBezTo>
                <a:cubicBezTo>
                  <a:pt x="48" y="70"/>
                  <a:pt x="44" y="71"/>
                  <a:pt x="40" y="71"/>
                </a:cubicBezTo>
                <a:close/>
                <a:moveTo>
                  <a:pt x="41" y="64"/>
                </a:moveTo>
                <a:cubicBezTo>
                  <a:pt x="43" y="64"/>
                  <a:pt x="46" y="63"/>
                  <a:pt x="48" y="61"/>
                </a:cubicBezTo>
                <a:cubicBezTo>
                  <a:pt x="50" y="59"/>
                  <a:pt x="51" y="58"/>
                  <a:pt x="53" y="56"/>
                </a:cubicBezTo>
                <a:cubicBezTo>
                  <a:pt x="57" y="51"/>
                  <a:pt x="57" y="51"/>
                  <a:pt x="57" y="51"/>
                </a:cubicBezTo>
                <a:cubicBezTo>
                  <a:pt x="61" y="55"/>
                  <a:pt x="61" y="55"/>
                  <a:pt x="61" y="55"/>
                </a:cubicBezTo>
                <a:cubicBezTo>
                  <a:pt x="62" y="56"/>
                  <a:pt x="63" y="57"/>
                  <a:pt x="64" y="58"/>
                </a:cubicBezTo>
                <a:cubicBezTo>
                  <a:pt x="66" y="59"/>
                  <a:pt x="67" y="60"/>
                  <a:pt x="68" y="61"/>
                </a:cubicBezTo>
                <a:cubicBezTo>
                  <a:pt x="73" y="43"/>
                  <a:pt x="73" y="43"/>
                  <a:pt x="73" y="43"/>
                </a:cubicBezTo>
                <a:cubicBezTo>
                  <a:pt x="40" y="34"/>
                  <a:pt x="40" y="34"/>
                  <a:pt x="40" y="34"/>
                </a:cubicBezTo>
                <a:cubicBezTo>
                  <a:pt x="8" y="43"/>
                  <a:pt x="8" y="43"/>
                  <a:pt x="8" y="43"/>
                </a:cubicBezTo>
                <a:cubicBezTo>
                  <a:pt x="13" y="61"/>
                  <a:pt x="13" y="61"/>
                  <a:pt x="13" y="61"/>
                </a:cubicBezTo>
                <a:cubicBezTo>
                  <a:pt x="14" y="60"/>
                  <a:pt x="15" y="59"/>
                  <a:pt x="16" y="58"/>
                </a:cubicBezTo>
                <a:cubicBezTo>
                  <a:pt x="17" y="57"/>
                  <a:pt x="18" y="56"/>
                  <a:pt x="19" y="55"/>
                </a:cubicBezTo>
                <a:cubicBezTo>
                  <a:pt x="23" y="51"/>
                  <a:pt x="23" y="51"/>
                  <a:pt x="23" y="51"/>
                </a:cubicBezTo>
                <a:cubicBezTo>
                  <a:pt x="28" y="56"/>
                  <a:pt x="28" y="56"/>
                  <a:pt x="28" y="56"/>
                </a:cubicBezTo>
                <a:cubicBezTo>
                  <a:pt x="29" y="58"/>
                  <a:pt x="31" y="60"/>
                  <a:pt x="33" y="61"/>
                </a:cubicBezTo>
                <a:cubicBezTo>
                  <a:pt x="35" y="63"/>
                  <a:pt x="38" y="64"/>
                  <a:pt x="41" y="64"/>
                </a:cubicBezTo>
                <a:close/>
                <a:moveTo>
                  <a:pt x="16" y="33"/>
                </a:moveTo>
                <a:cubicBezTo>
                  <a:pt x="40" y="27"/>
                  <a:pt x="40" y="27"/>
                  <a:pt x="40" y="27"/>
                </a:cubicBezTo>
                <a:cubicBezTo>
                  <a:pt x="64" y="33"/>
                  <a:pt x="64" y="33"/>
                  <a:pt x="64" y="33"/>
                </a:cubicBezTo>
                <a:cubicBezTo>
                  <a:pt x="64" y="17"/>
                  <a:pt x="64" y="17"/>
                  <a:pt x="64" y="17"/>
                </a:cubicBezTo>
                <a:cubicBezTo>
                  <a:pt x="16" y="17"/>
                  <a:pt x="16" y="17"/>
                  <a:pt x="16" y="17"/>
                </a:cubicBezTo>
                <a:lnTo>
                  <a:pt x="16" y="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92B91AE2-46CC-A255-0EBD-A1508E260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442947"/>
              </p:ext>
            </p:extLst>
          </p:nvPr>
        </p:nvGraphicFramePr>
        <p:xfrm>
          <a:off x="6805140" y="45403"/>
          <a:ext cx="4929659" cy="907910"/>
        </p:xfrm>
        <a:graphic>
          <a:graphicData uri="http://schemas.openxmlformats.org/drawingml/2006/table">
            <a:tbl>
              <a:tblPr/>
              <a:tblGrid>
                <a:gridCol w="1320228">
                  <a:extLst>
                    <a:ext uri="{9D8B030D-6E8A-4147-A177-3AD203B41FA5}">
                      <a16:colId xmlns:a16="http://schemas.microsoft.com/office/drawing/2014/main" val="4071784656"/>
                    </a:ext>
                  </a:extLst>
                </a:gridCol>
                <a:gridCol w="1320228">
                  <a:extLst>
                    <a:ext uri="{9D8B030D-6E8A-4147-A177-3AD203B41FA5}">
                      <a16:colId xmlns:a16="http://schemas.microsoft.com/office/drawing/2014/main" val="3418068590"/>
                    </a:ext>
                  </a:extLst>
                </a:gridCol>
                <a:gridCol w="1150658">
                  <a:extLst>
                    <a:ext uri="{9D8B030D-6E8A-4147-A177-3AD203B41FA5}">
                      <a16:colId xmlns:a16="http://schemas.microsoft.com/office/drawing/2014/main" val="332107643"/>
                    </a:ext>
                  </a:extLst>
                </a:gridCol>
                <a:gridCol w="1138545">
                  <a:extLst>
                    <a:ext uri="{9D8B030D-6E8A-4147-A177-3AD203B41FA5}">
                      <a16:colId xmlns:a16="http://schemas.microsoft.com/office/drawing/2014/main" val="1038415784"/>
                    </a:ext>
                  </a:extLst>
                </a:gridCol>
              </a:tblGrid>
              <a:tr h="2015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Marsh GWP 2025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Carrier GWP 2025</a:t>
                      </a:r>
                      <a:endParaRPr lang="en-US" sz="1000" b="1" i="0" u="none" strike="noStrike" dirty="0"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SoW% 2025</a:t>
                      </a:r>
                      <a:endParaRPr lang="en-US" sz="1000" b="1" i="0" u="none" strike="noStrike" dirty="0"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2025 Rank</a:t>
                      </a:r>
                      <a:endParaRPr lang="en-US" sz="1000" b="1" i="0" u="none" strike="noStrike" dirty="0"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066157"/>
                  </a:ext>
                </a:extLst>
              </a:tr>
              <a:tr h="471686"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 err="1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x.xB</a:t>
                      </a:r>
                      <a:endParaRPr lang="en-US" sz="1800" b="1" i="0" u="none" strike="noStrike" dirty="0"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marR="182880" marT="91440" marB="91440">
                    <a:lnL w="12700" cmpd="sng">
                      <a:noFill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 err="1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xxxM</a:t>
                      </a:r>
                      <a:endParaRPr lang="en-US" sz="1800" b="1" i="0" u="none" strike="noStrike" dirty="0"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marR="18288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 err="1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x.x</a:t>
                      </a:r>
                      <a:r>
                        <a:rPr lang="en-US" sz="18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R="18288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548640" marR="18288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280021"/>
                  </a:ext>
                </a:extLst>
              </a:tr>
              <a:tr h="234639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100" b="1" i="0" u="none" strike="noStrike" dirty="0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(-</a:t>
                      </a:r>
                      <a:r>
                        <a:rPr lang="en-US" sz="1100" b="1" i="0" u="none" strike="noStrike" dirty="0" err="1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x.x</a:t>
                      </a:r>
                      <a:r>
                        <a:rPr lang="en-US" sz="1100" b="1" i="0" u="none" strike="noStrike" dirty="0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%</a:t>
                      </a:r>
                      <a:r>
                        <a:rPr lang="en-US" sz="1100" b="0" i="0" u="none" strike="noStrike" dirty="0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▼</a:t>
                      </a:r>
                      <a:r>
                        <a:rPr lang="en-US" sz="1100" b="1" i="0" u="none" strike="noStrike" dirty="0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27432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 (+</a:t>
                      </a:r>
                      <a:r>
                        <a:rPr lang="en-US" sz="1100" b="1" i="0" u="none" strike="noStrike" dirty="0" err="1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x.x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%▲)</a:t>
                      </a:r>
                    </a:p>
                  </a:txBody>
                  <a:tcPr marL="274320" marT="0" marB="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 (+</a:t>
                      </a:r>
                      <a:r>
                        <a:rPr lang="en-US" sz="1100" b="1" i="0" u="none" strike="noStrike" dirty="0" err="1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x.x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%▲)</a:t>
                      </a:r>
                    </a:p>
                  </a:txBody>
                  <a:tcPr marT="0" marB="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 (+x▲)</a:t>
                      </a:r>
                    </a:p>
                  </a:txBody>
                  <a:tcPr marL="274320" marT="0" marB="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40785"/>
                  </a:ext>
                </a:extLst>
              </a:tr>
            </a:tbl>
          </a:graphicData>
        </a:graphic>
      </p:graphicFrame>
      <p:sp>
        <p:nvSpPr>
          <p:cNvPr id="32" name="Freeform 5" descr="Ribbon badge with star.">
            <a:extLst>
              <a:ext uri="{FF2B5EF4-FFF2-40B4-BE49-F238E27FC236}">
                <a16:creationId xmlns:a16="http://schemas.microsoft.com/office/drawing/2014/main" id="{29BE3542-67D4-5748-10CF-768BC98D6699}"/>
              </a:ext>
            </a:extLst>
          </p:cNvPr>
          <p:cNvSpPr>
            <a:spLocks noEditPoints="1"/>
          </p:cNvSpPr>
          <p:nvPr>
            <p:custDataLst>
              <p:custData r:id="rId3"/>
            </p:custDataLst>
          </p:nvPr>
        </p:nvSpPr>
        <p:spPr bwMode="auto">
          <a:xfrm>
            <a:off x="10840436" y="338259"/>
            <a:ext cx="217074" cy="308316"/>
          </a:xfrm>
          <a:custGeom>
            <a:avLst/>
            <a:gdLst>
              <a:gd name="T0" fmla="*/ 26 w 74"/>
              <a:gd name="T1" fmla="*/ 53 h 96"/>
              <a:gd name="T2" fmla="*/ 37 w 74"/>
              <a:gd name="T3" fmla="*/ 45 h 96"/>
              <a:gd name="T4" fmla="*/ 48 w 74"/>
              <a:gd name="T5" fmla="*/ 53 h 96"/>
              <a:gd name="T6" fmla="*/ 44 w 74"/>
              <a:gd name="T7" fmla="*/ 40 h 96"/>
              <a:gd name="T8" fmla="*/ 54 w 74"/>
              <a:gd name="T9" fmla="*/ 32 h 96"/>
              <a:gd name="T10" fmla="*/ 41 w 74"/>
              <a:gd name="T11" fmla="*/ 32 h 96"/>
              <a:gd name="T12" fmla="*/ 37 w 74"/>
              <a:gd name="T13" fmla="*/ 19 h 96"/>
              <a:gd name="T14" fmla="*/ 33 w 74"/>
              <a:gd name="T15" fmla="*/ 32 h 96"/>
              <a:gd name="T16" fmla="*/ 20 w 74"/>
              <a:gd name="T17" fmla="*/ 32 h 96"/>
              <a:gd name="T18" fmla="*/ 30 w 74"/>
              <a:gd name="T19" fmla="*/ 40 h 96"/>
              <a:gd name="T20" fmla="*/ 26 w 74"/>
              <a:gd name="T21" fmla="*/ 53 h 96"/>
              <a:gd name="T22" fmla="*/ 74 w 74"/>
              <a:gd name="T23" fmla="*/ 36 h 96"/>
              <a:gd name="T24" fmla="*/ 37 w 74"/>
              <a:gd name="T25" fmla="*/ 0 h 96"/>
              <a:gd name="T26" fmla="*/ 0 w 74"/>
              <a:gd name="T27" fmla="*/ 36 h 96"/>
              <a:gd name="T28" fmla="*/ 9 w 74"/>
              <a:gd name="T29" fmla="*/ 61 h 96"/>
              <a:gd name="T30" fmla="*/ 9 w 74"/>
              <a:gd name="T31" fmla="*/ 96 h 96"/>
              <a:gd name="T32" fmla="*/ 37 w 74"/>
              <a:gd name="T33" fmla="*/ 87 h 96"/>
              <a:gd name="T34" fmla="*/ 65 w 74"/>
              <a:gd name="T35" fmla="*/ 96 h 96"/>
              <a:gd name="T36" fmla="*/ 65 w 74"/>
              <a:gd name="T37" fmla="*/ 61 h 96"/>
              <a:gd name="T38" fmla="*/ 74 w 74"/>
              <a:gd name="T39" fmla="*/ 36 h 96"/>
              <a:gd name="T40" fmla="*/ 37 w 74"/>
              <a:gd name="T41" fmla="*/ 9 h 96"/>
              <a:gd name="T42" fmla="*/ 65 w 74"/>
              <a:gd name="T43" fmla="*/ 36 h 96"/>
              <a:gd name="T44" fmla="*/ 37 w 74"/>
              <a:gd name="T45" fmla="*/ 64 h 96"/>
              <a:gd name="T46" fmla="*/ 9 w 74"/>
              <a:gd name="T47" fmla="*/ 36 h 96"/>
              <a:gd name="T48" fmla="*/ 37 w 74"/>
              <a:gd name="T49" fmla="*/ 9 h 96"/>
              <a:gd name="T50" fmla="*/ 37 w 74"/>
              <a:gd name="T51" fmla="*/ 78 h 96"/>
              <a:gd name="T52" fmla="*/ 19 w 74"/>
              <a:gd name="T53" fmla="*/ 83 h 96"/>
              <a:gd name="T54" fmla="*/ 19 w 74"/>
              <a:gd name="T55" fmla="*/ 68 h 96"/>
              <a:gd name="T56" fmla="*/ 37 w 74"/>
              <a:gd name="T57" fmla="*/ 73 h 96"/>
              <a:gd name="T58" fmla="*/ 55 w 74"/>
              <a:gd name="T59" fmla="*/ 68 h 96"/>
              <a:gd name="T60" fmla="*/ 55 w 74"/>
              <a:gd name="T61" fmla="*/ 83 h 96"/>
              <a:gd name="T62" fmla="*/ 37 w 74"/>
              <a:gd name="T63" fmla="*/ 78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74" h="96">
                <a:moveTo>
                  <a:pt x="26" y="53"/>
                </a:moveTo>
                <a:cubicBezTo>
                  <a:pt x="37" y="45"/>
                  <a:pt x="37" y="45"/>
                  <a:pt x="37" y="45"/>
                </a:cubicBezTo>
                <a:cubicBezTo>
                  <a:pt x="48" y="53"/>
                  <a:pt x="48" y="53"/>
                  <a:pt x="48" y="53"/>
                </a:cubicBezTo>
                <a:cubicBezTo>
                  <a:pt x="44" y="40"/>
                  <a:pt x="44" y="40"/>
                  <a:pt x="44" y="40"/>
                </a:cubicBezTo>
                <a:cubicBezTo>
                  <a:pt x="54" y="32"/>
                  <a:pt x="54" y="32"/>
                  <a:pt x="54" y="32"/>
                </a:cubicBezTo>
                <a:cubicBezTo>
                  <a:pt x="41" y="32"/>
                  <a:pt x="41" y="32"/>
                  <a:pt x="41" y="32"/>
                </a:cubicBezTo>
                <a:cubicBezTo>
                  <a:pt x="37" y="19"/>
                  <a:pt x="37" y="19"/>
                  <a:pt x="37" y="19"/>
                </a:cubicBezTo>
                <a:cubicBezTo>
                  <a:pt x="33" y="32"/>
                  <a:pt x="33" y="32"/>
                  <a:pt x="33" y="32"/>
                </a:cubicBezTo>
                <a:cubicBezTo>
                  <a:pt x="20" y="32"/>
                  <a:pt x="20" y="32"/>
                  <a:pt x="20" y="32"/>
                </a:cubicBezTo>
                <a:cubicBezTo>
                  <a:pt x="30" y="40"/>
                  <a:pt x="30" y="40"/>
                  <a:pt x="30" y="40"/>
                </a:cubicBezTo>
                <a:lnTo>
                  <a:pt x="26" y="53"/>
                </a:lnTo>
                <a:close/>
                <a:moveTo>
                  <a:pt x="74" y="36"/>
                </a:moveTo>
                <a:cubicBezTo>
                  <a:pt x="74" y="16"/>
                  <a:pt x="57" y="0"/>
                  <a:pt x="37" y="0"/>
                </a:cubicBezTo>
                <a:cubicBezTo>
                  <a:pt x="17" y="0"/>
                  <a:pt x="0" y="16"/>
                  <a:pt x="0" y="36"/>
                </a:cubicBezTo>
                <a:cubicBezTo>
                  <a:pt x="0" y="46"/>
                  <a:pt x="4" y="54"/>
                  <a:pt x="9" y="61"/>
                </a:cubicBezTo>
                <a:cubicBezTo>
                  <a:pt x="9" y="96"/>
                  <a:pt x="9" y="96"/>
                  <a:pt x="9" y="96"/>
                </a:cubicBezTo>
                <a:cubicBezTo>
                  <a:pt x="37" y="87"/>
                  <a:pt x="37" y="87"/>
                  <a:pt x="37" y="87"/>
                </a:cubicBezTo>
                <a:cubicBezTo>
                  <a:pt x="65" y="96"/>
                  <a:pt x="65" y="96"/>
                  <a:pt x="65" y="96"/>
                </a:cubicBezTo>
                <a:cubicBezTo>
                  <a:pt x="65" y="61"/>
                  <a:pt x="65" y="61"/>
                  <a:pt x="65" y="61"/>
                </a:cubicBezTo>
                <a:cubicBezTo>
                  <a:pt x="70" y="54"/>
                  <a:pt x="74" y="46"/>
                  <a:pt x="74" y="36"/>
                </a:cubicBezTo>
                <a:close/>
                <a:moveTo>
                  <a:pt x="37" y="9"/>
                </a:moveTo>
                <a:cubicBezTo>
                  <a:pt x="52" y="9"/>
                  <a:pt x="65" y="21"/>
                  <a:pt x="65" y="36"/>
                </a:cubicBezTo>
                <a:cubicBezTo>
                  <a:pt x="65" y="52"/>
                  <a:pt x="52" y="64"/>
                  <a:pt x="37" y="64"/>
                </a:cubicBezTo>
                <a:cubicBezTo>
                  <a:pt x="22" y="64"/>
                  <a:pt x="9" y="52"/>
                  <a:pt x="9" y="36"/>
                </a:cubicBezTo>
                <a:cubicBezTo>
                  <a:pt x="9" y="21"/>
                  <a:pt x="22" y="9"/>
                  <a:pt x="37" y="9"/>
                </a:cubicBezTo>
                <a:close/>
                <a:moveTo>
                  <a:pt x="37" y="78"/>
                </a:moveTo>
                <a:cubicBezTo>
                  <a:pt x="19" y="83"/>
                  <a:pt x="19" y="83"/>
                  <a:pt x="19" y="83"/>
                </a:cubicBezTo>
                <a:cubicBezTo>
                  <a:pt x="19" y="68"/>
                  <a:pt x="19" y="68"/>
                  <a:pt x="19" y="68"/>
                </a:cubicBezTo>
                <a:cubicBezTo>
                  <a:pt x="24" y="71"/>
                  <a:pt x="30" y="73"/>
                  <a:pt x="37" y="73"/>
                </a:cubicBezTo>
                <a:cubicBezTo>
                  <a:pt x="44" y="73"/>
                  <a:pt x="50" y="71"/>
                  <a:pt x="55" y="68"/>
                </a:cubicBezTo>
                <a:cubicBezTo>
                  <a:pt x="55" y="83"/>
                  <a:pt x="55" y="83"/>
                  <a:pt x="55" y="83"/>
                </a:cubicBezTo>
                <a:lnTo>
                  <a:pt x="37" y="7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Freeform 9" descr="Percent sign.">
            <a:extLst>
              <a:ext uri="{FF2B5EF4-FFF2-40B4-BE49-F238E27FC236}">
                <a16:creationId xmlns:a16="http://schemas.microsoft.com/office/drawing/2014/main" id="{0CBE9EBF-A2F1-36C7-7DD1-0F96B85FE721}"/>
              </a:ext>
            </a:extLst>
          </p:cNvPr>
          <p:cNvSpPr>
            <a:spLocks noEditPoints="1"/>
          </p:cNvSpPr>
          <p:nvPr>
            <p:custDataLst>
              <p:custData r:id="rId4"/>
            </p:custDataLst>
          </p:nvPr>
        </p:nvSpPr>
        <p:spPr bwMode="auto">
          <a:xfrm>
            <a:off x="9633835" y="402769"/>
            <a:ext cx="185414" cy="224350"/>
          </a:xfrm>
          <a:custGeom>
            <a:avLst/>
            <a:gdLst>
              <a:gd name="T0" fmla="*/ 15 w 69"/>
              <a:gd name="T1" fmla="*/ 29 h 69"/>
              <a:gd name="T2" fmla="*/ 4 w 69"/>
              <a:gd name="T3" fmla="*/ 25 h 69"/>
              <a:gd name="T4" fmla="*/ 0 w 69"/>
              <a:gd name="T5" fmla="*/ 14 h 69"/>
              <a:gd name="T6" fmla="*/ 4 w 69"/>
              <a:gd name="T7" fmla="*/ 4 h 69"/>
              <a:gd name="T8" fmla="*/ 15 w 69"/>
              <a:gd name="T9" fmla="*/ 0 h 69"/>
              <a:gd name="T10" fmla="*/ 25 w 69"/>
              <a:gd name="T11" fmla="*/ 4 h 69"/>
              <a:gd name="T12" fmla="*/ 29 w 69"/>
              <a:gd name="T13" fmla="*/ 14 h 69"/>
              <a:gd name="T14" fmla="*/ 25 w 69"/>
              <a:gd name="T15" fmla="*/ 25 h 69"/>
              <a:gd name="T16" fmla="*/ 15 w 69"/>
              <a:gd name="T17" fmla="*/ 29 h 69"/>
              <a:gd name="T18" fmla="*/ 15 w 69"/>
              <a:gd name="T19" fmla="*/ 22 h 69"/>
              <a:gd name="T20" fmla="*/ 20 w 69"/>
              <a:gd name="T21" fmla="*/ 20 h 69"/>
              <a:gd name="T22" fmla="*/ 22 w 69"/>
              <a:gd name="T23" fmla="*/ 14 h 69"/>
              <a:gd name="T24" fmla="*/ 20 w 69"/>
              <a:gd name="T25" fmla="*/ 9 h 69"/>
              <a:gd name="T26" fmla="*/ 15 w 69"/>
              <a:gd name="T27" fmla="*/ 7 h 69"/>
              <a:gd name="T28" fmla="*/ 9 w 69"/>
              <a:gd name="T29" fmla="*/ 9 h 69"/>
              <a:gd name="T30" fmla="*/ 7 w 69"/>
              <a:gd name="T31" fmla="*/ 14 h 69"/>
              <a:gd name="T32" fmla="*/ 9 w 69"/>
              <a:gd name="T33" fmla="*/ 20 h 69"/>
              <a:gd name="T34" fmla="*/ 15 w 69"/>
              <a:gd name="T35" fmla="*/ 22 h 69"/>
              <a:gd name="T36" fmla="*/ 54 w 69"/>
              <a:gd name="T37" fmla="*/ 69 h 69"/>
              <a:gd name="T38" fmla="*/ 44 w 69"/>
              <a:gd name="T39" fmla="*/ 64 h 69"/>
              <a:gd name="T40" fmla="*/ 40 w 69"/>
              <a:gd name="T41" fmla="*/ 54 h 69"/>
              <a:gd name="T42" fmla="*/ 44 w 69"/>
              <a:gd name="T43" fmla="*/ 44 h 69"/>
              <a:gd name="T44" fmla="*/ 54 w 69"/>
              <a:gd name="T45" fmla="*/ 40 h 69"/>
              <a:gd name="T46" fmla="*/ 65 w 69"/>
              <a:gd name="T47" fmla="*/ 44 h 69"/>
              <a:gd name="T48" fmla="*/ 69 w 69"/>
              <a:gd name="T49" fmla="*/ 54 h 69"/>
              <a:gd name="T50" fmla="*/ 65 w 69"/>
              <a:gd name="T51" fmla="*/ 64 h 69"/>
              <a:gd name="T52" fmla="*/ 54 w 69"/>
              <a:gd name="T53" fmla="*/ 69 h 69"/>
              <a:gd name="T54" fmla="*/ 54 w 69"/>
              <a:gd name="T55" fmla="*/ 62 h 69"/>
              <a:gd name="T56" fmla="*/ 60 w 69"/>
              <a:gd name="T57" fmla="*/ 60 h 69"/>
              <a:gd name="T58" fmla="*/ 62 w 69"/>
              <a:gd name="T59" fmla="*/ 54 h 69"/>
              <a:gd name="T60" fmla="*/ 60 w 69"/>
              <a:gd name="T61" fmla="*/ 49 h 69"/>
              <a:gd name="T62" fmla="*/ 54 w 69"/>
              <a:gd name="T63" fmla="*/ 47 h 69"/>
              <a:gd name="T64" fmla="*/ 49 w 69"/>
              <a:gd name="T65" fmla="*/ 49 h 69"/>
              <a:gd name="T66" fmla="*/ 47 w 69"/>
              <a:gd name="T67" fmla="*/ 54 h 69"/>
              <a:gd name="T68" fmla="*/ 49 w 69"/>
              <a:gd name="T69" fmla="*/ 60 h 69"/>
              <a:gd name="T70" fmla="*/ 54 w 69"/>
              <a:gd name="T71" fmla="*/ 62 h 69"/>
              <a:gd name="T72" fmla="*/ 5 w 69"/>
              <a:gd name="T73" fmla="*/ 68 h 69"/>
              <a:gd name="T74" fmla="*/ 0 w 69"/>
              <a:gd name="T75" fmla="*/ 63 h 69"/>
              <a:gd name="T76" fmla="*/ 64 w 69"/>
              <a:gd name="T77" fmla="*/ 0 h 69"/>
              <a:gd name="T78" fmla="*/ 69 w 69"/>
              <a:gd name="T79" fmla="*/ 5 h 69"/>
              <a:gd name="T80" fmla="*/ 5 w 69"/>
              <a:gd name="T81" fmla="*/ 68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9" h="69">
                <a:moveTo>
                  <a:pt x="15" y="29"/>
                </a:moveTo>
                <a:cubicBezTo>
                  <a:pt x="11" y="29"/>
                  <a:pt x="7" y="27"/>
                  <a:pt x="4" y="25"/>
                </a:cubicBezTo>
                <a:cubicBezTo>
                  <a:pt x="1" y="22"/>
                  <a:pt x="0" y="18"/>
                  <a:pt x="0" y="14"/>
                </a:cubicBezTo>
                <a:cubicBezTo>
                  <a:pt x="0" y="10"/>
                  <a:pt x="1" y="7"/>
                  <a:pt x="4" y="4"/>
                </a:cubicBezTo>
                <a:cubicBezTo>
                  <a:pt x="7" y="1"/>
                  <a:pt x="11" y="0"/>
                  <a:pt x="15" y="0"/>
                </a:cubicBezTo>
                <a:cubicBezTo>
                  <a:pt x="19" y="0"/>
                  <a:pt x="22" y="1"/>
                  <a:pt x="25" y="4"/>
                </a:cubicBezTo>
                <a:cubicBezTo>
                  <a:pt x="28" y="7"/>
                  <a:pt x="29" y="10"/>
                  <a:pt x="29" y="14"/>
                </a:cubicBezTo>
                <a:cubicBezTo>
                  <a:pt x="29" y="18"/>
                  <a:pt x="28" y="22"/>
                  <a:pt x="25" y="25"/>
                </a:cubicBezTo>
                <a:cubicBezTo>
                  <a:pt x="22" y="27"/>
                  <a:pt x="19" y="29"/>
                  <a:pt x="15" y="29"/>
                </a:cubicBezTo>
                <a:close/>
                <a:moveTo>
                  <a:pt x="15" y="22"/>
                </a:moveTo>
                <a:cubicBezTo>
                  <a:pt x="17" y="22"/>
                  <a:pt x="18" y="21"/>
                  <a:pt x="20" y="20"/>
                </a:cubicBezTo>
                <a:cubicBezTo>
                  <a:pt x="21" y="18"/>
                  <a:pt x="22" y="16"/>
                  <a:pt x="22" y="14"/>
                </a:cubicBezTo>
                <a:cubicBezTo>
                  <a:pt x="22" y="12"/>
                  <a:pt x="21" y="10"/>
                  <a:pt x="20" y="9"/>
                </a:cubicBezTo>
                <a:cubicBezTo>
                  <a:pt x="18" y="7"/>
                  <a:pt x="17" y="7"/>
                  <a:pt x="15" y="7"/>
                </a:cubicBezTo>
                <a:cubicBezTo>
                  <a:pt x="12" y="7"/>
                  <a:pt x="11" y="7"/>
                  <a:pt x="9" y="9"/>
                </a:cubicBezTo>
                <a:cubicBezTo>
                  <a:pt x="8" y="10"/>
                  <a:pt x="7" y="12"/>
                  <a:pt x="7" y="14"/>
                </a:cubicBezTo>
                <a:cubicBezTo>
                  <a:pt x="7" y="16"/>
                  <a:pt x="8" y="18"/>
                  <a:pt x="9" y="20"/>
                </a:cubicBezTo>
                <a:cubicBezTo>
                  <a:pt x="11" y="21"/>
                  <a:pt x="12" y="22"/>
                  <a:pt x="15" y="22"/>
                </a:cubicBezTo>
                <a:close/>
                <a:moveTo>
                  <a:pt x="54" y="69"/>
                </a:moveTo>
                <a:cubicBezTo>
                  <a:pt x="50" y="69"/>
                  <a:pt x="47" y="67"/>
                  <a:pt x="44" y="64"/>
                </a:cubicBezTo>
                <a:cubicBezTo>
                  <a:pt x="41" y="62"/>
                  <a:pt x="40" y="58"/>
                  <a:pt x="40" y="54"/>
                </a:cubicBezTo>
                <a:cubicBezTo>
                  <a:pt x="40" y="50"/>
                  <a:pt x="41" y="47"/>
                  <a:pt x="44" y="44"/>
                </a:cubicBezTo>
                <a:cubicBezTo>
                  <a:pt x="47" y="41"/>
                  <a:pt x="50" y="40"/>
                  <a:pt x="54" y="40"/>
                </a:cubicBezTo>
                <a:cubicBezTo>
                  <a:pt x="58" y="40"/>
                  <a:pt x="62" y="41"/>
                  <a:pt x="65" y="44"/>
                </a:cubicBezTo>
                <a:cubicBezTo>
                  <a:pt x="68" y="47"/>
                  <a:pt x="69" y="50"/>
                  <a:pt x="69" y="54"/>
                </a:cubicBezTo>
                <a:cubicBezTo>
                  <a:pt x="69" y="58"/>
                  <a:pt x="68" y="62"/>
                  <a:pt x="65" y="64"/>
                </a:cubicBezTo>
                <a:cubicBezTo>
                  <a:pt x="62" y="67"/>
                  <a:pt x="58" y="69"/>
                  <a:pt x="54" y="69"/>
                </a:cubicBezTo>
                <a:close/>
                <a:moveTo>
                  <a:pt x="54" y="62"/>
                </a:moveTo>
                <a:cubicBezTo>
                  <a:pt x="57" y="62"/>
                  <a:pt x="58" y="61"/>
                  <a:pt x="60" y="60"/>
                </a:cubicBezTo>
                <a:cubicBezTo>
                  <a:pt x="61" y="58"/>
                  <a:pt x="62" y="56"/>
                  <a:pt x="62" y="54"/>
                </a:cubicBezTo>
                <a:cubicBezTo>
                  <a:pt x="62" y="52"/>
                  <a:pt x="61" y="50"/>
                  <a:pt x="60" y="49"/>
                </a:cubicBezTo>
                <a:cubicBezTo>
                  <a:pt x="58" y="47"/>
                  <a:pt x="57" y="47"/>
                  <a:pt x="54" y="47"/>
                </a:cubicBezTo>
                <a:cubicBezTo>
                  <a:pt x="52" y="47"/>
                  <a:pt x="51" y="47"/>
                  <a:pt x="49" y="49"/>
                </a:cubicBezTo>
                <a:cubicBezTo>
                  <a:pt x="48" y="50"/>
                  <a:pt x="47" y="52"/>
                  <a:pt x="47" y="54"/>
                </a:cubicBezTo>
                <a:cubicBezTo>
                  <a:pt x="47" y="56"/>
                  <a:pt x="48" y="58"/>
                  <a:pt x="49" y="60"/>
                </a:cubicBezTo>
                <a:cubicBezTo>
                  <a:pt x="51" y="61"/>
                  <a:pt x="52" y="62"/>
                  <a:pt x="54" y="62"/>
                </a:cubicBezTo>
                <a:close/>
                <a:moveTo>
                  <a:pt x="5" y="68"/>
                </a:moveTo>
                <a:cubicBezTo>
                  <a:pt x="0" y="63"/>
                  <a:pt x="0" y="63"/>
                  <a:pt x="0" y="63"/>
                </a:cubicBezTo>
                <a:cubicBezTo>
                  <a:pt x="64" y="0"/>
                  <a:pt x="64" y="0"/>
                  <a:pt x="64" y="0"/>
                </a:cubicBezTo>
                <a:cubicBezTo>
                  <a:pt x="69" y="5"/>
                  <a:pt x="69" y="5"/>
                  <a:pt x="69" y="5"/>
                </a:cubicBezTo>
                <a:lnTo>
                  <a:pt x="5" y="6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Freeform 13" descr="Closed wallet with clasp.">
            <a:extLst>
              <a:ext uri="{FF2B5EF4-FFF2-40B4-BE49-F238E27FC236}">
                <a16:creationId xmlns:a16="http://schemas.microsoft.com/office/drawing/2014/main" id="{F89672F7-A3E2-47F5-4F53-8C679F45BD61}"/>
              </a:ext>
            </a:extLst>
          </p:cNvPr>
          <p:cNvSpPr>
            <a:spLocks noEditPoints="1"/>
          </p:cNvSpPr>
          <p:nvPr>
            <p:custDataLst>
              <p:custData r:id="rId5"/>
            </p:custDataLst>
          </p:nvPr>
        </p:nvSpPr>
        <p:spPr bwMode="auto">
          <a:xfrm>
            <a:off x="6963517" y="348726"/>
            <a:ext cx="277116" cy="240755"/>
          </a:xfrm>
          <a:custGeom>
            <a:avLst/>
            <a:gdLst>
              <a:gd name="T0" fmla="*/ 7 w 83"/>
              <a:gd name="T1" fmla="*/ 72 h 79"/>
              <a:gd name="T2" fmla="*/ 7 w 83"/>
              <a:gd name="T3" fmla="*/ 67 h 79"/>
              <a:gd name="T4" fmla="*/ 3 w 83"/>
              <a:gd name="T5" fmla="*/ 76 h 79"/>
              <a:gd name="T6" fmla="*/ 0 w 83"/>
              <a:gd name="T7" fmla="*/ 9 h 79"/>
              <a:gd name="T8" fmla="*/ 9 w 83"/>
              <a:gd name="T9" fmla="*/ 0 h 79"/>
              <a:gd name="T10" fmla="*/ 76 w 83"/>
              <a:gd name="T11" fmla="*/ 3 h 79"/>
              <a:gd name="T12" fmla="*/ 79 w 83"/>
              <a:gd name="T13" fmla="*/ 21 h 79"/>
              <a:gd name="T14" fmla="*/ 72 w 83"/>
              <a:gd name="T15" fmla="*/ 9 h 79"/>
              <a:gd name="T16" fmla="*/ 70 w 83"/>
              <a:gd name="T17" fmla="*/ 7 h 79"/>
              <a:gd name="T18" fmla="*/ 8 w 83"/>
              <a:gd name="T19" fmla="*/ 8 h 79"/>
              <a:gd name="T20" fmla="*/ 7 w 83"/>
              <a:gd name="T21" fmla="*/ 70 h 79"/>
              <a:gd name="T22" fmla="*/ 9 w 83"/>
              <a:gd name="T23" fmla="*/ 72 h 79"/>
              <a:gd name="T24" fmla="*/ 71 w 83"/>
              <a:gd name="T25" fmla="*/ 71 h 79"/>
              <a:gd name="T26" fmla="*/ 72 w 83"/>
              <a:gd name="T27" fmla="*/ 58 h 79"/>
              <a:gd name="T28" fmla="*/ 79 w 83"/>
              <a:gd name="T29" fmla="*/ 70 h 79"/>
              <a:gd name="T30" fmla="*/ 70 w 83"/>
              <a:gd name="T31" fmla="*/ 79 h 79"/>
              <a:gd name="T32" fmla="*/ 46 w 83"/>
              <a:gd name="T33" fmla="*/ 60 h 79"/>
              <a:gd name="T34" fmla="*/ 37 w 83"/>
              <a:gd name="T35" fmla="*/ 52 h 79"/>
              <a:gd name="T36" fmla="*/ 40 w 83"/>
              <a:gd name="T37" fmla="*/ 21 h 79"/>
              <a:gd name="T38" fmla="*/ 75 w 83"/>
              <a:gd name="T39" fmla="*/ 19 h 79"/>
              <a:gd name="T40" fmla="*/ 83 w 83"/>
              <a:gd name="T41" fmla="*/ 27 h 79"/>
              <a:gd name="T42" fmla="*/ 81 w 83"/>
              <a:gd name="T43" fmla="*/ 58 h 79"/>
              <a:gd name="T44" fmla="*/ 46 w 83"/>
              <a:gd name="T45" fmla="*/ 60 h 79"/>
              <a:gd name="T46" fmla="*/ 76 w 83"/>
              <a:gd name="T47" fmla="*/ 53 h 79"/>
              <a:gd name="T48" fmla="*/ 76 w 83"/>
              <a:gd name="T49" fmla="*/ 27 h 79"/>
              <a:gd name="T50" fmla="*/ 75 w 83"/>
              <a:gd name="T51" fmla="*/ 26 h 79"/>
              <a:gd name="T52" fmla="*/ 45 w 83"/>
              <a:gd name="T53" fmla="*/ 26 h 79"/>
              <a:gd name="T54" fmla="*/ 44 w 83"/>
              <a:gd name="T55" fmla="*/ 52 h 79"/>
              <a:gd name="T56" fmla="*/ 46 w 83"/>
              <a:gd name="T57" fmla="*/ 53 h 79"/>
              <a:gd name="T58" fmla="*/ 58 w 83"/>
              <a:gd name="T59" fmla="*/ 46 h 79"/>
              <a:gd name="T60" fmla="*/ 65 w 83"/>
              <a:gd name="T61" fmla="*/ 39 h 79"/>
              <a:gd name="T62" fmla="*/ 58 w 83"/>
              <a:gd name="T63" fmla="*/ 33 h 79"/>
              <a:gd name="T64" fmla="*/ 51 w 83"/>
              <a:gd name="T65" fmla="*/ 39 h 79"/>
              <a:gd name="T66" fmla="*/ 58 w 83"/>
              <a:gd name="T67" fmla="*/ 46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83" h="79">
                <a:moveTo>
                  <a:pt x="7" y="67"/>
                </a:moveTo>
                <a:cubicBezTo>
                  <a:pt x="7" y="72"/>
                  <a:pt x="7" y="72"/>
                  <a:pt x="7" y="72"/>
                </a:cubicBezTo>
                <a:cubicBezTo>
                  <a:pt x="7" y="7"/>
                  <a:pt x="7" y="7"/>
                  <a:pt x="7" y="7"/>
                </a:cubicBezTo>
                <a:lnTo>
                  <a:pt x="7" y="67"/>
                </a:lnTo>
                <a:close/>
                <a:moveTo>
                  <a:pt x="9" y="79"/>
                </a:moveTo>
                <a:cubicBezTo>
                  <a:pt x="6" y="79"/>
                  <a:pt x="5" y="78"/>
                  <a:pt x="3" y="76"/>
                </a:cubicBezTo>
                <a:cubicBezTo>
                  <a:pt x="1" y="74"/>
                  <a:pt x="0" y="73"/>
                  <a:pt x="0" y="70"/>
                </a:cubicBezTo>
                <a:cubicBezTo>
                  <a:pt x="0" y="9"/>
                  <a:pt x="0" y="9"/>
                  <a:pt x="0" y="9"/>
                </a:cubicBezTo>
                <a:cubicBezTo>
                  <a:pt x="0" y="6"/>
                  <a:pt x="1" y="4"/>
                  <a:pt x="3" y="3"/>
                </a:cubicBezTo>
                <a:cubicBezTo>
                  <a:pt x="5" y="1"/>
                  <a:pt x="6" y="0"/>
                  <a:pt x="9" y="0"/>
                </a:cubicBezTo>
                <a:cubicBezTo>
                  <a:pt x="70" y="0"/>
                  <a:pt x="70" y="0"/>
                  <a:pt x="70" y="0"/>
                </a:cubicBezTo>
                <a:cubicBezTo>
                  <a:pt x="73" y="0"/>
                  <a:pt x="75" y="1"/>
                  <a:pt x="76" y="3"/>
                </a:cubicBezTo>
                <a:cubicBezTo>
                  <a:pt x="78" y="4"/>
                  <a:pt x="79" y="6"/>
                  <a:pt x="79" y="9"/>
                </a:cubicBezTo>
                <a:cubicBezTo>
                  <a:pt x="79" y="21"/>
                  <a:pt x="79" y="21"/>
                  <a:pt x="79" y="21"/>
                </a:cubicBezTo>
                <a:cubicBezTo>
                  <a:pt x="72" y="21"/>
                  <a:pt x="72" y="21"/>
                  <a:pt x="72" y="21"/>
                </a:cubicBezTo>
                <a:cubicBezTo>
                  <a:pt x="72" y="9"/>
                  <a:pt x="72" y="9"/>
                  <a:pt x="72" y="9"/>
                </a:cubicBezTo>
                <a:cubicBezTo>
                  <a:pt x="72" y="8"/>
                  <a:pt x="72" y="8"/>
                  <a:pt x="71" y="8"/>
                </a:cubicBezTo>
                <a:cubicBezTo>
                  <a:pt x="71" y="7"/>
                  <a:pt x="71" y="7"/>
                  <a:pt x="70" y="7"/>
                </a:cubicBezTo>
                <a:cubicBezTo>
                  <a:pt x="9" y="7"/>
                  <a:pt x="9" y="7"/>
                  <a:pt x="9" y="7"/>
                </a:cubicBezTo>
                <a:cubicBezTo>
                  <a:pt x="8" y="7"/>
                  <a:pt x="8" y="7"/>
                  <a:pt x="8" y="8"/>
                </a:cubicBezTo>
                <a:cubicBezTo>
                  <a:pt x="7" y="8"/>
                  <a:pt x="7" y="8"/>
                  <a:pt x="7" y="9"/>
                </a:cubicBezTo>
                <a:cubicBezTo>
                  <a:pt x="7" y="70"/>
                  <a:pt x="7" y="70"/>
                  <a:pt x="7" y="70"/>
                </a:cubicBezTo>
                <a:cubicBezTo>
                  <a:pt x="7" y="71"/>
                  <a:pt x="7" y="71"/>
                  <a:pt x="8" y="71"/>
                </a:cubicBezTo>
                <a:cubicBezTo>
                  <a:pt x="8" y="72"/>
                  <a:pt x="8" y="72"/>
                  <a:pt x="9" y="72"/>
                </a:cubicBezTo>
                <a:cubicBezTo>
                  <a:pt x="70" y="72"/>
                  <a:pt x="70" y="72"/>
                  <a:pt x="70" y="72"/>
                </a:cubicBezTo>
                <a:cubicBezTo>
                  <a:pt x="71" y="72"/>
                  <a:pt x="71" y="72"/>
                  <a:pt x="71" y="71"/>
                </a:cubicBezTo>
                <a:cubicBezTo>
                  <a:pt x="72" y="71"/>
                  <a:pt x="72" y="71"/>
                  <a:pt x="72" y="70"/>
                </a:cubicBezTo>
                <a:cubicBezTo>
                  <a:pt x="72" y="58"/>
                  <a:pt x="72" y="58"/>
                  <a:pt x="72" y="58"/>
                </a:cubicBezTo>
                <a:cubicBezTo>
                  <a:pt x="79" y="58"/>
                  <a:pt x="79" y="58"/>
                  <a:pt x="79" y="58"/>
                </a:cubicBezTo>
                <a:cubicBezTo>
                  <a:pt x="79" y="70"/>
                  <a:pt x="79" y="70"/>
                  <a:pt x="79" y="70"/>
                </a:cubicBezTo>
                <a:cubicBezTo>
                  <a:pt x="79" y="73"/>
                  <a:pt x="78" y="74"/>
                  <a:pt x="76" y="76"/>
                </a:cubicBezTo>
                <a:cubicBezTo>
                  <a:pt x="75" y="78"/>
                  <a:pt x="73" y="79"/>
                  <a:pt x="70" y="79"/>
                </a:cubicBezTo>
                <a:lnTo>
                  <a:pt x="9" y="79"/>
                </a:lnTo>
                <a:close/>
                <a:moveTo>
                  <a:pt x="46" y="60"/>
                </a:moveTo>
                <a:cubicBezTo>
                  <a:pt x="43" y="60"/>
                  <a:pt x="41" y="59"/>
                  <a:pt x="40" y="58"/>
                </a:cubicBezTo>
                <a:cubicBezTo>
                  <a:pt x="38" y="56"/>
                  <a:pt x="37" y="54"/>
                  <a:pt x="37" y="52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5"/>
                  <a:pt x="38" y="23"/>
                  <a:pt x="40" y="21"/>
                </a:cubicBezTo>
                <a:cubicBezTo>
                  <a:pt x="41" y="20"/>
                  <a:pt x="43" y="19"/>
                  <a:pt x="46" y="19"/>
                </a:cubicBezTo>
                <a:cubicBezTo>
                  <a:pt x="75" y="19"/>
                  <a:pt x="75" y="19"/>
                  <a:pt x="75" y="19"/>
                </a:cubicBezTo>
                <a:cubicBezTo>
                  <a:pt x="77" y="19"/>
                  <a:pt x="79" y="20"/>
                  <a:pt x="81" y="21"/>
                </a:cubicBezTo>
                <a:cubicBezTo>
                  <a:pt x="82" y="23"/>
                  <a:pt x="83" y="25"/>
                  <a:pt x="83" y="27"/>
                </a:cubicBezTo>
                <a:cubicBezTo>
                  <a:pt x="83" y="52"/>
                  <a:pt x="83" y="52"/>
                  <a:pt x="83" y="52"/>
                </a:cubicBezTo>
                <a:cubicBezTo>
                  <a:pt x="83" y="54"/>
                  <a:pt x="82" y="56"/>
                  <a:pt x="81" y="58"/>
                </a:cubicBezTo>
                <a:cubicBezTo>
                  <a:pt x="79" y="59"/>
                  <a:pt x="77" y="60"/>
                  <a:pt x="75" y="60"/>
                </a:cubicBezTo>
                <a:lnTo>
                  <a:pt x="46" y="60"/>
                </a:lnTo>
                <a:close/>
                <a:moveTo>
                  <a:pt x="75" y="53"/>
                </a:moveTo>
                <a:cubicBezTo>
                  <a:pt x="75" y="53"/>
                  <a:pt x="76" y="53"/>
                  <a:pt x="76" y="53"/>
                </a:cubicBezTo>
                <a:cubicBezTo>
                  <a:pt x="76" y="53"/>
                  <a:pt x="76" y="52"/>
                  <a:pt x="76" y="52"/>
                </a:cubicBezTo>
                <a:cubicBezTo>
                  <a:pt x="76" y="27"/>
                  <a:pt x="76" y="27"/>
                  <a:pt x="76" y="27"/>
                </a:cubicBezTo>
                <a:cubicBezTo>
                  <a:pt x="76" y="27"/>
                  <a:pt x="76" y="26"/>
                  <a:pt x="76" y="26"/>
                </a:cubicBezTo>
                <a:cubicBezTo>
                  <a:pt x="76" y="26"/>
                  <a:pt x="75" y="26"/>
                  <a:pt x="75" y="26"/>
                </a:cubicBezTo>
                <a:cubicBezTo>
                  <a:pt x="46" y="26"/>
                  <a:pt x="46" y="26"/>
                  <a:pt x="46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4" y="26"/>
                  <a:pt x="44" y="27"/>
                  <a:pt x="44" y="27"/>
                </a:cubicBezTo>
                <a:cubicBezTo>
                  <a:pt x="44" y="52"/>
                  <a:pt x="44" y="52"/>
                  <a:pt x="44" y="52"/>
                </a:cubicBezTo>
                <a:cubicBezTo>
                  <a:pt x="44" y="52"/>
                  <a:pt x="44" y="53"/>
                  <a:pt x="45" y="53"/>
                </a:cubicBezTo>
                <a:cubicBezTo>
                  <a:pt x="45" y="53"/>
                  <a:pt x="45" y="53"/>
                  <a:pt x="46" y="53"/>
                </a:cubicBezTo>
                <a:lnTo>
                  <a:pt x="75" y="53"/>
                </a:lnTo>
                <a:close/>
                <a:moveTo>
                  <a:pt x="58" y="46"/>
                </a:moveTo>
                <a:cubicBezTo>
                  <a:pt x="60" y="46"/>
                  <a:pt x="61" y="46"/>
                  <a:pt x="63" y="44"/>
                </a:cubicBezTo>
                <a:cubicBezTo>
                  <a:pt x="64" y="43"/>
                  <a:pt x="65" y="41"/>
                  <a:pt x="65" y="39"/>
                </a:cubicBezTo>
                <a:cubicBezTo>
                  <a:pt x="65" y="38"/>
                  <a:pt x="64" y="36"/>
                  <a:pt x="63" y="35"/>
                </a:cubicBezTo>
                <a:cubicBezTo>
                  <a:pt x="61" y="33"/>
                  <a:pt x="60" y="33"/>
                  <a:pt x="58" y="33"/>
                </a:cubicBezTo>
                <a:cubicBezTo>
                  <a:pt x="56" y="33"/>
                  <a:pt x="54" y="33"/>
                  <a:pt x="53" y="35"/>
                </a:cubicBezTo>
                <a:cubicBezTo>
                  <a:pt x="52" y="36"/>
                  <a:pt x="51" y="38"/>
                  <a:pt x="51" y="39"/>
                </a:cubicBezTo>
                <a:cubicBezTo>
                  <a:pt x="51" y="41"/>
                  <a:pt x="52" y="43"/>
                  <a:pt x="53" y="44"/>
                </a:cubicBezTo>
                <a:cubicBezTo>
                  <a:pt x="54" y="46"/>
                  <a:pt x="56" y="46"/>
                  <a:pt x="58" y="4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Freeform 5" descr="Dollar sign inside circle.">
            <a:extLst>
              <a:ext uri="{FF2B5EF4-FFF2-40B4-BE49-F238E27FC236}">
                <a16:creationId xmlns:a16="http://schemas.microsoft.com/office/drawing/2014/main" id="{15744B88-B652-92BA-02F6-2C2FBB3D1C06}"/>
              </a:ext>
            </a:extLst>
          </p:cNvPr>
          <p:cNvSpPr>
            <a:spLocks noEditPoints="1"/>
          </p:cNvSpPr>
          <p:nvPr>
            <p:custDataLst>
              <p:custData r:id="rId6"/>
            </p:custDataLst>
          </p:nvPr>
        </p:nvSpPr>
        <p:spPr bwMode="auto">
          <a:xfrm>
            <a:off x="8316837" y="355959"/>
            <a:ext cx="279453" cy="279453"/>
          </a:xfrm>
          <a:custGeom>
            <a:avLst/>
            <a:gdLst>
              <a:gd name="T0" fmla="*/ 40 w 87"/>
              <a:gd name="T1" fmla="*/ 75 h 87"/>
              <a:gd name="T2" fmla="*/ 46 w 87"/>
              <a:gd name="T3" fmla="*/ 75 h 87"/>
              <a:gd name="T4" fmla="*/ 46 w 87"/>
              <a:gd name="T5" fmla="*/ 69 h 87"/>
              <a:gd name="T6" fmla="*/ 56 w 87"/>
              <a:gd name="T7" fmla="*/ 65 h 87"/>
              <a:gd name="T8" fmla="*/ 60 w 87"/>
              <a:gd name="T9" fmla="*/ 55 h 87"/>
              <a:gd name="T10" fmla="*/ 58 w 87"/>
              <a:gd name="T11" fmla="*/ 46 h 87"/>
              <a:gd name="T12" fmla="*/ 47 w 87"/>
              <a:gd name="T13" fmla="*/ 40 h 87"/>
              <a:gd name="T14" fmla="*/ 37 w 87"/>
              <a:gd name="T15" fmla="*/ 35 h 87"/>
              <a:gd name="T16" fmla="*/ 35 w 87"/>
              <a:gd name="T17" fmla="*/ 30 h 87"/>
              <a:gd name="T18" fmla="*/ 37 w 87"/>
              <a:gd name="T19" fmla="*/ 25 h 87"/>
              <a:gd name="T20" fmla="*/ 44 w 87"/>
              <a:gd name="T21" fmla="*/ 23 h 87"/>
              <a:gd name="T22" fmla="*/ 49 w 87"/>
              <a:gd name="T23" fmla="*/ 25 h 87"/>
              <a:gd name="T24" fmla="*/ 53 w 87"/>
              <a:gd name="T25" fmla="*/ 29 h 87"/>
              <a:gd name="T26" fmla="*/ 59 w 87"/>
              <a:gd name="T27" fmla="*/ 27 h 87"/>
              <a:gd name="T28" fmla="*/ 54 w 87"/>
              <a:gd name="T29" fmla="*/ 20 h 87"/>
              <a:gd name="T30" fmla="*/ 47 w 87"/>
              <a:gd name="T31" fmla="*/ 17 h 87"/>
              <a:gd name="T32" fmla="*/ 47 w 87"/>
              <a:gd name="T33" fmla="*/ 12 h 87"/>
              <a:gd name="T34" fmla="*/ 40 w 87"/>
              <a:gd name="T35" fmla="*/ 12 h 87"/>
              <a:gd name="T36" fmla="*/ 40 w 87"/>
              <a:gd name="T37" fmla="*/ 17 h 87"/>
              <a:gd name="T38" fmla="*/ 31 w 87"/>
              <a:gd name="T39" fmla="*/ 22 h 87"/>
              <a:gd name="T40" fmla="*/ 28 w 87"/>
              <a:gd name="T41" fmla="*/ 30 h 87"/>
              <a:gd name="T42" fmla="*/ 31 w 87"/>
              <a:gd name="T43" fmla="*/ 39 h 87"/>
              <a:gd name="T44" fmla="*/ 42 w 87"/>
              <a:gd name="T45" fmla="*/ 44 h 87"/>
              <a:gd name="T46" fmla="*/ 52 w 87"/>
              <a:gd name="T47" fmla="*/ 49 h 87"/>
              <a:gd name="T48" fmla="*/ 54 w 87"/>
              <a:gd name="T49" fmla="*/ 55 h 87"/>
              <a:gd name="T50" fmla="*/ 51 w 87"/>
              <a:gd name="T51" fmla="*/ 61 h 87"/>
              <a:gd name="T52" fmla="*/ 44 w 87"/>
              <a:gd name="T53" fmla="*/ 63 h 87"/>
              <a:gd name="T54" fmla="*/ 37 w 87"/>
              <a:gd name="T55" fmla="*/ 61 h 87"/>
              <a:gd name="T56" fmla="*/ 32 w 87"/>
              <a:gd name="T57" fmla="*/ 54 h 87"/>
              <a:gd name="T58" fmla="*/ 27 w 87"/>
              <a:gd name="T59" fmla="*/ 56 h 87"/>
              <a:gd name="T60" fmla="*/ 32 w 87"/>
              <a:gd name="T61" fmla="*/ 65 h 87"/>
              <a:gd name="T62" fmla="*/ 40 w 87"/>
              <a:gd name="T63" fmla="*/ 69 h 87"/>
              <a:gd name="T64" fmla="*/ 40 w 87"/>
              <a:gd name="T65" fmla="*/ 75 h 87"/>
              <a:gd name="T66" fmla="*/ 43 w 87"/>
              <a:gd name="T67" fmla="*/ 87 h 87"/>
              <a:gd name="T68" fmla="*/ 26 w 87"/>
              <a:gd name="T69" fmla="*/ 83 h 87"/>
              <a:gd name="T70" fmla="*/ 13 w 87"/>
              <a:gd name="T71" fmla="*/ 74 h 87"/>
              <a:gd name="T72" fmla="*/ 3 w 87"/>
              <a:gd name="T73" fmla="*/ 60 h 87"/>
              <a:gd name="T74" fmla="*/ 0 w 87"/>
              <a:gd name="T75" fmla="*/ 43 h 87"/>
              <a:gd name="T76" fmla="*/ 3 w 87"/>
              <a:gd name="T77" fmla="*/ 26 h 87"/>
              <a:gd name="T78" fmla="*/ 13 w 87"/>
              <a:gd name="T79" fmla="*/ 12 h 87"/>
              <a:gd name="T80" fmla="*/ 26 w 87"/>
              <a:gd name="T81" fmla="*/ 3 h 87"/>
              <a:gd name="T82" fmla="*/ 43 w 87"/>
              <a:gd name="T83" fmla="*/ 0 h 87"/>
              <a:gd name="T84" fmla="*/ 60 w 87"/>
              <a:gd name="T85" fmla="*/ 3 h 87"/>
              <a:gd name="T86" fmla="*/ 74 w 87"/>
              <a:gd name="T87" fmla="*/ 12 h 87"/>
              <a:gd name="T88" fmla="*/ 84 w 87"/>
              <a:gd name="T89" fmla="*/ 26 h 87"/>
              <a:gd name="T90" fmla="*/ 87 w 87"/>
              <a:gd name="T91" fmla="*/ 43 h 87"/>
              <a:gd name="T92" fmla="*/ 84 w 87"/>
              <a:gd name="T93" fmla="*/ 60 h 87"/>
              <a:gd name="T94" fmla="*/ 74 w 87"/>
              <a:gd name="T95" fmla="*/ 74 h 87"/>
              <a:gd name="T96" fmla="*/ 60 w 87"/>
              <a:gd name="T97" fmla="*/ 83 h 87"/>
              <a:gd name="T98" fmla="*/ 43 w 87"/>
              <a:gd name="T99" fmla="*/ 87 h 87"/>
              <a:gd name="T100" fmla="*/ 43 w 87"/>
              <a:gd name="T101" fmla="*/ 80 h 87"/>
              <a:gd name="T102" fmla="*/ 70 w 87"/>
              <a:gd name="T103" fmla="*/ 69 h 87"/>
              <a:gd name="T104" fmla="*/ 80 w 87"/>
              <a:gd name="T105" fmla="*/ 43 h 87"/>
              <a:gd name="T106" fmla="*/ 70 w 87"/>
              <a:gd name="T107" fmla="*/ 17 h 87"/>
              <a:gd name="T108" fmla="*/ 43 w 87"/>
              <a:gd name="T109" fmla="*/ 6 h 87"/>
              <a:gd name="T110" fmla="*/ 17 w 87"/>
              <a:gd name="T111" fmla="*/ 17 h 87"/>
              <a:gd name="T112" fmla="*/ 7 w 87"/>
              <a:gd name="T113" fmla="*/ 43 h 87"/>
              <a:gd name="T114" fmla="*/ 17 w 87"/>
              <a:gd name="T115" fmla="*/ 69 h 87"/>
              <a:gd name="T116" fmla="*/ 43 w 87"/>
              <a:gd name="T117" fmla="*/ 80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7" h="87">
                <a:moveTo>
                  <a:pt x="40" y="75"/>
                </a:moveTo>
                <a:cubicBezTo>
                  <a:pt x="46" y="75"/>
                  <a:pt x="46" y="75"/>
                  <a:pt x="46" y="75"/>
                </a:cubicBezTo>
                <a:cubicBezTo>
                  <a:pt x="46" y="69"/>
                  <a:pt x="46" y="69"/>
                  <a:pt x="46" y="69"/>
                </a:cubicBezTo>
                <a:cubicBezTo>
                  <a:pt x="50" y="68"/>
                  <a:pt x="53" y="67"/>
                  <a:pt x="56" y="65"/>
                </a:cubicBezTo>
                <a:cubicBezTo>
                  <a:pt x="59" y="63"/>
                  <a:pt x="60" y="59"/>
                  <a:pt x="60" y="55"/>
                </a:cubicBezTo>
                <a:cubicBezTo>
                  <a:pt x="60" y="52"/>
                  <a:pt x="60" y="49"/>
                  <a:pt x="58" y="46"/>
                </a:cubicBezTo>
                <a:cubicBezTo>
                  <a:pt x="56" y="44"/>
                  <a:pt x="52" y="42"/>
                  <a:pt x="47" y="40"/>
                </a:cubicBezTo>
                <a:cubicBezTo>
                  <a:pt x="42" y="38"/>
                  <a:pt x="38" y="37"/>
                  <a:pt x="37" y="35"/>
                </a:cubicBezTo>
                <a:cubicBezTo>
                  <a:pt x="35" y="34"/>
                  <a:pt x="35" y="32"/>
                  <a:pt x="35" y="30"/>
                </a:cubicBezTo>
                <a:cubicBezTo>
                  <a:pt x="35" y="28"/>
                  <a:pt x="35" y="26"/>
                  <a:pt x="37" y="25"/>
                </a:cubicBezTo>
                <a:cubicBezTo>
                  <a:pt x="39" y="24"/>
                  <a:pt x="41" y="23"/>
                  <a:pt x="44" y="23"/>
                </a:cubicBezTo>
                <a:cubicBezTo>
                  <a:pt x="46" y="23"/>
                  <a:pt x="48" y="24"/>
                  <a:pt x="49" y="25"/>
                </a:cubicBezTo>
                <a:cubicBezTo>
                  <a:pt x="51" y="26"/>
                  <a:pt x="52" y="27"/>
                  <a:pt x="53" y="29"/>
                </a:cubicBezTo>
                <a:cubicBezTo>
                  <a:pt x="59" y="27"/>
                  <a:pt x="59" y="27"/>
                  <a:pt x="59" y="27"/>
                </a:cubicBezTo>
                <a:cubicBezTo>
                  <a:pt x="58" y="24"/>
                  <a:pt x="56" y="22"/>
                  <a:pt x="54" y="20"/>
                </a:cubicBezTo>
                <a:cubicBezTo>
                  <a:pt x="52" y="19"/>
                  <a:pt x="49" y="18"/>
                  <a:pt x="47" y="17"/>
                </a:cubicBezTo>
                <a:cubicBezTo>
                  <a:pt x="47" y="12"/>
                  <a:pt x="47" y="12"/>
                  <a:pt x="47" y="12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7"/>
                  <a:pt x="40" y="17"/>
                  <a:pt x="40" y="17"/>
                </a:cubicBezTo>
                <a:cubicBezTo>
                  <a:pt x="36" y="18"/>
                  <a:pt x="33" y="20"/>
                  <a:pt x="31" y="22"/>
                </a:cubicBezTo>
                <a:cubicBezTo>
                  <a:pt x="29" y="25"/>
                  <a:pt x="28" y="27"/>
                  <a:pt x="28" y="30"/>
                </a:cubicBezTo>
                <a:cubicBezTo>
                  <a:pt x="28" y="34"/>
                  <a:pt x="29" y="37"/>
                  <a:pt x="31" y="39"/>
                </a:cubicBezTo>
                <a:cubicBezTo>
                  <a:pt x="33" y="41"/>
                  <a:pt x="37" y="43"/>
                  <a:pt x="42" y="44"/>
                </a:cubicBezTo>
                <a:cubicBezTo>
                  <a:pt x="46" y="46"/>
                  <a:pt x="50" y="48"/>
                  <a:pt x="52" y="49"/>
                </a:cubicBezTo>
                <a:cubicBezTo>
                  <a:pt x="53" y="51"/>
                  <a:pt x="54" y="53"/>
                  <a:pt x="54" y="55"/>
                </a:cubicBezTo>
                <a:cubicBezTo>
                  <a:pt x="54" y="58"/>
                  <a:pt x="53" y="60"/>
                  <a:pt x="51" y="61"/>
                </a:cubicBezTo>
                <a:cubicBezTo>
                  <a:pt x="49" y="63"/>
                  <a:pt x="47" y="63"/>
                  <a:pt x="44" y="63"/>
                </a:cubicBezTo>
                <a:cubicBezTo>
                  <a:pt x="42" y="63"/>
                  <a:pt x="39" y="62"/>
                  <a:pt x="37" y="61"/>
                </a:cubicBezTo>
                <a:cubicBezTo>
                  <a:pt x="35" y="59"/>
                  <a:pt x="34" y="57"/>
                  <a:pt x="32" y="54"/>
                </a:cubicBezTo>
                <a:cubicBezTo>
                  <a:pt x="27" y="56"/>
                  <a:pt x="27" y="56"/>
                  <a:pt x="27" y="56"/>
                </a:cubicBezTo>
                <a:cubicBezTo>
                  <a:pt x="28" y="60"/>
                  <a:pt x="30" y="63"/>
                  <a:pt x="32" y="65"/>
                </a:cubicBezTo>
                <a:cubicBezTo>
                  <a:pt x="34" y="67"/>
                  <a:pt x="37" y="68"/>
                  <a:pt x="40" y="69"/>
                </a:cubicBezTo>
                <a:lnTo>
                  <a:pt x="40" y="75"/>
                </a:lnTo>
                <a:close/>
                <a:moveTo>
                  <a:pt x="43" y="87"/>
                </a:moveTo>
                <a:cubicBezTo>
                  <a:pt x="37" y="87"/>
                  <a:pt x="32" y="86"/>
                  <a:pt x="26" y="83"/>
                </a:cubicBezTo>
                <a:cubicBezTo>
                  <a:pt x="21" y="81"/>
                  <a:pt x="16" y="78"/>
                  <a:pt x="13" y="74"/>
                </a:cubicBezTo>
                <a:cubicBezTo>
                  <a:pt x="9" y="70"/>
                  <a:pt x="5" y="66"/>
                  <a:pt x="3" y="60"/>
                </a:cubicBezTo>
                <a:cubicBezTo>
                  <a:pt x="1" y="55"/>
                  <a:pt x="0" y="49"/>
                  <a:pt x="0" y="43"/>
                </a:cubicBezTo>
                <a:cubicBezTo>
                  <a:pt x="0" y="37"/>
                  <a:pt x="1" y="31"/>
                  <a:pt x="3" y="26"/>
                </a:cubicBezTo>
                <a:cubicBezTo>
                  <a:pt x="5" y="21"/>
                  <a:pt x="9" y="16"/>
                  <a:pt x="13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2" y="1"/>
                  <a:pt x="37" y="0"/>
                  <a:pt x="43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5"/>
                  <a:pt x="70" y="8"/>
                  <a:pt x="74" y="12"/>
                </a:cubicBezTo>
                <a:cubicBezTo>
                  <a:pt x="78" y="16"/>
                  <a:pt x="81" y="21"/>
                  <a:pt x="84" y="26"/>
                </a:cubicBezTo>
                <a:cubicBezTo>
                  <a:pt x="86" y="31"/>
                  <a:pt x="87" y="37"/>
                  <a:pt x="87" y="43"/>
                </a:cubicBezTo>
                <a:cubicBezTo>
                  <a:pt x="87" y="49"/>
                  <a:pt x="86" y="55"/>
                  <a:pt x="84" y="60"/>
                </a:cubicBezTo>
                <a:cubicBezTo>
                  <a:pt x="81" y="66"/>
                  <a:pt x="78" y="70"/>
                  <a:pt x="74" y="74"/>
                </a:cubicBezTo>
                <a:cubicBezTo>
                  <a:pt x="70" y="78"/>
                  <a:pt x="66" y="81"/>
                  <a:pt x="60" y="83"/>
                </a:cubicBezTo>
                <a:cubicBezTo>
                  <a:pt x="55" y="86"/>
                  <a:pt x="49" y="87"/>
                  <a:pt x="43" y="87"/>
                </a:cubicBezTo>
                <a:close/>
                <a:moveTo>
                  <a:pt x="43" y="80"/>
                </a:moveTo>
                <a:cubicBezTo>
                  <a:pt x="54" y="80"/>
                  <a:pt x="62" y="76"/>
                  <a:pt x="70" y="69"/>
                </a:cubicBezTo>
                <a:cubicBezTo>
                  <a:pt x="77" y="62"/>
                  <a:pt x="80" y="53"/>
                  <a:pt x="80" y="43"/>
                </a:cubicBezTo>
                <a:cubicBezTo>
                  <a:pt x="80" y="33"/>
                  <a:pt x="77" y="24"/>
                  <a:pt x="70" y="17"/>
                </a:cubicBezTo>
                <a:cubicBezTo>
                  <a:pt x="62" y="10"/>
                  <a:pt x="54" y="6"/>
                  <a:pt x="43" y="6"/>
                </a:cubicBezTo>
                <a:cubicBezTo>
                  <a:pt x="33" y="6"/>
                  <a:pt x="24" y="10"/>
                  <a:pt x="17" y="17"/>
                </a:cubicBezTo>
                <a:cubicBezTo>
                  <a:pt x="10" y="24"/>
                  <a:pt x="7" y="33"/>
                  <a:pt x="7" y="43"/>
                </a:cubicBezTo>
                <a:cubicBezTo>
                  <a:pt x="7" y="53"/>
                  <a:pt x="10" y="62"/>
                  <a:pt x="17" y="69"/>
                </a:cubicBezTo>
                <a:cubicBezTo>
                  <a:pt x="24" y="76"/>
                  <a:pt x="33" y="80"/>
                  <a:pt x="43" y="8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CC13C61F-BBA1-6A60-9E6D-DD4CEFB970A3}"/>
              </a:ext>
            </a:extLst>
          </p:cNvPr>
          <p:cNvSpPr/>
          <p:nvPr/>
        </p:nvSpPr>
        <p:spPr>
          <a:xfrm rot="10800000">
            <a:off x="6602715" y="105043"/>
            <a:ext cx="178298" cy="774748"/>
          </a:xfrm>
          <a:prstGeom prst="leftBrace">
            <a:avLst>
              <a:gd name="adj1" fmla="val 82411"/>
              <a:gd name="adj2" fmla="val 51229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93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14E9F0-CBBA-5E1D-2525-70127E3F9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4C22C0C-1BC6-C71B-6424-10AFD4337B4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44" imgH="544" progId="TCLayout.ActiveDocument.1">
                  <p:embed/>
                </p:oleObj>
              </mc:Choice>
              <mc:Fallback>
                <p:oleObj name="think-cell Slide" r:id="rId8" imgW="544" imgH="54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4C22C0C-1BC6-C71B-6424-10AFD4337B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D332DD8B-E4E2-88C8-F94F-978715E1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 sz="2800" dirty="0">
                <a:solidFill>
                  <a:schemeClr val="accent1"/>
                </a:solidFill>
              </a:rPr>
              <a:t>Property Feedback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4C46D4-08AB-2295-C381-AC41D23FB5B1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153575"/>
          <a:ext cx="11278800" cy="4979524"/>
        </p:xfrm>
        <a:graphic>
          <a:graphicData uri="http://schemas.openxmlformats.org/drawingml/2006/table">
            <a:tbl>
              <a:tblPr firstRow="1" bandRow="1"/>
              <a:tblGrid>
                <a:gridCol w="877824">
                  <a:extLst>
                    <a:ext uri="{9D8B030D-6E8A-4147-A177-3AD203B41FA5}">
                      <a16:colId xmlns:a16="http://schemas.microsoft.com/office/drawing/2014/main" val="313552155"/>
                    </a:ext>
                  </a:extLst>
                </a:gridCol>
                <a:gridCol w="2828414">
                  <a:extLst>
                    <a:ext uri="{9D8B030D-6E8A-4147-A177-3AD203B41FA5}">
                      <a16:colId xmlns:a16="http://schemas.microsoft.com/office/drawing/2014/main" val="1736609079"/>
                    </a:ext>
                  </a:extLst>
                </a:gridCol>
                <a:gridCol w="3441129">
                  <a:extLst>
                    <a:ext uri="{9D8B030D-6E8A-4147-A177-3AD203B41FA5}">
                      <a16:colId xmlns:a16="http://schemas.microsoft.com/office/drawing/2014/main" val="3806462200"/>
                    </a:ext>
                  </a:extLst>
                </a:gridCol>
                <a:gridCol w="2376011">
                  <a:extLst>
                    <a:ext uri="{9D8B030D-6E8A-4147-A177-3AD203B41FA5}">
                      <a16:colId xmlns:a16="http://schemas.microsoft.com/office/drawing/2014/main" val="2830869388"/>
                    </a:ext>
                  </a:extLst>
                </a:gridCol>
                <a:gridCol w="877711">
                  <a:extLst>
                    <a:ext uri="{9D8B030D-6E8A-4147-A177-3AD203B41FA5}">
                      <a16:colId xmlns:a16="http://schemas.microsoft.com/office/drawing/2014/main" val="92604154"/>
                    </a:ext>
                  </a:extLst>
                </a:gridCol>
                <a:gridCol w="877711">
                  <a:extLst>
                    <a:ext uri="{9D8B030D-6E8A-4147-A177-3AD203B41FA5}">
                      <a16:colId xmlns:a16="http://schemas.microsoft.com/office/drawing/2014/main" val="4206447827"/>
                    </a:ext>
                  </a:extLst>
                </a:gridCol>
              </a:tblGrid>
              <a:tr h="375910"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T="54864" marB="5486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2"/>
                          </a:solidFill>
                          <a:latin typeface="+mj-lt"/>
                        </a:rPr>
                        <a:t>What’s working well</a:t>
                      </a:r>
                    </a:p>
                  </a:txBody>
                  <a:tcPr marT="54864" marB="5486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2"/>
                          </a:solidFill>
                          <a:latin typeface="+mj-lt"/>
                        </a:rPr>
                        <a:t>What’s not</a:t>
                      </a:r>
                    </a:p>
                  </a:txBody>
                  <a:tcPr marT="54864" marB="5486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2"/>
                          </a:solidFill>
                          <a:latin typeface="+mj-lt"/>
                        </a:rPr>
                        <a:t>Growth Opportunities</a:t>
                      </a:r>
                    </a:p>
                  </a:txBody>
                  <a:tcPr marT="54864" marB="54864" anchor="ctr"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GB" sz="16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 marT="54864" marB="54864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600575"/>
                  </a:ext>
                </a:extLst>
              </a:tr>
              <a:tr h="1174076">
                <a:tc rowSpan="2">
                  <a:txBody>
                    <a:bodyPr/>
                    <a:lstStyle/>
                    <a:p>
                      <a:r>
                        <a:rPr lang="en-GB" sz="1200" b="1" dirty="0">
                          <a:latin typeface="+mj-lt"/>
                        </a:rPr>
                        <a:t>Country / Region(1)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Relationship &amp; Communication: …………………………………………</a:t>
                      </a:r>
                      <a:r>
                        <a:rPr lang="en-GB" sz="1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GB" sz="10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Germany is a Top Performer: ……………………………………………………………………………………………………</a:t>
                      </a:r>
                      <a:r>
                        <a:rPr lang="en-GB" sz="1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en-GB" sz="100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>
                    <a:noFill/>
                  </a:tcPr>
                </a:tc>
                <a:tc rowSpan="2"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0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>
                    <a:noFill/>
                  </a:tcPr>
                </a:tc>
                <a:tc rowSpan="2"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00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$</a:t>
                      </a:r>
                      <a:r>
                        <a:rPr lang="en-GB" sz="1200" b="1" dirty="0" err="1">
                          <a:solidFill>
                            <a:schemeClr val="bg1"/>
                          </a:solidFill>
                        </a:rPr>
                        <a:t>xxx.xM</a:t>
                      </a:r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en-GB" sz="12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(+</a:t>
                      </a:r>
                      <a:r>
                        <a:rPr lang="en-GB" sz="1050" b="1" dirty="0" err="1">
                          <a:solidFill>
                            <a:srgbClr val="6ABF30"/>
                          </a:solidFill>
                        </a:rPr>
                        <a:t>x.x</a:t>
                      </a: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%</a:t>
                      </a:r>
                      <a:r>
                        <a:rPr lang="en-US" sz="1050" dirty="0">
                          <a:solidFill>
                            <a:srgbClr val="6ABF30"/>
                          </a:solidFill>
                        </a:rPr>
                        <a:t>▲</a:t>
                      </a: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)</a:t>
                      </a:r>
                    </a:p>
                    <a:p>
                      <a:pPr algn="ctr"/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Marsh GWP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$</a:t>
                      </a:r>
                      <a:r>
                        <a:rPr lang="en-GB" sz="1200" b="1" dirty="0" err="1">
                          <a:solidFill>
                            <a:schemeClr val="bg1"/>
                          </a:solidFill>
                        </a:rPr>
                        <a:t>xx.xM</a:t>
                      </a:r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en-GB" sz="12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GB" sz="1050" b="1" dirty="0">
                          <a:solidFill>
                            <a:srgbClr val="C53532"/>
                          </a:solidFill>
                        </a:rPr>
                        <a:t>(-</a:t>
                      </a:r>
                      <a:r>
                        <a:rPr lang="en-GB" sz="1050" b="1" dirty="0" err="1">
                          <a:solidFill>
                            <a:srgbClr val="C53532"/>
                          </a:solidFill>
                        </a:rPr>
                        <a:t>x.x</a:t>
                      </a:r>
                      <a:r>
                        <a:rPr lang="en-GB" sz="1050" b="1" dirty="0">
                          <a:solidFill>
                            <a:srgbClr val="C53532"/>
                          </a:solidFill>
                        </a:rPr>
                        <a:t>▼)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Carrier GWP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673930"/>
                  </a:ext>
                </a:extLst>
              </a:tr>
              <a:tr h="11740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GB" sz="800" u="none" strike="noStrike" dirty="0"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 vMerge="1"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800" b="0" i="0" dirty="0"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T="91440" marB="91440"/>
                </a:tc>
                <a:tc vMerge="1"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800" u="none" strike="noStrike" dirty="0"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x </a:t>
                      </a:r>
                      <a:br>
                        <a:rPr lang="en-GB" sz="12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GB" sz="1050" b="1" dirty="0">
                          <a:solidFill>
                            <a:srgbClr val="FFBF00"/>
                          </a:solidFill>
                        </a:rPr>
                        <a:t>(</a:t>
                      </a:r>
                      <a:r>
                        <a:rPr lang="en-US" sz="1050" b="1" dirty="0">
                          <a:solidFill>
                            <a:srgbClr val="FFBF00"/>
                          </a:solidFill>
                        </a:rPr>
                        <a:t>=0</a:t>
                      </a:r>
                      <a:r>
                        <a:rPr lang="en-US" sz="1050" dirty="0">
                          <a:solidFill>
                            <a:srgbClr val="FFBF00"/>
                          </a:solidFill>
                        </a:rPr>
                        <a:t>►</a:t>
                      </a:r>
                      <a:r>
                        <a:rPr lang="en-GB" sz="1050" b="1" dirty="0">
                          <a:solidFill>
                            <a:srgbClr val="FFBF00"/>
                          </a:solidFill>
                        </a:rPr>
                        <a:t>) </a:t>
                      </a:r>
                    </a:p>
                    <a:p>
                      <a:pPr algn="ctr"/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Carrier Rank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err="1">
                          <a:solidFill>
                            <a:schemeClr val="bg1"/>
                          </a:solidFill>
                        </a:rPr>
                        <a:t>x.x</a:t>
                      </a:r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%</a:t>
                      </a:r>
                      <a:r>
                        <a:rPr lang="en-GB" sz="1050" b="1" dirty="0">
                          <a:solidFill>
                            <a:srgbClr val="C53532"/>
                          </a:solidFill>
                        </a:rPr>
                        <a:t> </a:t>
                      </a: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(</a:t>
                      </a:r>
                      <a:r>
                        <a:rPr lang="en-US" sz="1050" dirty="0">
                          <a:solidFill>
                            <a:srgbClr val="6ABF30"/>
                          </a:solidFill>
                        </a:rPr>
                        <a:t>+</a:t>
                      </a:r>
                      <a:r>
                        <a:rPr lang="en-US" sz="1050" dirty="0" err="1">
                          <a:solidFill>
                            <a:srgbClr val="6ABF30"/>
                          </a:solidFill>
                        </a:rPr>
                        <a:t>x.x</a:t>
                      </a:r>
                      <a:r>
                        <a:rPr lang="en-US" sz="1050" dirty="0">
                          <a:solidFill>
                            <a:srgbClr val="6ABF30"/>
                          </a:solidFill>
                        </a:rPr>
                        <a:t>%▲</a:t>
                      </a: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)</a:t>
                      </a:r>
                      <a:endParaRPr lang="en-GB" sz="1050" b="1" dirty="0">
                        <a:solidFill>
                          <a:srgbClr val="C53532"/>
                        </a:solidFill>
                      </a:endParaRPr>
                    </a:p>
                    <a:p>
                      <a:pPr algn="ctr"/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Carrier SoW</a:t>
                      </a:r>
                      <a:endParaRPr lang="en-GB" sz="9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09918"/>
                  </a:ext>
                </a:extLst>
              </a:tr>
              <a:tr h="1127731">
                <a:tc rowSpan="2">
                  <a:txBody>
                    <a:bodyPr/>
                    <a:lstStyle/>
                    <a:p>
                      <a:r>
                        <a:rPr lang="en-GB" sz="1200" b="1" dirty="0">
                          <a:latin typeface="+mj-lt"/>
                        </a:rPr>
                        <a:t>Country / Region (2)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0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0">
                    <a:noFill/>
                  </a:tcPr>
                </a:tc>
                <a:tc rowSpan="2"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0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0"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1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$</a:t>
                      </a:r>
                      <a:r>
                        <a:rPr lang="en-GB" sz="1200" b="1" dirty="0" err="1">
                          <a:solidFill>
                            <a:schemeClr val="bg1"/>
                          </a:solidFill>
                        </a:rPr>
                        <a:t>xxx.xM</a:t>
                      </a:r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en-GB" sz="12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(</a:t>
                      </a:r>
                      <a:r>
                        <a:rPr lang="en-US" sz="1050" dirty="0">
                          <a:solidFill>
                            <a:srgbClr val="6ABF30"/>
                          </a:solidFill>
                        </a:rPr>
                        <a:t>+</a:t>
                      </a:r>
                      <a:r>
                        <a:rPr lang="en-US" sz="1050" dirty="0" err="1">
                          <a:solidFill>
                            <a:srgbClr val="6ABF30"/>
                          </a:solidFill>
                        </a:rPr>
                        <a:t>x.x</a:t>
                      </a:r>
                      <a:r>
                        <a:rPr lang="en-US" sz="1050" dirty="0">
                          <a:solidFill>
                            <a:srgbClr val="6ABF30"/>
                          </a:solidFill>
                        </a:rPr>
                        <a:t>%▲</a:t>
                      </a: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) </a:t>
                      </a:r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Marsh GWP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$</a:t>
                      </a:r>
                      <a:r>
                        <a:rPr lang="en-GB" sz="1200" b="1" dirty="0" err="1">
                          <a:solidFill>
                            <a:schemeClr val="bg1"/>
                          </a:solidFill>
                        </a:rPr>
                        <a:t>xx.xM</a:t>
                      </a:r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en-GB" sz="12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GB" sz="1050" b="1" dirty="0">
                          <a:solidFill>
                            <a:srgbClr val="C53532"/>
                          </a:solidFill>
                        </a:rPr>
                        <a:t>(-</a:t>
                      </a:r>
                      <a:r>
                        <a:rPr lang="en-GB" sz="1050" b="1" dirty="0" err="1">
                          <a:solidFill>
                            <a:srgbClr val="C53532"/>
                          </a:solidFill>
                        </a:rPr>
                        <a:t>x.x</a:t>
                      </a:r>
                      <a:r>
                        <a:rPr lang="en-GB" sz="1050" b="1" dirty="0">
                          <a:solidFill>
                            <a:srgbClr val="C53532"/>
                          </a:solidFill>
                        </a:rPr>
                        <a:t>▼)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Carrier GWP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629844"/>
                  </a:ext>
                </a:extLst>
              </a:tr>
              <a:tr h="11277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T="91440" marB="0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T="91440" marB="0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T="9144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x </a:t>
                      </a:r>
                      <a:br>
                        <a:rPr lang="en-GB" sz="12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(</a:t>
                      </a:r>
                      <a:r>
                        <a:rPr lang="en-US" sz="1050" dirty="0">
                          <a:solidFill>
                            <a:srgbClr val="6ABF30"/>
                          </a:solidFill>
                        </a:rPr>
                        <a:t>+x▲</a:t>
                      </a:r>
                      <a:r>
                        <a:rPr lang="en-GB" sz="1050" b="1" dirty="0">
                          <a:solidFill>
                            <a:srgbClr val="6ABF30"/>
                          </a:solidFill>
                        </a:rPr>
                        <a:t>) </a:t>
                      </a:r>
                    </a:p>
                    <a:p>
                      <a:pPr algn="ctr"/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Carrier Rank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err="1">
                          <a:solidFill>
                            <a:schemeClr val="bg1"/>
                          </a:solidFill>
                        </a:rPr>
                        <a:t>x.x</a:t>
                      </a:r>
                      <a:r>
                        <a:rPr lang="en-GB" sz="1200" b="1" dirty="0">
                          <a:solidFill>
                            <a:schemeClr val="bg1"/>
                          </a:solidFill>
                        </a:rPr>
                        <a:t>%</a:t>
                      </a:r>
                      <a:r>
                        <a:rPr lang="en-GB" sz="1050" b="1" dirty="0">
                          <a:solidFill>
                            <a:srgbClr val="C53532"/>
                          </a:solidFill>
                        </a:rPr>
                        <a:t> </a:t>
                      </a:r>
                      <a:br>
                        <a:rPr lang="en-GB" sz="1050" b="1" dirty="0">
                          <a:solidFill>
                            <a:srgbClr val="C53532"/>
                          </a:solidFill>
                        </a:rPr>
                      </a:br>
                      <a:r>
                        <a:rPr lang="en-GB" sz="1050" b="1" dirty="0">
                          <a:solidFill>
                            <a:srgbClr val="C53532"/>
                          </a:solidFill>
                        </a:rPr>
                        <a:t>(-</a:t>
                      </a:r>
                      <a:r>
                        <a:rPr lang="en-GB" sz="1050" b="1" dirty="0" err="1">
                          <a:solidFill>
                            <a:srgbClr val="C53532"/>
                          </a:solidFill>
                        </a:rPr>
                        <a:t>x.x</a:t>
                      </a:r>
                      <a:r>
                        <a:rPr lang="en-GB" sz="1050" b="1" dirty="0">
                          <a:solidFill>
                            <a:srgbClr val="C53532"/>
                          </a:solidFill>
                        </a:rPr>
                        <a:t>▼)</a:t>
                      </a:r>
                    </a:p>
                    <a:p>
                      <a:pPr algn="ctr"/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Carrier SoW</a:t>
                      </a:r>
                      <a:endParaRPr lang="en-GB" sz="9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738640"/>
                  </a:ext>
                </a:extLst>
              </a:tr>
            </a:tbl>
          </a:graphicData>
        </a:graphic>
      </p:graphicFrame>
      <p:sp>
        <p:nvSpPr>
          <p:cNvPr id="28" name="Arrow: Pentagon 27">
            <a:extLst>
              <a:ext uri="{FF2B5EF4-FFF2-40B4-BE49-F238E27FC236}">
                <a16:creationId xmlns:a16="http://schemas.microsoft.com/office/drawing/2014/main" id="{EA4030FF-379A-01A5-A4F5-8D56BF25519E}"/>
              </a:ext>
            </a:extLst>
          </p:cNvPr>
          <p:cNvSpPr/>
          <p:nvPr/>
        </p:nvSpPr>
        <p:spPr>
          <a:xfrm rot="10800000">
            <a:off x="5679829" y="45402"/>
            <a:ext cx="1125517" cy="907910"/>
          </a:xfrm>
          <a:prstGeom prst="homePlate">
            <a:avLst>
              <a:gd name="adj" fmla="val 32814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Freeform 5" descr="Boat cutting through waves.">
            <a:extLst>
              <a:ext uri="{FF2B5EF4-FFF2-40B4-BE49-F238E27FC236}">
                <a16:creationId xmlns:a16="http://schemas.microsoft.com/office/drawing/2014/main" id="{22E76BB4-BB87-CDD1-D252-CDBB6A94B156}"/>
              </a:ext>
            </a:extLst>
          </p:cNvPr>
          <p:cNvSpPr>
            <a:spLocks noEditPoints="1"/>
          </p:cNvSpPr>
          <p:nvPr>
            <p:custDataLst>
              <p:custData r:id="rId2"/>
            </p:custDataLst>
          </p:nvPr>
        </p:nvSpPr>
        <p:spPr bwMode="auto">
          <a:xfrm>
            <a:off x="5942330" y="198890"/>
            <a:ext cx="549564" cy="539773"/>
          </a:xfrm>
          <a:custGeom>
            <a:avLst/>
            <a:gdLst>
              <a:gd name="T0" fmla="*/ 1 w 81"/>
              <a:gd name="T1" fmla="*/ 88 h 88"/>
              <a:gd name="T2" fmla="*/ 4 w 81"/>
              <a:gd name="T3" fmla="*/ 81 h 88"/>
              <a:gd name="T4" fmla="*/ 24 w 81"/>
              <a:gd name="T5" fmla="*/ 76 h 88"/>
              <a:gd name="T6" fmla="*/ 40 w 81"/>
              <a:gd name="T7" fmla="*/ 81 h 88"/>
              <a:gd name="T8" fmla="*/ 57 w 81"/>
              <a:gd name="T9" fmla="*/ 76 h 88"/>
              <a:gd name="T10" fmla="*/ 77 w 81"/>
              <a:gd name="T11" fmla="*/ 81 h 88"/>
              <a:gd name="T12" fmla="*/ 80 w 81"/>
              <a:gd name="T13" fmla="*/ 88 h 88"/>
              <a:gd name="T14" fmla="*/ 67 w 81"/>
              <a:gd name="T15" fmla="*/ 87 h 88"/>
              <a:gd name="T16" fmla="*/ 49 w 81"/>
              <a:gd name="T17" fmla="*/ 87 h 88"/>
              <a:gd name="T18" fmla="*/ 32 w 81"/>
              <a:gd name="T19" fmla="*/ 87 h 88"/>
              <a:gd name="T20" fmla="*/ 14 w 81"/>
              <a:gd name="T21" fmla="*/ 87 h 88"/>
              <a:gd name="T22" fmla="*/ 40 w 81"/>
              <a:gd name="T23" fmla="*/ 71 h 88"/>
              <a:gd name="T24" fmla="*/ 23 w 81"/>
              <a:gd name="T25" fmla="*/ 61 h 88"/>
              <a:gd name="T26" fmla="*/ 9 w 81"/>
              <a:gd name="T27" fmla="*/ 70 h 88"/>
              <a:gd name="T28" fmla="*/ 1 w 81"/>
              <a:gd name="T29" fmla="*/ 39 h 88"/>
              <a:gd name="T30" fmla="*/ 9 w 81"/>
              <a:gd name="T31" fmla="*/ 35 h 88"/>
              <a:gd name="T32" fmla="*/ 12 w 81"/>
              <a:gd name="T33" fmla="*/ 12 h 88"/>
              <a:gd name="T34" fmla="*/ 30 w 81"/>
              <a:gd name="T35" fmla="*/ 10 h 88"/>
              <a:gd name="T36" fmla="*/ 50 w 81"/>
              <a:gd name="T37" fmla="*/ 0 h 88"/>
              <a:gd name="T38" fmla="*/ 63 w 81"/>
              <a:gd name="T39" fmla="*/ 10 h 88"/>
              <a:gd name="T40" fmla="*/ 71 w 81"/>
              <a:gd name="T41" fmla="*/ 18 h 88"/>
              <a:gd name="T42" fmla="*/ 78 w 81"/>
              <a:gd name="T43" fmla="*/ 37 h 88"/>
              <a:gd name="T44" fmla="*/ 80 w 81"/>
              <a:gd name="T45" fmla="*/ 42 h 88"/>
              <a:gd name="T46" fmla="*/ 65 w 81"/>
              <a:gd name="T47" fmla="*/ 67 h 88"/>
              <a:gd name="T48" fmla="*/ 51 w 81"/>
              <a:gd name="T49" fmla="*/ 67 h 88"/>
              <a:gd name="T50" fmla="*/ 41 w 81"/>
              <a:gd name="T51" fmla="*/ 64 h 88"/>
              <a:gd name="T52" fmla="*/ 53 w 81"/>
              <a:gd name="T53" fmla="*/ 56 h 88"/>
              <a:gd name="T54" fmla="*/ 61 w 81"/>
              <a:gd name="T55" fmla="*/ 55 h 88"/>
              <a:gd name="T56" fmla="*/ 68 w 81"/>
              <a:gd name="T57" fmla="*/ 61 h 88"/>
              <a:gd name="T58" fmla="*/ 40 w 81"/>
              <a:gd name="T59" fmla="*/ 34 h 88"/>
              <a:gd name="T60" fmla="*/ 13 w 81"/>
              <a:gd name="T61" fmla="*/ 61 h 88"/>
              <a:gd name="T62" fmla="*/ 19 w 81"/>
              <a:gd name="T63" fmla="*/ 55 h 88"/>
              <a:gd name="T64" fmla="*/ 28 w 81"/>
              <a:gd name="T65" fmla="*/ 56 h 88"/>
              <a:gd name="T66" fmla="*/ 41 w 81"/>
              <a:gd name="T67" fmla="*/ 64 h 88"/>
              <a:gd name="T68" fmla="*/ 40 w 81"/>
              <a:gd name="T69" fmla="*/ 27 h 88"/>
              <a:gd name="T70" fmla="*/ 64 w 81"/>
              <a:gd name="T71" fmla="*/ 17 h 88"/>
              <a:gd name="T72" fmla="*/ 16 w 81"/>
              <a:gd name="T73" fmla="*/ 33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1" h="88">
                <a:moveTo>
                  <a:pt x="4" y="88"/>
                </a:moveTo>
                <a:cubicBezTo>
                  <a:pt x="1" y="88"/>
                  <a:pt x="1" y="88"/>
                  <a:pt x="1" y="88"/>
                </a:cubicBezTo>
                <a:cubicBezTo>
                  <a:pt x="1" y="81"/>
                  <a:pt x="1" y="81"/>
                  <a:pt x="1" y="81"/>
                </a:cubicBezTo>
                <a:cubicBezTo>
                  <a:pt x="4" y="81"/>
                  <a:pt x="4" y="81"/>
                  <a:pt x="4" y="81"/>
                </a:cubicBezTo>
                <a:cubicBezTo>
                  <a:pt x="7" y="81"/>
                  <a:pt x="11" y="81"/>
                  <a:pt x="14" y="80"/>
                </a:cubicBezTo>
                <a:cubicBezTo>
                  <a:pt x="17" y="79"/>
                  <a:pt x="20" y="78"/>
                  <a:pt x="24" y="76"/>
                </a:cubicBezTo>
                <a:cubicBezTo>
                  <a:pt x="27" y="77"/>
                  <a:pt x="29" y="79"/>
                  <a:pt x="32" y="79"/>
                </a:cubicBezTo>
                <a:cubicBezTo>
                  <a:pt x="34" y="80"/>
                  <a:pt x="37" y="81"/>
                  <a:pt x="40" y="81"/>
                </a:cubicBezTo>
                <a:cubicBezTo>
                  <a:pt x="44" y="81"/>
                  <a:pt x="47" y="80"/>
                  <a:pt x="49" y="79"/>
                </a:cubicBezTo>
                <a:cubicBezTo>
                  <a:pt x="51" y="79"/>
                  <a:pt x="54" y="77"/>
                  <a:pt x="57" y="76"/>
                </a:cubicBezTo>
                <a:cubicBezTo>
                  <a:pt x="60" y="78"/>
                  <a:pt x="64" y="79"/>
                  <a:pt x="67" y="80"/>
                </a:cubicBezTo>
                <a:cubicBezTo>
                  <a:pt x="70" y="81"/>
                  <a:pt x="74" y="81"/>
                  <a:pt x="77" y="81"/>
                </a:cubicBezTo>
                <a:cubicBezTo>
                  <a:pt x="80" y="81"/>
                  <a:pt x="80" y="81"/>
                  <a:pt x="80" y="81"/>
                </a:cubicBezTo>
                <a:cubicBezTo>
                  <a:pt x="80" y="88"/>
                  <a:pt x="80" y="88"/>
                  <a:pt x="80" y="88"/>
                </a:cubicBezTo>
                <a:cubicBezTo>
                  <a:pt x="77" y="88"/>
                  <a:pt x="77" y="88"/>
                  <a:pt x="77" y="88"/>
                </a:cubicBezTo>
                <a:cubicBezTo>
                  <a:pt x="74" y="88"/>
                  <a:pt x="70" y="88"/>
                  <a:pt x="67" y="87"/>
                </a:cubicBezTo>
                <a:cubicBezTo>
                  <a:pt x="63" y="86"/>
                  <a:pt x="60" y="85"/>
                  <a:pt x="57" y="84"/>
                </a:cubicBezTo>
                <a:cubicBezTo>
                  <a:pt x="54" y="85"/>
                  <a:pt x="51" y="86"/>
                  <a:pt x="49" y="87"/>
                </a:cubicBezTo>
                <a:cubicBezTo>
                  <a:pt x="46" y="87"/>
                  <a:pt x="43" y="88"/>
                  <a:pt x="40" y="88"/>
                </a:cubicBezTo>
                <a:cubicBezTo>
                  <a:pt x="38" y="88"/>
                  <a:pt x="35" y="87"/>
                  <a:pt x="32" y="87"/>
                </a:cubicBezTo>
                <a:cubicBezTo>
                  <a:pt x="29" y="86"/>
                  <a:pt x="27" y="85"/>
                  <a:pt x="24" y="84"/>
                </a:cubicBezTo>
                <a:cubicBezTo>
                  <a:pt x="21" y="85"/>
                  <a:pt x="17" y="86"/>
                  <a:pt x="14" y="87"/>
                </a:cubicBezTo>
                <a:cubicBezTo>
                  <a:pt x="11" y="88"/>
                  <a:pt x="7" y="88"/>
                  <a:pt x="4" y="88"/>
                </a:cubicBezTo>
                <a:close/>
                <a:moveTo>
                  <a:pt x="40" y="71"/>
                </a:moveTo>
                <a:cubicBezTo>
                  <a:pt x="36" y="71"/>
                  <a:pt x="33" y="70"/>
                  <a:pt x="30" y="67"/>
                </a:cubicBezTo>
                <a:cubicBezTo>
                  <a:pt x="27" y="65"/>
                  <a:pt x="25" y="62"/>
                  <a:pt x="23" y="61"/>
                </a:cubicBezTo>
                <a:cubicBezTo>
                  <a:pt x="21" y="63"/>
                  <a:pt x="18" y="65"/>
                  <a:pt x="16" y="67"/>
                </a:cubicBezTo>
                <a:cubicBezTo>
                  <a:pt x="14" y="68"/>
                  <a:pt x="11" y="69"/>
                  <a:pt x="9" y="70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1"/>
                  <a:pt x="0" y="40"/>
                  <a:pt x="1" y="39"/>
                </a:cubicBezTo>
                <a:cubicBezTo>
                  <a:pt x="1" y="38"/>
                  <a:pt x="2" y="38"/>
                  <a:pt x="3" y="37"/>
                </a:cubicBezTo>
                <a:cubicBezTo>
                  <a:pt x="9" y="35"/>
                  <a:pt x="9" y="35"/>
                  <a:pt x="9" y="35"/>
                </a:cubicBezTo>
                <a:cubicBezTo>
                  <a:pt x="9" y="18"/>
                  <a:pt x="9" y="18"/>
                  <a:pt x="9" y="18"/>
                </a:cubicBezTo>
                <a:cubicBezTo>
                  <a:pt x="9" y="16"/>
                  <a:pt x="10" y="14"/>
                  <a:pt x="12" y="12"/>
                </a:cubicBezTo>
                <a:cubicBezTo>
                  <a:pt x="13" y="10"/>
                  <a:pt x="15" y="10"/>
                  <a:pt x="18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0"/>
                  <a:pt x="30" y="0"/>
                  <a:pt x="30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0" y="10"/>
                  <a:pt x="50" y="10"/>
                  <a:pt x="50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5" y="10"/>
                  <a:pt x="67" y="10"/>
                  <a:pt x="69" y="12"/>
                </a:cubicBezTo>
                <a:cubicBezTo>
                  <a:pt x="71" y="14"/>
                  <a:pt x="71" y="16"/>
                  <a:pt x="71" y="18"/>
                </a:cubicBezTo>
                <a:cubicBezTo>
                  <a:pt x="71" y="35"/>
                  <a:pt x="71" y="35"/>
                  <a:pt x="71" y="35"/>
                </a:cubicBezTo>
                <a:cubicBezTo>
                  <a:pt x="78" y="37"/>
                  <a:pt x="78" y="37"/>
                  <a:pt x="78" y="37"/>
                </a:cubicBezTo>
                <a:cubicBezTo>
                  <a:pt x="79" y="38"/>
                  <a:pt x="80" y="38"/>
                  <a:pt x="80" y="39"/>
                </a:cubicBezTo>
                <a:cubicBezTo>
                  <a:pt x="81" y="40"/>
                  <a:pt x="81" y="41"/>
                  <a:pt x="80" y="42"/>
                </a:cubicBezTo>
                <a:cubicBezTo>
                  <a:pt x="72" y="70"/>
                  <a:pt x="72" y="70"/>
                  <a:pt x="72" y="70"/>
                </a:cubicBezTo>
                <a:cubicBezTo>
                  <a:pt x="69" y="69"/>
                  <a:pt x="67" y="68"/>
                  <a:pt x="65" y="67"/>
                </a:cubicBezTo>
                <a:cubicBezTo>
                  <a:pt x="62" y="65"/>
                  <a:pt x="60" y="63"/>
                  <a:pt x="58" y="61"/>
                </a:cubicBezTo>
                <a:cubicBezTo>
                  <a:pt x="56" y="62"/>
                  <a:pt x="54" y="65"/>
                  <a:pt x="51" y="67"/>
                </a:cubicBezTo>
                <a:cubicBezTo>
                  <a:pt x="48" y="70"/>
                  <a:pt x="44" y="71"/>
                  <a:pt x="40" y="71"/>
                </a:cubicBezTo>
                <a:close/>
                <a:moveTo>
                  <a:pt x="41" y="64"/>
                </a:moveTo>
                <a:cubicBezTo>
                  <a:pt x="43" y="64"/>
                  <a:pt x="46" y="63"/>
                  <a:pt x="48" y="61"/>
                </a:cubicBezTo>
                <a:cubicBezTo>
                  <a:pt x="50" y="59"/>
                  <a:pt x="51" y="58"/>
                  <a:pt x="53" y="56"/>
                </a:cubicBezTo>
                <a:cubicBezTo>
                  <a:pt x="57" y="51"/>
                  <a:pt x="57" y="51"/>
                  <a:pt x="57" y="51"/>
                </a:cubicBezTo>
                <a:cubicBezTo>
                  <a:pt x="61" y="55"/>
                  <a:pt x="61" y="55"/>
                  <a:pt x="61" y="55"/>
                </a:cubicBezTo>
                <a:cubicBezTo>
                  <a:pt x="62" y="56"/>
                  <a:pt x="63" y="57"/>
                  <a:pt x="64" y="58"/>
                </a:cubicBezTo>
                <a:cubicBezTo>
                  <a:pt x="66" y="59"/>
                  <a:pt x="67" y="60"/>
                  <a:pt x="68" y="61"/>
                </a:cubicBezTo>
                <a:cubicBezTo>
                  <a:pt x="73" y="43"/>
                  <a:pt x="73" y="43"/>
                  <a:pt x="73" y="43"/>
                </a:cubicBezTo>
                <a:cubicBezTo>
                  <a:pt x="40" y="34"/>
                  <a:pt x="40" y="34"/>
                  <a:pt x="40" y="34"/>
                </a:cubicBezTo>
                <a:cubicBezTo>
                  <a:pt x="8" y="43"/>
                  <a:pt x="8" y="43"/>
                  <a:pt x="8" y="43"/>
                </a:cubicBezTo>
                <a:cubicBezTo>
                  <a:pt x="13" y="61"/>
                  <a:pt x="13" y="61"/>
                  <a:pt x="13" y="61"/>
                </a:cubicBezTo>
                <a:cubicBezTo>
                  <a:pt x="14" y="60"/>
                  <a:pt x="15" y="59"/>
                  <a:pt x="16" y="58"/>
                </a:cubicBezTo>
                <a:cubicBezTo>
                  <a:pt x="17" y="57"/>
                  <a:pt x="18" y="56"/>
                  <a:pt x="19" y="55"/>
                </a:cubicBezTo>
                <a:cubicBezTo>
                  <a:pt x="23" y="51"/>
                  <a:pt x="23" y="51"/>
                  <a:pt x="23" y="51"/>
                </a:cubicBezTo>
                <a:cubicBezTo>
                  <a:pt x="28" y="56"/>
                  <a:pt x="28" y="56"/>
                  <a:pt x="28" y="56"/>
                </a:cubicBezTo>
                <a:cubicBezTo>
                  <a:pt x="29" y="58"/>
                  <a:pt x="31" y="60"/>
                  <a:pt x="33" y="61"/>
                </a:cubicBezTo>
                <a:cubicBezTo>
                  <a:pt x="35" y="63"/>
                  <a:pt x="38" y="64"/>
                  <a:pt x="41" y="64"/>
                </a:cubicBezTo>
                <a:close/>
                <a:moveTo>
                  <a:pt x="16" y="33"/>
                </a:moveTo>
                <a:cubicBezTo>
                  <a:pt x="40" y="27"/>
                  <a:pt x="40" y="27"/>
                  <a:pt x="40" y="27"/>
                </a:cubicBezTo>
                <a:cubicBezTo>
                  <a:pt x="64" y="33"/>
                  <a:pt x="64" y="33"/>
                  <a:pt x="64" y="33"/>
                </a:cubicBezTo>
                <a:cubicBezTo>
                  <a:pt x="64" y="17"/>
                  <a:pt x="64" y="17"/>
                  <a:pt x="64" y="17"/>
                </a:cubicBezTo>
                <a:cubicBezTo>
                  <a:pt x="16" y="17"/>
                  <a:pt x="16" y="17"/>
                  <a:pt x="16" y="17"/>
                </a:cubicBezTo>
                <a:lnTo>
                  <a:pt x="16" y="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34636885-84D1-B02D-13CB-6E5FEE3383AC}"/>
              </a:ext>
            </a:extLst>
          </p:cNvPr>
          <p:cNvGraphicFramePr>
            <a:graphicFrameLocks noGrp="1"/>
          </p:cNvGraphicFramePr>
          <p:nvPr/>
        </p:nvGraphicFramePr>
        <p:xfrm>
          <a:off x="6805140" y="45403"/>
          <a:ext cx="4929659" cy="907910"/>
        </p:xfrm>
        <a:graphic>
          <a:graphicData uri="http://schemas.openxmlformats.org/drawingml/2006/table">
            <a:tbl>
              <a:tblPr/>
              <a:tblGrid>
                <a:gridCol w="1320228">
                  <a:extLst>
                    <a:ext uri="{9D8B030D-6E8A-4147-A177-3AD203B41FA5}">
                      <a16:colId xmlns:a16="http://schemas.microsoft.com/office/drawing/2014/main" val="4071784656"/>
                    </a:ext>
                  </a:extLst>
                </a:gridCol>
                <a:gridCol w="1320228">
                  <a:extLst>
                    <a:ext uri="{9D8B030D-6E8A-4147-A177-3AD203B41FA5}">
                      <a16:colId xmlns:a16="http://schemas.microsoft.com/office/drawing/2014/main" val="3418068590"/>
                    </a:ext>
                  </a:extLst>
                </a:gridCol>
                <a:gridCol w="1150658">
                  <a:extLst>
                    <a:ext uri="{9D8B030D-6E8A-4147-A177-3AD203B41FA5}">
                      <a16:colId xmlns:a16="http://schemas.microsoft.com/office/drawing/2014/main" val="332107643"/>
                    </a:ext>
                  </a:extLst>
                </a:gridCol>
                <a:gridCol w="1138545">
                  <a:extLst>
                    <a:ext uri="{9D8B030D-6E8A-4147-A177-3AD203B41FA5}">
                      <a16:colId xmlns:a16="http://schemas.microsoft.com/office/drawing/2014/main" val="1038415784"/>
                    </a:ext>
                  </a:extLst>
                </a:gridCol>
              </a:tblGrid>
              <a:tr h="2015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Marsh GWP 2025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Carrier GWP 2025</a:t>
                      </a:r>
                      <a:endParaRPr lang="en-US" sz="1000" b="1" i="0" u="none" strike="noStrike" dirty="0"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SoW% 2025</a:t>
                      </a:r>
                      <a:endParaRPr lang="en-US" sz="1000" b="1" i="0" u="none" strike="noStrike" dirty="0"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2025 Rank</a:t>
                      </a:r>
                      <a:endParaRPr lang="en-US" sz="1000" b="1" i="0" u="none" strike="noStrike" dirty="0"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066157"/>
                  </a:ext>
                </a:extLst>
              </a:tr>
              <a:tr h="471686"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 err="1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x.xB</a:t>
                      </a:r>
                      <a:endParaRPr lang="en-US" sz="1800" b="1" i="0" u="none" strike="noStrike" dirty="0"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marR="182880" marT="91440" marB="91440">
                    <a:lnL w="12700" cmpd="sng">
                      <a:noFill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 err="1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xxxM</a:t>
                      </a:r>
                      <a:endParaRPr lang="en-US" sz="1800" b="1" i="0" u="none" strike="noStrike" dirty="0"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marR="18288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 err="1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x.x</a:t>
                      </a:r>
                      <a:r>
                        <a:rPr lang="en-US" sz="18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R="18288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548640" marR="18288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280021"/>
                  </a:ext>
                </a:extLst>
              </a:tr>
              <a:tr h="234639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100" b="1" i="0" u="none" strike="noStrike" dirty="0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(-</a:t>
                      </a:r>
                      <a:r>
                        <a:rPr lang="en-US" sz="1100" b="1" i="0" u="none" strike="noStrike" dirty="0" err="1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x.x</a:t>
                      </a:r>
                      <a:r>
                        <a:rPr lang="en-US" sz="1100" b="1" i="0" u="none" strike="noStrike" dirty="0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%</a:t>
                      </a:r>
                      <a:r>
                        <a:rPr lang="en-US" sz="1100" b="0" i="0" u="none" strike="noStrike" dirty="0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▼</a:t>
                      </a:r>
                      <a:r>
                        <a:rPr lang="en-US" sz="1100" b="1" i="0" u="none" strike="noStrike" dirty="0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27432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 (+</a:t>
                      </a:r>
                      <a:r>
                        <a:rPr lang="en-US" sz="1100" b="1" i="0" u="none" strike="noStrike" dirty="0" err="1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x.x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%▲)</a:t>
                      </a:r>
                    </a:p>
                  </a:txBody>
                  <a:tcPr marL="274320" marT="0" marB="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 (+</a:t>
                      </a:r>
                      <a:r>
                        <a:rPr lang="en-US" sz="1100" b="1" i="0" u="none" strike="noStrike" dirty="0" err="1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x.x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%▲)</a:t>
                      </a:r>
                    </a:p>
                  </a:txBody>
                  <a:tcPr marT="0" marB="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 (+x▲)</a:t>
                      </a:r>
                    </a:p>
                  </a:txBody>
                  <a:tcPr marL="274320" marT="0" marB="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40785"/>
                  </a:ext>
                </a:extLst>
              </a:tr>
            </a:tbl>
          </a:graphicData>
        </a:graphic>
      </p:graphicFrame>
      <p:sp>
        <p:nvSpPr>
          <p:cNvPr id="32" name="Freeform 5" descr="Ribbon badge with star.">
            <a:extLst>
              <a:ext uri="{FF2B5EF4-FFF2-40B4-BE49-F238E27FC236}">
                <a16:creationId xmlns:a16="http://schemas.microsoft.com/office/drawing/2014/main" id="{244D5562-78D7-1698-AFE0-47D8EA946F28}"/>
              </a:ext>
            </a:extLst>
          </p:cNvPr>
          <p:cNvSpPr>
            <a:spLocks noEditPoints="1"/>
          </p:cNvSpPr>
          <p:nvPr>
            <p:custDataLst>
              <p:custData r:id="rId3"/>
            </p:custDataLst>
          </p:nvPr>
        </p:nvSpPr>
        <p:spPr bwMode="auto">
          <a:xfrm>
            <a:off x="10840436" y="338259"/>
            <a:ext cx="217074" cy="308316"/>
          </a:xfrm>
          <a:custGeom>
            <a:avLst/>
            <a:gdLst>
              <a:gd name="T0" fmla="*/ 26 w 74"/>
              <a:gd name="T1" fmla="*/ 53 h 96"/>
              <a:gd name="T2" fmla="*/ 37 w 74"/>
              <a:gd name="T3" fmla="*/ 45 h 96"/>
              <a:gd name="T4" fmla="*/ 48 w 74"/>
              <a:gd name="T5" fmla="*/ 53 h 96"/>
              <a:gd name="T6" fmla="*/ 44 w 74"/>
              <a:gd name="T7" fmla="*/ 40 h 96"/>
              <a:gd name="T8" fmla="*/ 54 w 74"/>
              <a:gd name="T9" fmla="*/ 32 h 96"/>
              <a:gd name="T10" fmla="*/ 41 w 74"/>
              <a:gd name="T11" fmla="*/ 32 h 96"/>
              <a:gd name="T12" fmla="*/ 37 w 74"/>
              <a:gd name="T13" fmla="*/ 19 h 96"/>
              <a:gd name="T14" fmla="*/ 33 w 74"/>
              <a:gd name="T15" fmla="*/ 32 h 96"/>
              <a:gd name="T16" fmla="*/ 20 w 74"/>
              <a:gd name="T17" fmla="*/ 32 h 96"/>
              <a:gd name="T18" fmla="*/ 30 w 74"/>
              <a:gd name="T19" fmla="*/ 40 h 96"/>
              <a:gd name="T20" fmla="*/ 26 w 74"/>
              <a:gd name="T21" fmla="*/ 53 h 96"/>
              <a:gd name="T22" fmla="*/ 74 w 74"/>
              <a:gd name="T23" fmla="*/ 36 h 96"/>
              <a:gd name="T24" fmla="*/ 37 w 74"/>
              <a:gd name="T25" fmla="*/ 0 h 96"/>
              <a:gd name="T26" fmla="*/ 0 w 74"/>
              <a:gd name="T27" fmla="*/ 36 h 96"/>
              <a:gd name="T28" fmla="*/ 9 w 74"/>
              <a:gd name="T29" fmla="*/ 61 h 96"/>
              <a:gd name="T30" fmla="*/ 9 w 74"/>
              <a:gd name="T31" fmla="*/ 96 h 96"/>
              <a:gd name="T32" fmla="*/ 37 w 74"/>
              <a:gd name="T33" fmla="*/ 87 h 96"/>
              <a:gd name="T34" fmla="*/ 65 w 74"/>
              <a:gd name="T35" fmla="*/ 96 h 96"/>
              <a:gd name="T36" fmla="*/ 65 w 74"/>
              <a:gd name="T37" fmla="*/ 61 h 96"/>
              <a:gd name="T38" fmla="*/ 74 w 74"/>
              <a:gd name="T39" fmla="*/ 36 h 96"/>
              <a:gd name="T40" fmla="*/ 37 w 74"/>
              <a:gd name="T41" fmla="*/ 9 h 96"/>
              <a:gd name="T42" fmla="*/ 65 w 74"/>
              <a:gd name="T43" fmla="*/ 36 h 96"/>
              <a:gd name="T44" fmla="*/ 37 w 74"/>
              <a:gd name="T45" fmla="*/ 64 h 96"/>
              <a:gd name="T46" fmla="*/ 9 w 74"/>
              <a:gd name="T47" fmla="*/ 36 h 96"/>
              <a:gd name="T48" fmla="*/ 37 w 74"/>
              <a:gd name="T49" fmla="*/ 9 h 96"/>
              <a:gd name="T50" fmla="*/ 37 w 74"/>
              <a:gd name="T51" fmla="*/ 78 h 96"/>
              <a:gd name="T52" fmla="*/ 19 w 74"/>
              <a:gd name="T53" fmla="*/ 83 h 96"/>
              <a:gd name="T54" fmla="*/ 19 w 74"/>
              <a:gd name="T55" fmla="*/ 68 h 96"/>
              <a:gd name="T56" fmla="*/ 37 w 74"/>
              <a:gd name="T57" fmla="*/ 73 h 96"/>
              <a:gd name="T58" fmla="*/ 55 w 74"/>
              <a:gd name="T59" fmla="*/ 68 h 96"/>
              <a:gd name="T60" fmla="*/ 55 w 74"/>
              <a:gd name="T61" fmla="*/ 83 h 96"/>
              <a:gd name="T62" fmla="*/ 37 w 74"/>
              <a:gd name="T63" fmla="*/ 78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74" h="96">
                <a:moveTo>
                  <a:pt x="26" y="53"/>
                </a:moveTo>
                <a:cubicBezTo>
                  <a:pt x="37" y="45"/>
                  <a:pt x="37" y="45"/>
                  <a:pt x="37" y="45"/>
                </a:cubicBezTo>
                <a:cubicBezTo>
                  <a:pt x="48" y="53"/>
                  <a:pt x="48" y="53"/>
                  <a:pt x="48" y="53"/>
                </a:cubicBezTo>
                <a:cubicBezTo>
                  <a:pt x="44" y="40"/>
                  <a:pt x="44" y="40"/>
                  <a:pt x="44" y="40"/>
                </a:cubicBezTo>
                <a:cubicBezTo>
                  <a:pt x="54" y="32"/>
                  <a:pt x="54" y="32"/>
                  <a:pt x="54" y="32"/>
                </a:cubicBezTo>
                <a:cubicBezTo>
                  <a:pt x="41" y="32"/>
                  <a:pt x="41" y="32"/>
                  <a:pt x="41" y="32"/>
                </a:cubicBezTo>
                <a:cubicBezTo>
                  <a:pt x="37" y="19"/>
                  <a:pt x="37" y="19"/>
                  <a:pt x="37" y="19"/>
                </a:cubicBezTo>
                <a:cubicBezTo>
                  <a:pt x="33" y="32"/>
                  <a:pt x="33" y="32"/>
                  <a:pt x="33" y="32"/>
                </a:cubicBezTo>
                <a:cubicBezTo>
                  <a:pt x="20" y="32"/>
                  <a:pt x="20" y="32"/>
                  <a:pt x="20" y="32"/>
                </a:cubicBezTo>
                <a:cubicBezTo>
                  <a:pt x="30" y="40"/>
                  <a:pt x="30" y="40"/>
                  <a:pt x="30" y="40"/>
                </a:cubicBezTo>
                <a:lnTo>
                  <a:pt x="26" y="53"/>
                </a:lnTo>
                <a:close/>
                <a:moveTo>
                  <a:pt x="74" y="36"/>
                </a:moveTo>
                <a:cubicBezTo>
                  <a:pt x="74" y="16"/>
                  <a:pt x="57" y="0"/>
                  <a:pt x="37" y="0"/>
                </a:cubicBezTo>
                <a:cubicBezTo>
                  <a:pt x="17" y="0"/>
                  <a:pt x="0" y="16"/>
                  <a:pt x="0" y="36"/>
                </a:cubicBezTo>
                <a:cubicBezTo>
                  <a:pt x="0" y="46"/>
                  <a:pt x="4" y="54"/>
                  <a:pt x="9" y="61"/>
                </a:cubicBezTo>
                <a:cubicBezTo>
                  <a:pt x="9" y="96"/>
                  <a:pt x="9" y="96"/>
                  <a:pt x="9" y="96"/>
                </a:cubicBezTo>
                <a:cubicBezTo>
                  <a:pt x="37" y="87"/>
                  <a:pt x="37" y="87"/>
                  <a:pt x="37" y="87"/>
                </a:cubicBezTo>
                <a:cubicBezTo>
                  <a:pt x="65" y="96"/>
                  <a:pt x="65" y="96"/>
                  <a:pt x="65" y="96"/>
                </a:cubicBezTo>
                <a:cubicBezTo>
                  <a:pt x="65" y="61"/>
                  <a:pt x="65" y="61"/>
                  <a:pt x="65" y="61"/>
                </a:cubicBezTo>
                <a:cubicBezTo>
                  <a:pt x="70" y="54"/>
                  <a:pt x="74" y="46"/>
                  <a:pt x="74" y="36"/>
                </a:cubicBezTo>
                <a:close/>
                <a:moveTo>
                  <a:pt x="37" y="9"/>
                </a:moveTo>
                <a:cubicBezTo>
                  <a:pt x="52" y="9"/>
                  <a:pt x="65" y="21"/>
                  <a:pt x="65" y="36"/>
                </a:cubicBezTo>
                <a:cubicBezTo>
                  <a:pt x="65" y="52"/>
                  <a:pt x="52" y="64"/>
                  <a:pt x="37" y="64"/>
                </a:cubicBezTo>
                <a:cubicBezTo>
                  <a:pt x="22" y="64"/>
                  <a:pt x="9" y="52"/>
                  <a:pt x="9" y="36"/>
                </a:cubicBezTo>
                <a:cubicBezTo>
                  <a:pt x="9" y="21"/>
                  <a:pt x="22" y="9"/>
                  <a:pt x="37" y="9"/>
                </a:cubicBezTo>
                <a:close/>
                <a:moveTo>
                  <a:pt x="37" y="78"/>
                </a:moveTo>
                <a:cubicBezTo>
                  <a:pt x="19" y="83"/>
                  <a:pt x="19" y="83"/>
                  <a:pt x="19" y="83"/>
                </a:cubicBezTo>
                <a:cubicBezTo>
                  <a:pt x="19" y="68"/>
                  <a:pt x="19" y="68"/>
                  <a:pt x="19" y="68"/>
                </a:cubicBezTo>
                <a:cubicBezTo>
                  <a:pt x="24" y="71"/>
                  <a:pt x="30" y="73"/>
                  <a:pt x="37" y="73"/>
                </a:cubicBezTo>
                <a:cubicBezTo>
                  <a:pt x="44" y="73"/>
                  <a:pt x="50" y="71"/>
                  <a:pt x="55" y="68"/>
                </a:cubicBezTo>
                <a:cubicBezTo>
                  <a:pt x="55" y="83"/>
                  <a:pt x="55" y="83"/>
                  <a:pt x="55" y="83"/>
                </a:cubicBezTo>
                <a:lnTo>
                  <a:pt x="37" y="7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Freeform 9" descr="Percent sign.">
            <a:extLst>
              <a:ext uri="{FF2B5EF4-FFF2-40B4-BE49-F238E27FC236}">
                <a16:creationId xmlns:a16="http://schemas.microsoft.com/office/drawing/2014/main" id="{A533F600-A697-87B5-6CA3-A5C6E773013E}"/>
              </a:ext>
            </a:extLst>
          </p:cNvPr>
          <p:cNvSpPr>
            <a:spLocks noEditPoints="1"/>
          </p:cNvSpPr>
          <p:nvPr>
            <p:custDataLst>
              <p:custData r:id="rId4"/>
            </p:custDataLst>
          </p:nvPr>
        </p:nvSpPr>
        <p:spPr bwMode="auto">
          <a:xfrm>
            <a:off x="9633835" y="402769"/>
            <a:ext cx="185414" cy="224350"/>
          </a:xfrm>
          <a:custGeom>
            <a:avLst/>
            <a:gdLst>
              <a:gd name="T0" fmla="*/ 15 w 69"/>
              <a:gd name="T1" fmla="*/ 29 h 69"/>
              <a:gd name="T2" fmla="*/ 4 w 69"/>
              <a:gd name="T3" fmla="*/ 25 h 69"/>
              <a:gd name="T4" fmla="*/ 0 w 69"/>
              <a:gd name="T5" fmla="*/ 14 h 69"/>
              <a:gd name="T6" fmla="*/ 4 w 69"/>
              <a:gd name="T7" fmla="*/ 4 h 69"/>
              <a:gd name="T8" fmla="*/ 15 w 69"/>
              <a:gd name="T9" fmla="*/ 0 h 69"/>
              <a:gd name="T10" fmla="*/ 25 w 69"/>
              <a:gd name="T11" fmla="*/ 4 h 69"/>
              <a:gd name="T12" fmla="*/ 29 w 69"/>
              <a:gd name="T13" fmla="*/ 14 h 69"/>
              <a:gd name="T14" fmla="*/ 25 w 69"/>
              <a:gd name="T15" fmla="*/ 25 h 69"/>
              <a:gd name="T16" fmla="*/ 15 w 69"/>
              <a:gd name="T17" fmla="*/ 29 h 69"/>
              <a:gd name="T18" fmla="*/ 15 w 69"/>
              <a:gd name="T19" fmla="*/ 22 h 69"/>
              <a:gd name="T20" fmla="*/ 20 w 69"/>
              <a:gd name="T21" fmla="*/ 20 h 69"/>
              <a:gd name="T22" fmla="*/ 22 w 69"/>
              <a:gd name="T23" fmla="*/ 14 h 69"/>
              <a:gd name="T24" fmla="*/ 20 w 69"/>
              <a:gd name="T25" fmla="*/ 9 h 69"/>
              <a:gd name="T26" fmla="*/ 15 w 69"/>
              <a:gd name="T27" fmla="*/ 7 h 69"/>
              <a:gd name="T28" fmla="*/ 9 w 69"/>
              <a:gd name="T29" fmla="*/ 9 h 69"/>
              <a:gd name="T30" fmla="*/ 7 w 69"/>
              <a:gd name="T31" fmla="*/ 14 h 69"/>
              <a:gd name="T32" fmla="*/ 9 w 69"/>
              <a:gd name="T33" fmla="*/ 20 h 69"/>
              <a:gd name="T34" fmla="*/ 15 w 69"/>
              <a:gd name="T35" fmla="*/ 22 h 69"/>
              <a:gd name="T36" fmla="*/ 54 w 69"/>
              <a:gd name="T37" fmla="*/ 69 h 69"/>
              <a:gd name="T38" fmla="*/ 44 w 69"/>
              <a:gd name="T39" fmla="*/ 64 h 69"/>
              <a:gd name="T40" fmla="*/ 40 w 69"/>
              <a:gd name="T41" fmla="*/ 54 h 69"/>
              <a:gd name="T42" fmla="*/ 44 w 69"/>
              <a:gd name="T43" fmla="*/ 44 h 69"/>
              <a:gd name="T44" fmla="*/ 54 w 69"/>
              <a:gd name="T45" fmla="*/ 40 h 69"/>
              <a:gd name="T46" fmla="*/ 65 w 69"/>
              <a:gd name="T47" fmla="*/ 44 h 69"/>
              <a:gd name="T48" fmla="*/ 69 w 69"/>
              <a:gd name="T49" fmla="*/ 54 h 69"/>
              <a:gd name="T50" fmla="*/ 65 w 69"/>
              <a:gd name="T51" fmla="*/ 64 h 69"/>
              <a:gd name="T52" fmla="*/ 54 w 69"/>
              <a:gd name="T53" fmla="*/ 69 h 69"/>
              <a:gd name="T54" fmla="*/ 54 w 69"/>
              <a:gd name="T55" fmla="*/ 62 h 69"/>
              <a:gd name="T56" fmla="*/ 60 w 69"/>
              <a:gd name="T57" fmla="*/ 60 h 69"/>
              <a:gd name="T58" fmla="*/ 62 w 69"/>
              <a:gd name="T59" fmla="*/ 54 h 69"/>
              <a:gd name="T60" fmla="*/ 60 w 69"/>
              <a:gd name="T61" fmla="*/ 49 h 69"/>
              <a:gd name="T62" fmla="*/ 54 w 69"/>
              <a:gd name="T63" fmla="*/ 47 h 69"/>
              <a:gd name="T64" fmla="*/ 49 w 69"/>
              <a:gd name="T65" fmla="*/ 49 h 69"/>
              <a:gd name="T66" fmla="*/ 47 w 69"/>
              <a:gd name="T67" fmla="*/ 54 h 69"/>
              <a:gd name="T68" fmla="*/ 49 w 69"/>
              <a:gd name="T69" fmla="*/ 60 h 69"/>
              <a:gd name="T70" fmla="*/ 54 w 69"/>
              <a:gd name="T71" fmla="*/ 62 h 69"/>
              <a:gd name="T72" fmla="*/ 5 w 69"/>
              <a:gd name="T73" fmla="*/ 68 h 69"/>
              <a:gd name="T74" fmla="*/ 0 w 69"/>
              <a:gd name="T75" fmla="*/ 63 h 69"/>
              <a:gd name="T76" fmla="*/ 64 w 69"/>
              <a:gd name="T77" fmla="*/ 0 h 69"/>
              <a:gd name="T78" fmla="*/ 69 w 69"/>
              <a:gd name="T79" fmla="*/ 5 h 69"/>
              <a:gd name="T80" fmla="*/ 5 w 69"/>
              <a:gd name="T81" fmla="*/ 68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9" h="69">
                <a:moveTo>
                  <a:pt x="15" y="29"/>
                </a:moveTo>
                <a:cubicBezTo>
                  <a:pt x="11" y="29"/>
                  <a:pt x="7" y="27"/>
                  <a:pt x="4" y="25"/>
                </a:cubicBezTo>
                <a:cubicBezTo>
                  <a:pt x="1" y="22"/>
                  <a:pt x="0" y="18"/>
                  <a:pt x="0" y="14"/>
                </a:cubicBezTo>
                <a:cubicBezTo>
                  <a:pt x="0" y="10"/>
                  <a:pt x="1" y="7"/>
                  <a:pt x="4" y="4"/>
                </a:cubicBezTo>
                <a:cubicBezTo>
                  <a:pt x="7" y="1"/>
                  <a:pt x="11" y="0"/>
                  <a:pt x="15" y="0"/>
                </a:cubicBezTo>
                <a:cubicBezTo>
                  <a:pt x="19" y="0"/>
                  <a:pt x="22" y="1"/>
                  <a:pt x="25" y="4"/>
                </a:cubicBezTo>
                <a:cubicBezTo>
                  <a:pt x="28" y="7"/>
                  <a:pt x="29" y="10"/>
                  <a:pt x="29" y="14"/>
                </a:cubicBezTo>
                <a:cubicBezTo>
                  <a:pt x="29" y="18"/>
                  <a:pt x="28" y="22"/>
                  <a:pt x="25" y="25"/>
                </a:cubicBezTo>
                <a:cubicBezTo>
                  <a:pt x="22" y="27"/>
                  <a:pt x="19" y="29"/>
                  <a:pt x="15" y="29"/>
                </a:cubicBezTo>
                <a:close/>
                <a:moveTo>
                  <a:pt x="15" y="22"/>
                </a:moveTo>
                <a:cubicBezTo>
                  <a:pt x="17" y="22"/>
                  <a:pt x="18" y="21"/>
                  <a:pt x="20" y="20"/>
                </a:cubicBezTo>
                <a:cubicBezTo>
                  <a:pt x="21" y="18"/>
                  <a:pt x="22" y="16"/>
                  <a:pt x="22" y="14"/>
                </a:cubicBezTo>
                <a:cubicBezTo>
                  <a:pt x="22" y="12"/>
                  <a:pt x="21" y="10"/>
                  <a:pt x="20" y="9"/>
                </a:cubicBezTo>
                <a:cubicBezTo>
                  <a:pt x="18" y="7"/>
                  <a:pt x="17" y="7"/>
                  <a:pt x="15" y="7"/>
                </a:cubicBezTo>
                <a:cubicBezTo>
                  <a:pt x="12" y="7"/>
                  <a:pt x="11" y="7"/>
                  <a:pt x="9" y="9"/>
                </a:cubicBezTo>
                <a:cubicBezTo>
                  <a:pt x="8" y="10"/>
                  <a:pt x="7" y="12"/>
                  <a:pt x="7" y="14"/>
                </a:cubicBezTo>
                <a:cubicBezTo>
                  <a:pt x="7" y="16"/>
                  <a:pt x="8" y="18"/>
                  <a:pt x="9" y="20"/>
                </a:cubicBezTo>
                <a:cubicBezTo>
                  <a:pt x="11" y="21"/>
                  <a:pt x="12" y="22"/>
                  <a:pt x="15" y="22"/>
                </a:cubicBezTo>
                <a:close/>
                <a:moveTo>
                  <a:pt x="54" y="69"/>
                </a:moveTo>
                <a:cubicBezTo>
                  <a:pt x="50" y="69"/>
                  <a:pt x="47" y="67"/>
                  <a:pt x="44" y="64"/>
                </a:cubicBezTo>
                <a:cubicBezTo>
                  <a:pt x="41" y="62"/>
                  <a:pt x="40" y="58"/>
                  <a:pt x="40" y="54"/>
                </a:cubicBezTo>
                <a:cubicBezTo>
                  <a:pt x="40" y="50"/>
                  <a:pt x="41" y="47"/>
                  <a:pt x="44" y="44"/>
                </a:cubicBezTo>
                <a:cubicBezTo>
                  <a:pt x="47" y="41"/>
                  <a:pt x="50" y="40"/>
                  <a:pt x="54" y="40"/>
                </a:cubicBezTo>
                <a:cubicBezTo>
                  <a:pt x="58" y="40"/>
                  <a:pt x="62" y="41"/>
                  <a:pt x="65" y="44"/>
                </a:cubicBezTo>
                <a:cubicBezTo>
                  <a:pt x="68" y="47"/>
                  <a:pt x="69" y="50"/>
                  <a:pt x="69" y="54"/>
                </a:cubicBezTo>
                <a:cubicBezTo>
                  <a:pt x="69" y="58"/>
                  <a:pt x="68" y="62"/>
                  <a:pt x="65" y="64"/>
                </a:cubicBezTo>
                <a:cubicBezTo>
                  <a:pt x="62" y="67"/>
                  <a:pt x="58" y="69"/>
                  <a:pt x="54" y="69"/>
                </a:cubicBezTo>
                <a:close/>
                <a:moveTo>
                  <a:pt x="54" y="62"/>
                </a:moveTo>
                <a:cubicBezTo>
                  <a:pt x="57" y="62"/>
                  <a:pt x="58" y="61"/>
                  <a:pt x="60" y="60"/>
                </a:cubicBezTo>
                <a:cubicBezTo>
                  <a:pt x="61" y="58"/>
                  <a:pt x="62" y="56"/>
                  <a:pt x="62" y="54"/>
                </a:cubicBezTo>
                <a:cubicBezTo>
                  <a:pt x="62" y="52"/>
                  <a:pt x="61" y="50"/>
                  <a:pt x="60" y="49"/>
                </a:cubicBezTo>
                <a:cubicBezTo>
                  <a:pt x="58" y="47"/>
                  <a:pt x="57" y="47"/>
                  <a:pt x="54" y="47"/>
                </a:cubicBezTo>
                <a:cubicBezTo>
                  <a:pt x="52" y="47"/>
                  <a:pt x="51" y="47"/>
                  <a:pt x="49" y="49"/>
                </a:cubicBezTo>
                <a:cubicBezTo>
                  <a:pt x="48" y="50"/>
                  <a:pt x="47" y="52"/>
                  <a:pt x="47" y="54"/>
                </a:cubicBezTo>
                <a:cubicBezTo>
                  <a:pt x="47" y="56"/>
                  <a:pt x="48" y="58"/>
                  <a:pt x="49" y="60"/>
                </a:cubicBezTo>
                <a:cubicBezTo>
                  <a:pt x="51" y="61"/>
                  <a:pt x="52" y="62"/>
                  <a:pt x="54" y="62"/>
                </a:cubicBezTo>
                <a:close/>
                <a:moveTo>
                  <a:pt x="5" y="68"/>
                </a:moveTo>
                <a:cubicBezTo>
                  <a:pt x="0" y="63"/>
                  <a:pt x="0" y="63"/>
                  <a:pt x="0" y="63"/>
                </a:cubicBezTo>
                <a:cubicBezTo>
                  <a:pt x="64" y="0"/>
                  <a:pt x="64" y="0"/>
                  <a:pt x="64" y="0"/>
                </a:cubicBezTo>
                <a:cubicBezTo>
                  <a:pt x="69" y="5"/>
                  <a:pt x="69" y="5"/>
                  <a:pt x="69" y="5"/>
                </a:cubicBezTo>
                <a:lnTo>
                  <a:pt x="5" y="6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Freeform 13" descr="Closed wallet with clasp.">
            <a:extLst>
              <a:ext uri="{FF2B5EF4-FFF2-40B4-BE49-F238E27FC236}">
                <a16:creationId xmlns:a16="http://schemas.microsoft.com/office/drawing/2014/main" id="{FCC2BAE3-6080-3DD3-CB20-596E15F70F92}"/>
              </a:ext>
            </a:extLst>
          </p:cNvPr>
          <p:cNvSpPr>
            <a:spLocks noEditPoints="1"/>
          </p:cNvSpPr>
          <p:nvPr>
            <p:custDataLst>
              <p:custData r:id="rId5"/>
            </p:custDataLst>
          </p:nvPr>
        </p:nvSpPr>
        <p:spPr bwMode="auto">
          <a:xfrm>
            <a:off x="6963517" y="348726"/>
            <a:ext cx="277116" cy="240755"/>
          </a:xfrm>
          <a:custGeom>
            <a:avLst/>
            <a:gdLst>
              <a:gd name="T0" fmla="*/ 7 w 83"/>
              <a:gd name="T1" fmla="*/ 72 h 79"/>
              <a:gd name="T2" fmla="*/ 7 w 83"/>
              <a:gd name="T3" fmla="*/ 67 h 79"/>
              <a:gd name="T4" fmla="*/ 3 w 83"/>
              <a:gd name="T5" fmla="*/ 76 h 79"/>
              <a:gd name="T6" fmla="*/ 0 w 83"/>
              <a:gd name="T7" fmla="*/ 9 h 79"/>
              <a:gd name="T8" fmla="*/ 9 w 83"/>
              <a:gd name="T9" fmla="*/ 0 h 79"/>
              <a:gd name="T10" fmla="*/ 76 w 83"/>
              <a:gd name="T11" fmla="*/ 3 h 79"/>
              <a:gd name="T12" fmla="*/ 79 w 83"/>
              <a:gd name="T13" fmla="*/ 21 h 79"/>
              <a:gd name="T14" fmla="*/ 72 w 83"/>
              <a:gd name="T15" fmla="*/ 9 h 79"/>
              <a:gd name="T16" fmla="*/ 70 w 83"/>
              <a:gd name="T17" fmla="*/ 7 h 79"/>
              <a:gd name="T18" fmla="*/ 8 w 83"/>
              <a:gd name="T19" fmla="*/ 8 h 79"/>
              <a:gd name="T20" fmla="*/ 7 w 83"/>
              <a:gd name="T21" fmla="*/ 70 h 79"/>
              <a:gd name="T22" fmla="*/ 9 w 83"/>
              <a:gd name="T23" fmla="*/ 72 h 79"/>
              <a:gd name="T24" fmla="*/ 71 w 83"/>
              <a:gd name="T25" fmla="*/ 71 h 79"/>
              <a:gd name="T26" fmla="*/ 72 w 83"/>
              <a:gd name="T27" fmla="*/ 58 h 79"/>
              <a:gd name="T28" fmla="*/ 79 w 83"/>
              <a:gd name="T29" fmla="*/ 70 h 79"/>
              <a:gd name="T30" fmla="*/ 70 w 83"/>
              <a:gd name="T31" fmla="*/ 79 h 79"/>
              <a:gd name="T32" fmla="*/ 46 w 83"/>
              <a:gd name="T33" fmla="*/ 60 h 79"/>
              <a:gd name="T34" fmla="*/ 37 w 83"/>
              <a:gd name="T35" fmla="*/ 52 h 79"/>
              <a:gd name="T36" fmla="*/ 40 w 83"/>
              <a:gd name="T37" fmla="*/ 21 h 79"/>
              <a:gd name="T38" fmla="*/ 75 w 83"/>
              <a:gd name="T39" fmla="*/ 19 h 79"/>
              <a:gd name="T40" fmla="*/ 83 w 83"/>
              <a:gd name="T41" fmla="*/ 27 h 79"/>
              <a:gd name="T42" fmla="*/ 81 w 83"/>
              <a:gd name="T43" fmla="*/ 58 h 79"/>
              <a:gd name="T44" fmla="*/ 46 w 83"/>
              <a:gd name="T45" fmla="*/ 60 h 79"/>
              <a:gd name="T46" fmla="*/ 76 w 83"/>
              <a:gd name="T47" fmla="*/ 53 h 79"/>
              <a:gd name="T48" fmla="*/ 76 w 83"/>
              <a:gd name="T49" fmla="*/ 27 h 79"/>
              <a:gd name="T50" fmla="*/ 75 w 83"/>
              <a:gd name="T51" fmla="*/ 26 h 79"/>
              <a:gd name="T52" fmla="*/ 45 w 83"/>
              <a:gd name="T53" fmla="*/ 26 h 79"/>
              <a:gd name="T54" fmla="*/ 44 w 83"/>
              <a:gd name="T55" fmla="*/ 52 h 79"/>
              <a:gd name="T56" fmla="*/ 46 w 83"/>
              <a:gd name="T57" fmla="*/ 53 h 79"/>
              <a:gd name="T58" fmla="*/ 58 w 83"/>
              <a:gd name="T59" fmla="*/ 46 h 79"/>
              <a:gd name="T60" fmla="*/ 65 w 83"/>
              <a:gd name="T61" fmla="*/ 39 h 79"/>
              <a:gd name="T62" fmla="*/ 58 w 83"/>
              <a:gd name="T63" fmla="*/ 33 h 79"/>
              <a:gd name="T64" fmla="*/ 51 w 83"/>
              <a:gd name="T65" fmla="*/ 39 h 79"/>
              <a:gd name="T66" fmla="*/ 58 w 83"/>
              <a:gd name="T67" fmla="*/ 46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83" h="79">
                <a:moveTo>
                  <a:pt x="7" y="67"/>
                </a:moveTo>
                <a:cubicBezTo>
                  <a:pt x="7" y="72"/>
                  <a:pt x="7" y="72"/>
                  <a:pt x="7" y="72"/>
                </a:cubicBezTo>
                <a:cubicBezTo>
                  <a:pt x="7" y="7"/>
                  <a:pt x="7" y="7"/>
                  <a:pt x="7" y="7"/>
                </a:cubicBezTo>
                <a:lnTo>
                  <a:pt x="7" y="67"/>
                </a:lnTo>
                <a:close/>
                <a:moveTo>
                  <a:pt x="9" y="79"/>
                </a:moveTo>
                <a:cubicBezTo>
                  <a:pt x="6" y="79"/>
                  <a:pt x="5" y="78"/>
                  <a:pt x="3" y="76"/>
                </a:cubicBezTo>
                <a:cubicBezTo>
                  <a:pt x="1" y="74"/>
                  <a:pt x="0" y="73"/>
                  <a:pt x="0" y="70"/>
                </a:cubicBezTo>
                <a:cubicBezTo>
                  <a:pt x="0" y="9"/>
                  <a:pt x="0" y="9"/>
                  <a:pt x="0" y="9"/>
                </a:cubicBezTo>
                <a:cubicBezTo>
                  <a:pt x="0" y="6"/>
                  <a:pt x="1" y="4"/>
                  <a:pt x="3" y="3"/>
                </a:cubicBezTo>
                <a:cubicBezTo>
                  <a:pt x="5" y="1"/>
                  <a:pt x="6" y="0"/>
                  <a:pt x="9" y="0"/>
                </a:cubicBezTo>
                <a:cubicBezTo>
                  <a:pt x="70" y="0"/>
                  <a:pt x="70" y="0"/>
                  <a:pt x="70" y="0"/>
                </a:cubicBezTo>
                <a:cubicBezTo>
                  <a:pt x="73" y="0"/>
                  <a:pt x="75" y="1"/>
                  <a:pt x="76" y="3"/>
                </a:cubicBezTo>
                <a:cubicBezTo>
                  <a:pt x="78" y="4"/>
                  <a:pt x="79" y="6"/>
                  <a:pt x="79" y="9"/>
                </a:cubicBezTo>
                <a:cubicBezTo>
                  <a:pt x="79" y="21"/>
                  <a:pt x="79" y="21"/>
                  <a:pt x="79" y="21"/>
                </a:cubicBezTo>
                <a:cubicBezTo>
                  <a:pt x="72" y="21"/>
                  <a:pt x="72" y="21"/>
                  <a:pt x="72" y="21"/>
                </a:cubicBezTo>
                <a:cubicBezTo>
                  <a:pt x="72" y="9"/>
                  <a:pt x="72" y="9"/>
                  <a:pt x="72" y="9"/>
                </a:cubicBezTo>
                <a:cubicBezTo>
                  <a:pt x="72" y="8"/>
                  <a:pt x="72" y="8"/>
                  <a:pt x="71" y="8"/>
                </a:cubicBezTo>
                <a:cubicBezTo>
                  <a:pt x="71" y="7"/>
                  <a:pt x="71" y="7"/>
                  <a:pt x="70" y="7"/>
                </a:cubicBezTo>
                <a:cubicBezTo>
                  <a:pt x="9" y="7"/>
                  <a:pt x="9" y="7"/>
                  <a:pt x="9" y="7"/>
                </a:cubicBezTo>
                <a:cubicBezTo>
                  <a:pt x="8" y="7"/>
                  <a:pt x="8" y="7"/>
                  <a:pt x="8" y="8"/>
                </a:cubicBezTo>
                <a:cubicBezTo>
                  <a:pt x="7" y="8"/>
                  <a:pt x="7" y="8"/>
                  <a:pt x="7" y="9"/>
                </a:cubicBezTo>
                <a:cubicBezTo>
                  <a:pt x="7" y="70"/>
                  <a:pt x="7" y="70"/>
                  <a:pt x="7" y="70"/>
                </a:cubicBezTo>
                <a:cubicBezTo>
                  <a:pt x="7" y="71"/>
                  <a:pt x="7" y="71"/>
                  <a:pt x="8" y="71"/>
                </a:cubicBezTo>
                <a:cubicBezTo>
                  <a:pt x="8" y="72"/>
                  <a:pt x="8" y="72"/>
                  <a:pt x="9" y="72"/>
                </a:cubicBezTo>
                <a:cubicBezTo>
                  <a:pt x="70" y="72"/>
                  <a:pt x="70" y="72"/>
                  <a:pt x="70" y="72"/>
                </a:cubicBezTo>
                <a:cubicBezTo>
                  <a:pt x="71" y="72"/>
                  <a:pt x="71" y="72"/>
                  <a:pt x="71" y="71"/>
                </a:cubicBezTo>
                <a:cubicBezTo>
                  <a:pt x="72" y="71"/>
                  <a:pt x="72" y="71"/>
                  <a:pt x="72" y="70"/>
                </a:cubicBezTo>
                <a:cubicBezTo>
                  <a:pt x="72" y="58"/>
                  <a:pt x="72" y="58"/>
                  <a:pt x="72" y="58"/>
                </a:cubicBezTo>
                <a:cubicBezTo>
                  <a:pt x="79" y="58"/>
                  <a:pt x="79" y="58"/>
                  <a:pt x="79" y="58"/>
                </a:cubicBezTo>
                <a:cubicBezTo>
                  <a:pt x="79" y="70"/>
                  <a:pt x="79" y="70"/>
                  <a:pt x="79" y="70"/>
                </a:cubicBezTo>
                <a:cubicBezTo>
                  <a:pt x="79" y="73"/>
                  <a:pt x="78" y="74"/>
                  <a:pt x="76" y="76"/>
                </a:cubicBezTo>
                <a:cubicBezTo>
                  <a:pt x="75" y="78"/>
                  <a:pt x="73" y="79"/>
                  <a:pt x="70" y="79"/>
                </a:cubicBezTo>
                <a:lnTo>
                  <a:pt x="9" y="79"/>
                </a:lnTo>
                <a:close/>
                <a:moveTo>
                  <a:pt x="46" y="60"/>
                </a:moveTo>
                <a:cubicBezTo>
                  <a:pt x="43" y="60"/>
                  <a:pt x="41" y="59"/>
                  <a:pt x="40" y="58"/>
                </a:cubicBezTo>
                <a:cubicBezTo>
                  <a:pt x="38" y="56"/>
                  <a:pt x="37" y="54"/>
                  <a:pt x="37" y="52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5"/>
                  <a:pt x="38" y="23"/>
                  <a:pt x="40" y="21"/>
                </a:cubicBezTo>
                <a:cubicBezTo>
                  <a:pt x="41" y="20"/>
                  <a:pt x="43" y="19"/>
                  <a:pt x="46" y="19"/>
                </a:cubicBezTo>
                <a:cubicBezTo>
                  <a:pt x="75" y="19"/>
                  <a:pt x="75" y="19"/>
                  <a:pt x="75" y="19"/>
                </a:cubicBezTo>
                <a:cubicBezTo>
                  <a:pt x="77" y="19"/>
                  <a:pt x="79" y="20"/>
                  <a:pt x="81" y="21"/>
                </a:cubicBezTo>
                <a:cubicBezTo>
                  <a:pt x="82" y="23"/>
                  <a:pt x="83" y="25"/>
                  <a:pt x="83" y="27"/>
                </a:cubicBezTo>
                <a:cubicBezTo>
                  <a:pt x="83" y="52"/>
                  <a:pt x="83" y="52"/>
                  <a:pt x="83" y="52"/>
                </a:cubicBezTo>
                <a:cubicBezTo>
                  <a:pt x="83" y="54"/>
                  <a:pt x="82" y="56"/>
                  <a:pt x="81" y="58"/>
                </a:cubicBezTo>
                <a:cubicBezTo>
                  <a:pt x="79" y="59"/>
                  <a:pt x="77" y="60"/>
                  <a:pt x="75" y="60"/>
                </a:cubicBezTo>
                <a:lnTo>
                  <a:pt x="46" y="60"/>
                </a:lnTo>
                <a:close/>
                <a:moveTo>
                  <a:pt x="75" y="53"/>
                </a:moveTo>
                <a:cubicBezTo>
                  <a:pt x="75" y="53"/>
                  <a:pt x="76" y="53"/>
                  <a:pt x="76" y="53"/>
                </a:cubicBezTo>
                <a:cubicBezTo>
                  <a:pt x="76" y="53"/>
                  <a:pt x="76" y="52"/>
                  <a:pt x="76" y="52"/>
                </a:cubicBezTo>
                <a:cubicBezTo>
                  <a:pt x="76" y="27"/>
                  <a:pt x="76" y="27"/>
                  <a:pt x="76" y="27"/>
                </a:cubicBezTo>
                <a:cubicBezTo>
                  <a:pt x="76" y="27"/>
                  <a:pt x="76" y="26"/>
                  <a:pt x="76" y="26"/>
                </a:cubicBezTo>
                <a:cubicBezTo>
                  <a:pt x="76" y="26"/>
                  <a:pt x="75" y="26"/>
                  <a:pt x="75" y="26"/>
                </a:cubicBezTo>
                <a:cubicBezTo>
                  <a:pt x="46" y="26"/>
                  <a:pt x="46" y="26"/>
                  <a:pt x="46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4" y="26"/>
                  <a:pt x="44" y="27"/>
                  <a:pt x="44" y="27"/>
                </a:cubicBezTo>
                <a:cubicBezTo>
                  <a:pt x="44" y="52"/>
                  <a:pt x="44" y="52"/>
                  <a:pt x="44" y="52"/>
                </a:cubicBezTo>
                <a:cubicBezTo>
                  <a:pt x="44" y="52"/>
                  <a:pt x="44" y="53"/>
                  <a:pt x="45" y="53"/>
                </a:cubicBezTo>
                <a:cubicBezTo>
                  <a:pt x="45" y="53"/>
                  <a:pt x="45" y="53"/>
                  <a:pt x="46" y="53"/>
                </a:cubicBezTo>
                <a:lnTo>
                  <a:pt x="75" y="53"/>
                </a:lnTo>
                <a:close/>
                <a:moveTo>
                  <a:pt x="58" y="46"/>
                </a:moveTo>
                <a:cubicBezTo>
                  <a:pt x="60" y="46"/>
                  <a:pt x="61" y="46"/>
                  <a:pt x="63" y="44"/>
                </a:cubicBezTo>
                <a:cubicBezTo>
                  <a:pt x="64" y="43"/>
                  <a:pt x="65" y="41"/>
                  <a:pt x="65" y="39"/>
                </a:cubicBezTo>
                <a:cubicBezTo>
                  <a:pt x="65" y="38"/>
                  <a:pt x="64" y="36"/>
                  <a:pt x="63" y="35"/>
                </a:cubicBezTo>
                <a:cubicBezTo>
                  <a:pt x="61" y="33"/>
                  <a:pt x="60" y="33"/>
                  <a:pt x="58" y="33"/>
                </a:cubicBezTo>
                <a:cubicBezTo>
                  <a:pt x="56" y="33"/>
                  <a:pt x="54" y="33"/>
                  <a:pt x="53" y="35"/>
                </a:cubicBezTo>
                <a:cubicBezTo>
                  <a:pt x="52" y="36"/>
                  <a:pt x="51" y="38"/>
                  <a:pt x="51" y="39"/>
                </a:cubicBezTo>
                <a:cubicBezTo>
                  <a:pt x="51" y="41"/>
                  <a:pt x="52" y="43"/>
                  <a:pt x="53" y="44"/>
                </a:cubicBezTo>
                <a:cubicBezTo>
                  <a:pt x="54" y="46"/>
                  <a:pt x="56" y="46"/>
                  <a:pt x="58" y="4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Freeform 5" descr="Dollar sign inside circle.">
            <a:extLst>
              <a:ext uri="{FF2B5EF4-FFF2-40B4-BE49-F238E27FC236}">
                <a16:creationId xmlns:a16="http://schemas.microsoft.com/office/drawing/2014/main" id="{ED35B138-BFF7-DD89-E2A7-A0EE5384CADF}"/>
              </a:ext>
            </a:extLst>
          </p:cNvPr>
          <p:cNvSpPr>
            <a:spLocks noEditPoints="1"/>
          </p:cNvSpPr>
          <p:nvPr>
            <p:custDataLst>
              <p:custData r:id="rId6"/>
            </p:custDataLst>
          </p:nvPr>
        </p:nvSpPr>
        <p:spPr bwMode="auto">
          <a:xfrm>
            <a:off x="8316837" y="355959"/>
            <a:ext cx="279453" cy="279453"/>
          </a:xfrm>
          <a:custGeom>
            <a:avLst/>
            <a:gdLst>
              <a:gd name="T0" fmla="*/ 40 w 87"/>
              <a:gd name="T1" fmla="*/ 75 h 87"/>
              <a:gd name="T2" fmla="*/ 46 w 87"/>
              <a:gd name="T3" fmla="*/ 75 h 87"/>
              <a:gd name="T4" fmla="*/ 46 w 87"/>
              <a:gd name="T5" fmla="*/ 69 h 87"/>
              <a:gd name="T6" fmla="*/ 56 w 87"/>
              <a:gd name="T7" fmla="*/ 65 h 87"/>
              <a:gd name="T8" fmla="*/ 60 w 87"/>
              <a:gd name="T9" fmla="*/ 55 h 87"/>
              <a:gd name="T10" fmla="*/ 58 w 87"/>
              <a:gd name="T11" fmla="*/ 46 h 87"/>
              <a:gd name="T12" fmla="*/ 47 w 87"/>
              <a:gd name="T13" fmla="*/ 40 h 87"/>
              <a:gd name="T14" fmla="*/ 37 w 87"/>
              <a:gd name="T15" fmla="*/ 35 h 87"/>
              <a:gd name="T16" fmla="*/ 35 w 87"/>
              <a:gd name="T17" fmla="*/ 30 h 87"/>
              <a:gd name="T18" fmla="*/ 37 w 87"/>
              <a:gd name="T19" fmla="*/ 25 h 87"/>
              <a:gd name="T20" fmla="*/ 44 w 87"/>
              <a:gd name="T21" fmla="*/ 23 h 87"/>
              <a:gd name="T22" fmla="*/ 49 w 87"/>
              <a:gd name="T23" fmla="*/ 25 h 87"/>
              <a:gd name="T24" fmla="*/ 53 w 87"/>
              <a:gd name="T25" fmla="*/ 29 h 87"/>
              <a:gd name="T26" fmla="*/ 59 w 87"/>
              <a:gd name="T27" fmla="*/ 27 h 87"/>
              <a:gd name="T28" fmla="*/ 54 w 87"/>
              <a:gd name="T29" fmla="*/ 20 h 87"/>
              <a:gd name="T30" fmla="*/ 47 w 87"/>
              <a:gd name="T31" fmla="*/ 17 h 87"/>
              <a:gd name="T32" fmla="*/ 47 w 87"/>
              <a:gd name="T33" fmla="*/ 12 h 87"/>
              <a:gd name="T34" fmla="*/ 40 w 87"/>
              <a:gd name="T35" fmla="*/ 12 h 87"/>
              <a:gd name="T36" fmla="*/ 40 w 87"/>
              <a:gd name="T37" fmla="*/ 17 h 87"/>
              <a:gd name="T38" fmla="*/ 31 w 87"/>
              <a:gd name="T39" fmla="*/ 22 h 87"/>
              <a:gd name="T40" fmla="*/ 28 w 87"/>
              <a:gd name="T41" fmla="*/ 30 h 87"/>
              <a:gd name="T42" fmla="*/ 31 w 87"/>
              <a:gd name="T43" fmla="*/ 39 h 87"/>
              <a:gd name="T44" fmla="*/ 42 w 87"/>
              <a:gd name="T45" fmla="*/ 44 h 87"/>
              <a:gd name="T46" fmla="*/ 52 w 87"/>
              <a:gd name="T47" fmla="*/ 49 h 87"/>
              <a:gd name="T48" fmla="*/ 54 w 87"/>
              <a:gd name="T49" fmla="*/ 55 h 87"/>
              <a:gd name="T50" fmla="*/ 51 w 87"/>
              <a:gd name="T51" fmla="*/ 61 h 87"/>
              <a:gd name="T52" fmla="*/ 44 w 87"/>
              <a:gd name="T53" fmla="*/ 63 h 87"/>
              <a:gd name="T54" fmla="*/ 37 w 87"/>
              <a:gd name="T55" fmla="*/ 61 h 87"/>
              <a:gd name="T56" fmla="*/ 32 w 87"/>
              <a:gd name="T57" fmla="*/ 54 h 87"/>
              <a:gd name="T58" fmla="*/ 27 w 87"/>
              <a:gd name="T59" fmla="*/ 56 h 87"/>
              <a:gd name="T60" fmla="*/ 32 w 87"/>
              <a:gd name="T61" fmla="*/ 65 h 87"/>
              <a:gd name="T62" fmla="*/ 40 w 87"/>
              <a:gd name="T63" fmla="*/ 69 h 87"/>
              <a:gd name="T64" fmla="*/ 40 w 87"/>
              <a:gd name="T65" fmla="*/ 75 h 87"/>
              <a:gd name="T66" fmla="*/ 43 w 87"/>
              <a:gd name="T67" fmla="*/ 87 h 87"/>
              <a:gd name="T68" fmla="*/ 26 w 87"/>
              <a:gd name="T69" fmla="*/ 83 h 87"/>
              <a:gd name="T70" fmla="*/ 13 w 87"/>
              <a:gd name="T71" fmla="*/ 74 h 87"/>
              <a:gd name="T72" fmla="*/ 3 w 87"/>
              <a:gd name="T73" fmla="*/ 60 h 87"/>
              <a:gd name="T74" fmla="*/ 0 w 87"/>
              <a:gd name="T75" fmla="*/ 43 h 87"/>
              <a:gd name="T76" fmla="*/ 3 w 87"/>
              <a:gd name="T77" fmla="*/ 26 h 87"/>
              <a:gd name="T78" fmla="*/ 13 w 87"/>
              <a:gd name="T79" fmla="*/ 12 h 87"/>
              <a:gd name="T80" fmla="*/ 26 w 87"/>
              <a:gd name="T81" fmla="*/ 3 h 87"/>
              <a:gd name="T82" fmla="*/ 43 w 87"/>
              <a:gd name="T83" fmla="*/ 0 h 87"/>
              <a:gd name="T84" fmla="*/ 60 w 87"/>
              <a:gd name="T85" fmla="*/ 3 h 87"/>
              <a:gd name="T86" fmla="*/ 74 w 87"/>
              <a:gd name="T87" fmla="*/ 12 h 87"/>
              <a:gd name="T88" fmla="*/ 84 w 87"/>
              <a:gd name="T89" fmla="*/ 26 h 87"/>
              <a:gd name="T90" fmla="*/ 87 w 87"/>
              <a:gd name="T91" fmla="*/ 43 h 87"/>
              <a:gd name="T92" fmla="*/ 84 w 87"/>
              <a:gd name="T93" fmla="*/ 60 h 87"/>
              <a:gd name="T94" fmla="*/ 74 w 87"/>
              <a:gd name="T95" fmla="*/ 74 h 87"/>
              <a:gd name="T96" fmla="*/ 60 w 87"/>
              <a:gd name="T97" fmla="*/ 83 h 87"/>
              <a:gd name="T98" fmla="*/ 43 w 87"/>
              <a:gd name="T99" fmla="*/ 87 h 87"/>
              <a:gd name="T100" fmla="*/ 43 w 87"/>
              <a:gd name="T101" fmla="*/ 80 h 87"/>
              <a:gd name="T102" fmla="*/ 70 w 87"/>
              <a:gd name="T103" fmla="*/ 69 h 87"/>
              <a:gd name="T104" fmla="*/ 80 w 87"/>
              <a:gd name="T105" fmla="*/ 43 h 87"/>
              <a:gd name="T106" fmla="*/ 70 w 87"/>
              <a:gd name="T107" fmla="*/ 17 h 87"/>
              <a:gd name="T108" fmla="*/ 43 w 87"/>
              <a:gd name="T109" fmla="*/ 6 h 87"/>
              <a:gd name="T110" fmla="*/ 17 w 87"/>
              <a:gd name="T111" fmla="*/ 17 h 87"/>
              <a:gd name="T112" fmla="*/ 7 w 87"/>
              <a:gd name="T113" fmla="*/ 43 h 87"/>
              <a:gd name="T114" fmla="*/ 17 w 87"/>
              <a:gd name="T115" fmla="*/ 69 h 87"/>
              <a:gd name="T116" fmla="*/ 43 w 87"/>
              <a:gd name="T117" fmla="*/ 80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7" h="87">
                <a:moveTo>
                  <a:pt x="40" y="75"/>
                </a:moveTo>
                <a:cubicBezTo>
                  <a:pt x="46" y="75"/>
                  <a:pt x="46" y="75"/>
                  <a:pt x="46" y="75"/>
                </a:cubicBezTo>
                <a:cubicBezTo>
                  <a:pt x="46" y="69"/>
                  <a:pt x="46" y="69"/>
                  <a:pt x="46" y="69"/>
                </a:cubicBezTo>
                <a:cubicBezTo>
                  <a:pt x="50" y="68"/>
                  <a:pt x="53" y="67"/>
                  <a:pt x="56" y="65"/>
                </a:cubicBezTo>
                <a:cubicBezTo>
                  <a:pt x="59" y="63"/>
                  <a:pt x="60" y="59"/>
                  <a:pt x="60" y="55"/>
                </a:cubicBezTo>
                <a:cubicBezTo>
                  <a:pt x="60" y="52"/>
                  <a:pt x="60" y="49"/>
                  <a:pt x="58" y="46"/>
                </a:cubicBezTo>
                <a:cubicBezTo>
                  <a:pt x="56" y="44"/>
                  <a:pt x="52" y="42"/>
                  <a:pt x="47" y="40"/>
                </a:cubicBezTo>
                <a:cubicBezTo>
                  <a:pt x="42" y="38"/>
                  <a:pt x="38" y="37"/>
                  <a:pt x="37" y="35"/>
                </a:cubicBezTo>
                <a:cubicBezTo>
                  <a:pt x="35" y="34"/>
                  <a:pt x="35" y="32"/>
                  <a:pt x="35" y="30"/>
                </a:cubicBezTo>
                <a:cubicBezTo>
                  <a:pt x="35" y="28"/>
                  <a:pt x="35" y="26"/>
                  <a:pt x="37" y="25"/>
                </a:cubicBezTo>
                <a:cubicBezTo>
                  <a:pt x="39" y="24"/>
                  <a:pt x="41" y="23"/>
                  <a:pt x="44" y="23"/>
                </a:cubicBezTo>
                <a:cubicBezTo>
                  <a:pt x="46" y="23"/>
                  <a:pt x="48" y="24"/>
                  <a:pt x="49" y="25"/>
                </a:cubicBezTo>
                <a:cubicBezTo>
                  <a:pt x="51" y="26"/>
                  <a:pt x="52" y="27"/>
                  <a:pt x="53" y="29"/>
                </a:cubicBezTo>
                <a:cubicBezTo>
                  <a:pt x="59" y="27"/>
                  <a:pt x="59" y="27"/>
                  <a:pt x="59" y="27"/>
                </a:cubicBezTo>
                <a:cubicBezTo>
                  <a:pt x="58" y="24"/>
                  <a:pt x="56" y="22"/>
                  <a:pt x="54" y="20"/>
                </a:cubicBezTo>
                <a:cubicBezTo>
                  <a:pt x="52" y="19"/>
                  <a:pt x="49" y="18"/>
                  <a:pt x="47" y="17"/>
                </a:cubicBezTo>
                <a:cubicBezTo>
                  <a:pt x="47" y="12"/>
                  <a:pt x="47" y="12"/>
                  <a:pt x="47" y="12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7"/>
                  <a:pt x="40" y="17"/>
                  <a:pt x="40" y="17"/>
                </a:cubicBezTo>
                <a:cubicBezTo>
                  <a:pt x="36" y="18"/>
                  <a:pt x="33" y="20"/>
                  <a:pt x="31" y="22"/>
                </a:cubicBezTo>
                <a:cubicBezTo>
                  <a:pt x="29" y="25"/>
                  <a:pt x="28" y="27"/>
                  <a:pt x="28" y="30"/>
                </a:cubicBezTo>
                <a:cubicBezTo>
                  <a:pt x="28" y="34"/>
                  <a:pt x="29" y="37"/>
                  <a:pt x="31" y="39"/>
                </a:cubicBezTo>
                <a:cubicBezTo>
                  <a:pt x="33" y="41"/>
                  <a:pt x="37" y="43"/>
                  <a:pt x="42" y="44"/>
                </a:cubicBezTo>
                <a:cubicBezTo>
                  <a:pt x="46" y="46"/>
                  <a:pt x="50" y="48"/>
                  <a:pt x="52" y="49"/>
                </a:cubicBezTo>
                <a:cubicBezTo>
                  <a:pt x="53" y="51"/>
                  <a:pt x="54" y="53"/>
                  <a:pt x="54" y="55"/>
                </a:cubicBezTo>
                <a:cubicBezTo>
                  <a:pt x="54" y="58"/>
                  <a:pt x="53" y="60"/>
                  <a:pt x="51" y="61"/>
                </a:cubicBezTo>
                <a:cubicBezTo>
                  <a:pt x="49" y="63"/>
                  <a:pt x="47" y="63"/>
                  <a:pt x="44" y="63"/>
                </a:cubicBezTo>
                <a:cubicBezTo>
                  <a:pt x="42" y="63"/>
                  <a:pt x="39" y="62"/>
                  <a:pt x="37" y="61"/>
                </a:cubicBezTo>
                <a:cubicBezTo>
                  <a:pt x="35" y="59"/>
                  <a:pt x="34" y="57"/>
                  <a:pt x="32" y="54"/>
                </a:cubicBezTo>
                <a:cubicBezTo>
                  <a:pt x="27" y="56"/>
                  <a:pt x="27" y="56"/>
                  <a:pt x="27" y="56"/>
                </a:cubicBezTo>
                <a:cubicBezTo>
                  <a:pt x="28" y="60"/>
                  <a:pt x="30" y="63"/>
                  <a:pt x="32" y="65"/>
                </a:cubicBezTo>
                <a:cubicBezTo>
                  <a:pt x="34" y="67"/>
                  <a:pt x="37" y="68"/>
                  <a:pt x="40" y="69"/>
                </a:cubicBezTo>
                <a:lnTo>
                  <a:pt x="40" y="75"/>
                </a:lnTo>
                <a:close/>
                <a:moveTo>
                  <a:pt x="43" y="87"/>
                </a:moveTo>
                <a:cubicBezTo>
                  <a:pt x="37" y="87"/>
                  <a:pt x="32" y="86"/>
                  <a:pt x="26" y="83"/>
                </a:cubicBezTo>
                <a:cubicBezTo>
                  <a:pt x="21" y="81"/>
                  <a:pt x="16" y="78"/>
                  <a:pt x="13" y="74"/>
                </a:cubicBezTo>
                <a:cubicBezTo>
                  <a:pt x="9" y="70"/>
                  <a:pt x="5" y="66"/>
                  <a:pt x="3" y="60"/>
                </a:cubicBezTo>
                <a:cubicBezTo>
                  <a:pt x="1" y="55"/>
                  <a:pt x="0" y="49"/>
                  <a:pt x="0" y="43"/>
                </a:cubicBezTo>
                <a:cubicBezTo>
                  <a:pt x="0" y="37"/>
                  <a:pt x="1" y="31"/>
                  <a:pt x="3" y="26"/>
                </a:cubicBezTo>
                <a:cubicBezTo>
                  <a:pt x="5" y="21"/>
                  <a:pt x="9" y="16"/>
                  <a:pt x="13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2" y="1"/>
                  <a:pt x="37" y="0"/>
                  <a:pt x="43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5"/>
                  <a:pt x="70" y="8"/>
                  <a:pt x="74" y="12"/>
                </a:cubicBezTo>
                <a:cubicBezTo>
                  <a:pt x="78" y="16"/>
                  <a:pt x="81" y="21"/>
                  <a:pt x="84" y="26"/>
                </a:cubicBezTo>
                <a:cubicBezTo>
                  <a:pt x="86" y="31"/>
                  <a:pt x="87" y="37"/>
                  <a:pt x="87" y="43"/>
                </a:cubicBezTo>
                <a:cubicBezTo>
                  <a:pt x="87" y="49"/>
                  <a:pt x="86" y="55"/>
                  <a:pt x="84" y="60"/>
                </a:cubicBezTo>
                <a:cubicBezTo>
                  <a:pt x="81" y="66"/>
                  <a:pt x="78" y="70"/>
                  <a:pt x="74" y="74"/>
                </a:cubicBezTo>
                <a:cubicBezTo>
                  <a:pt x="70" y="78"/>
                  <a:pt x="66" y="81"/>
                  <a:pt x="60" y="83"/>
                </a:cubicBezTo>
                <a:cubicBezTo>
                  <a:pt x="55" y="86"/>
                  <a:pt x="49" y="87"/>
                  <a:pt x="43" y="87"/>
                </a:cubicBezTo>
                <a:close/>
                <a:moveTo>
                  <a:pt x="43" y="80"/>
                </a:moveTo>
                <a:cubicBezTo>
                  <a:pt x="54" y="80"/>
                  <a:pt x="62" y="76"/>
                  <a:pt x="70" y="69"/>
                </a:cubicBezTo>
                <a:cubicBezTo>
                  <a:pt x="77" y="62"/>
                  <a:pt x="80" y="53"/>
                  <a:pt x="80" y="43"/>
                </a:cubicBezTo>
                <a:cubicBezTo>
                  <a:pt x="80" y="33"/>
                  <a:pt x="77" y="24"/>
                  <a:pt x="70" y="17"/>
                </a:cubicBezTo>
                <a:cubicBezTo>
                  <a:pt x="62" y="10"/>
                  <a:pt x="54" y="6"/>
                  <a:pt x="43" y="6"/>
                </a:cubicBezTo>
                <a:cubicBezTo>
                  <a:pt x="33" y="6"/>
                  <a:pt x="24" y="10"/>
                  <a:pt x="17" y="17"/>
                </a:cubicBezTo>
                <a:cubicBezTo>
                  <a:pt x="10" y="24"/>
                  <a:pt x="7" y="33"/>
                  <a:pt x="7" y="43"/>
                </a:cubicBezTo>
                <a:cubicBezTo>
                  <a:pt x="7" y="53"/>
                  <a:pt x="10" y="62"/>
                  <a:pt x="17" y="69"/>
                </a:cubicBezTo>
                <a:cubicBezTo>
                  <a:pt x="24" y="76"/>
                  <a:pt x="33" y="80"/>
                  <a:pt x="43" y="8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F6EFA9B8-3744-24C8-7F33-628BE04671DA}"/>
              </a:ext>
            </a:extLst>
          </p:cNvPr>
          <p:cNvSpPr/>
          <p:nvPr/>
        </p:nvSpPr>
        <p:spPr>
          <a:xfrm rot="10800000">
            <a:off x="6602715" y="105043"/>
            <a:ext cx="178298" cy="774748"/>
          </a:xfrm>
          <a:prstGeom prst="leftBrace">
            <a:avLst>
              <a:gd name="adj1" fmla="val 82411"/>
              <a:gd name="adj2" fmla="val 51229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0250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D86516-DA4D-9B90-673C-779D622D3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roup 174">
            <a:extLst>
              <a:ext uri="{FF2B5EF4-FFF2-40B4-BE49-F238E27FC236}">
                <a16:creationId xmlns:a16="http://schemas.microsoft.com/office/drawing/2014/main" id="{AB99BCF9-97FC-D2C0-0C21-EA7429937160}"/>
              </a:ext>
            </a:extLst>
          </p:cNvPr>
          <p:cNvGrpSpPr/>
          <p:nvPr/>
        </p:nvGrpSpPr>
        <p:grpSpPr>
          <a:xfrm>
            <a:off x="568225" y="2213548"/>
            <a:ext cx="5371484" cy="1472189"/>
            <a:chOff x="622613" y="2162161"/>
            <a:chExt cx="6497010" cy="1990712"/>
          </a:xfrm>
        </p:grpSpPr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E183A6D2-92E6-14A8-E6E3-EA5BB8A9A40A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 bwMode="auto">
            <a:xfrm>
              <a:off x="3737567" y="2162161"/>
              <a:ext cx="3382056" cy="905205"/>
            </a:xfrm>
            <a:custGeom>
              <a:avLst/>
              <a:gdLst/>
              <a:ahLst/>
              <a:cxnLst/>
              <a:rect l="0" t="0" r="0" b="0"/>
              <a:pathLst>
                <a:path w="1682751" h="1562101">
                  <a:moveTo>
                    <a:pt x="1682750" y="1562100"/>
                  </a:moveTo>
                  <a:lnTo>
                    <a:pt x="0" y="1562100"/>
                  </a:lnTo>
                  <a:lnTo>
                    <a:pt x="0" y="0"/>
                  </a:lnTo>
                  <a:lnTo>
                    <a:pt x="1682750" y="0"/>
                  </a:lnTo>
                  <a:close/>
                </a:path>
              </a:pathLst>
            </a:custGeom>
            <a:solidFill>
              <a:srgbClr val="B0DC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0A2A9604-791E-0CAF-77D7-DBA498CF910E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 bwMode="auto">
            <a:xfrm>
              <a:off x="3737567" y="3067365"/>
              <a:ext cx="3382056" cy="1085508"/>
            </a:xfrm>
            <a:custGeom>
              <a:avLst/>
              <a:gdLst/>
              <a:ahLst/>
              <a:cxnLst/>
              <a:rect l="0" t="0" r="0" b="0"/>
              <a:pathLst>
                <a:path w="1682751" h="1873251">
                  <a:moveTo>
                    <a:pt x="1682750" y="1873250"/>
                  </a:moveTo>
                  <a:lnTo>
                    <a:pt x="0" y="1873250"/>
                  </a:lnTo>
                  <a:lnTo>
                    <a:pt x="0" y="0"/>
                  </a:lnTo>
                  <a:lnTo>
                    <a:pt x="1682750" y="0"/>
                  </a:lnTo>
                  <a:close/>
                </a:path>
              </a:pathLst>
            </a:custGeom>
            <a:solidFill>
              <a:srgbClr val="E6A0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7C60ACA-A453-6792-E707-FE6756CBFA23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 bwMode="auto">
            <a:xfrm>
              <a:off x="622613" y="2162161"/>
              <a:ext cx="3310823" cy="905205"/>
            </a:xfrm>
            <a:custGeom>
              <a:avLst/>
              <a:gdLst/>
              <a:ahLst/>
              <a:cxnLst/>
              <a:rect l="0" t="0" r="0" b="0"/>
              <a:pathLst>
                <a:path w="1500188" h="1562101">
                  <a:moveTo>
                    <a:pt x="1500187" y="1562100"/>
                  </a:moveTo>
                  <a:lnTo>
                    <a:pt x="0" y="1562100"/>
                  </a:lnTo>
                  <a:lnTo>
                    <a:pt x="0" y="0"/>
                  </a:lnTo>
                  <a:lnTo>
                    <a:pt x="1500187" y="0"/>
                  </a:lnTo>
                  <a:close/>
                </a:path>
              </a:pathLst>
            </a:custGeom>
            <a:solidFill>
              <a:srgbClr val="DFEC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D7B18D0-4207-23F9-9180-5BF49AA02D03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 bwMode="auto">
            <a:xfrm>
              <a:off x="622613" y="3067364"/>
              <a:ext cx="3310820" cy="1085509"/>
            </a:xfrm>
            <a:custGeom>
              <a:avLst/>
              <a:gdLst/>
              <a:ahLst/>
              <a:cxnLst/>
              <a:rect l="0" t="0" r="0" b="0"/>
              <a:pathLst>
                <a:path w="1500188" h="1873251">
                  <a:moveTo>
                    <a:pt x="1500187" y="1873250"/>
                  </a:moveTo>
                  <a:lnTo>
                    <a:pt x="0" y="1873250"/>
                  </a:lnTo>
                  <a:lnTo>
                    <a:pt x="0" y="0"/>
                  </a:lnTo>
                  <a:lnTo>
                    <a:pt x="1500187" y="0"/>
                  </a:lnTo>
                  <a:close/>
                </a:path>
              </a:pathLst>
            </a:custGeom>
            <a:solidFill>
              <a:srgbClr val="F0C3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aphicFrame>
        <p:nvGraphicFramePr>
          <p:cNvPr id="107" name="Chart 106">
            <a:extLst>
              <a:ext uri="{FF2B5EF4-FFF2-40B4-BE49-F238E27FC236}">
                <a16:creationId xmlns:a16="http://schemas.microsoft.com/office/drawing/2014/main" id="{22281B9D-9585-D81C-2B5F-25D35338940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321355" y="2140439"/>
          <a:ext cx="5657861" cy="1610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0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B18FDC7-D087-E859-BD83-0BE817C3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Marsh Portfolio and LC ranking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B69EC8-9420-8852-A51D-A50C253D2CAF}"/>
              </a:ext>
            </a:extLst>
          </p:cNvPr>
          <p:cNvGraphicFramePr>
            <a:graphicFrameLocks noGrp="1"/>
          </p:cNvGraphicFramePr>
          <p:nvPr/>
        </p:nvGraphicFramePr>
        <p:xfrm>
          <a:off x="456000" y="1214572"/>
          <a:ext cx="11278800" cy="448858"/>
        </p:xfrm>
        <a:graphic>
          <a:graphicData uri="http://schemas.openxmlformats.org/drawingml/2006/table">
            <a:tbl>
              <a:tblPr firstRow="1" bandRow="1"/>
              <a:tblGrid>
                <a:gridCol w="11278800">
                  <a:extLst>
                    <a:ext uri="{9D8B030D-6E8A-4147-A177-3AD203B41FA5}">
                      <a16:colId xmlns:a16="http://schemas.microsoft.com/office/drawing/2014/main" val="1736609079"/>
                    </a:ext>
                  </a:extLst>
                </a:gridCol>
              </a:tblGrid>
              <a:tr h="448858"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accent1"/>
                          </a:solidFill>
                          <a:latin typeface="+mj-lt"/>
                        </a:rPr>
                        <a:t>Key Highlights:</a:t>
                      </a:r>
                      <a:endParaRPr lang="en-GB" sz="1600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975244"/>
                  </a:ext>
                </a:extLst>
              </a:tr>
            </a:tbl>
          </a:graphicData>
        </a:graphic>
      </p:graphicFrame>
      <p:grpSp>
        <p:nvGrpSpPr>
          <p:cNvPr id="65" name="Group 64">
            <a:extLst>
              <a:ext uri="{FF2B5EF4-FFF2-40B4-BE49-F238E27FC236}">
                <a16:creationId xmlns:a16="http://schemas.microsoft.com/office/drawing/2014/main" id="{6DBCCF94-69BA-9CD8-25A5-84B63D871EC4}"/>
              </a:ext>
            </a:extLst>
          </p:cNvPr>
          <p:cNvGrpSpPr/>
          <p:nvPr/>
        </p:nvGrpSpPr>
        <p:grpSpPr>
          <a:xfrm>
            <a:off x="457200" y="1802169"/>
            <a:ext cx="5524500" cy="289275"/>
            <a:chOff x="457200" y="1889721"/>
            <a:chExt cx="5524500" cy="289275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6E79D79-2CCF-BF2B-25FE-E628791048C0}"/>
                </a:ext>
              </a:extLst>
            </p:cNvPr>
            <p:cNvCxnSpPr/>
            <p:nvPr/>
          </p:nvCxnSpPr>
          <p:spPr>
            <a:xfrm>
              <a:off x="457200" y="2178996"/>
              <a:ext cx="55245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C3EBA62-D803-BF4E-91B2-C5C291A22CE9}"/>
                </a:ext>
              </a:extLst>
            </p:cNvPr>
            <p:cNvSpPr txBox="1"/>
            <p:nvPr/>
          </p:nvSpPr>
          <p:spPr>
            <a:xfrm>
              <a:off x="457200" y="1889721"/>
              <a:ext cx="70852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Georgia Pro Light"/>
                  <a:ea typeface="+mn-ea"/>
                  <a:cs typeface="+mn-cs"/>
                </a:rPr>
                <a:t>Energy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E21F565-1DE1-E1D7-16B4-63A19524A142}"/>
              </a:ext>
            </a:extLst>
          </p:cNvPr>
          <p:cNvGrpSpPr/>
          <p:nvPr/>
        </p:nvGrpSpPr>
        <p:grpSpPr>
          <a:xfrm>
            <a:off x="456000" y="3911345"/>
            <a:ext cx="5524500" cy="289275"/>
            <a:chOff x="457200" y="1889721"/>
            <a:chExt cx="5524500" cy="289275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8ECF9E-3796-1683-A5E1-D2F2663D6E33}"/>
                </a:ext>
              </a:extLst>
            </p:cNvPr>
            <p:cNvCxnSpPr/>
            <p:nvPr/>
          </p:nvCxnSpPr>
          <p:spPr>
            <a:xfrm>
              <a:off x="457200" y="2178996"/>
              <a:ext cx="55245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7A8E6BF-12A3-0174-15A9-C562A5FBAF17}"/>
                </a:ext>
              </a:extLst>
            </p:cNvPr>
            <p:cNvSpPr txBox="1"/>
            <p:nvPr/>
          </p:nvSpPr>
          <p:spPr>
            <a:xfrm>
              <a:off x="457200" y="1889721"/>
              <a:ext cx="70852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Georgia Pro Light"/>
                  <a:ea typeface="+mn-ea"/>
                  <a:cs typeface="+mn-cs"/>
                </a:rPr>
                <a:t>Marine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A1903F0-B93E-A3F4-70F4-C55FA6DA3F97}"/>
              </a:ext>
            </a:extLst>
          </p:cNvPr>
          <p:cNvGrpSpPr/>
          <p:nvPr/>
        </p:nvGrpSpPr>
        <p:grpSpPr>
          <a:xfrm>
            <a:off x="6210302" y="1807381"/>
            <a:ext cx="5524500" cy="289275"/>
            <a:chOff x="457200" y="1889721"/>
            <a:chExt cx="5524500" cy="289275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0EE0201-276D-8A4B-D890-C3665012E838}"/>
                </a:ext>
              </a:extLst>
            </p:cNvPr>
            <p:cNvCxnSpPr/>
            <p:nvPr/>
          </p:nvCxnSpPr>
          <p:spPr>
            <a:xfrm>
              <a:off x="457200" y="2178996"/>
              <a:ext cx="55245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6C0C1FA-E875-64F4-1AA6-9F0E0ECDF971}"/>
                </a:ext>
              </a:extLst>
            </p:cNvPr>
            <p:cNvSpPr txBox="1"/>
            <p:nvPr/>
          </p:nvSpPr>
          <p:spPr>
            <a:xfrm>
              <a:off x="457200" y="1889721"/>
              <a:ext cx="1269578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Georgia Pro Light"/>
                  <a:ea typeface="+mn-ea"/>
                  <a:cs typeface="+mn-cs"/>
                </a:rPr>
                <a:t>Construction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80673A3-1E66-8074-6DC1-DC4C401C9EF7}"/>
              </a:ext>
            </a:extLst>
          </p:cNvPr>
          <p:cNvGrpSpPr/>
          <p:nvPr/>
        </p:nvGrpSpPr>
        <p:grpSpPr>
          <a:xfrm>
            <a:off x="6209102" y="3916557"/>
            <a:ext cx="5524500" cy="289275"/>
            <a:chOff x="457200" y="1889721"/>
            <a:chExt cx="5524500" cy="289275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7E9FE65-ABDD-38C2-EF99-E24C170DE783}"/>
                </a:ext>
              </a:extLst>
            </p:cNvPr>
            <p:cNvCxnSpPr/>
            <p:nvPr/>
          </p:nvCxnSpPr>
          <p:spPr>
            <a:xfrm>
              <a:off x="457200" y="2178996"/>
              <a:ext cx="55245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9BE5C97-A904-58DC-1F9D-5B240DC2635F}"/>
                </a:ext>
              </a:extLst>
            </p:cNvPr>
            <p:cNvSpPr txBox="1"/>
            <p:nvPr/>
          </p:nvSpPr>
          <p:spPr>
            <a:xfrm>
              <a:off x="457200" y="1889721"/>
              <a:ext cx="82554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Georgia Pro Light"/>
                  <a:ea typeface="+mn-ea"/>
                  <a:cs typeface="+mn-cs"/>
                </a:rPr>
                <a:t>Aviation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851050-AC2D-0A2B-5510-4BC38BAF6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729458"/>
              </p:ext>
            </p:extLst>
          </p:nvPr>
        </p:nvGraphicFramePr>
        <p:xfrm>
          <a:off x="6805140" y="117677"/>
          <a:ext cx="4929659" cy="1112520"/>
        </p:xfrm>
        <a:graphic>
          <a:graphicData uri="http://schemas.openxmlformats.org/drawingml/2006/table">
            <a:tbl>
              <a:tblPr/>
              <a:tblGrid>
                <a:gridCol w="1320228">
                  <a:extLst>
                    <a:ext uri="{9D8B030D-6E8A-4147-A177-3AD203B41FA5}">
                      <a16:colId xmlns:a16="http://schemas.microsoft.com/office/drawing/2014/main" val="4071784656"/>
                    </a:ext>
                  </a:extLst>
                </a:gridCol>
                <a:gridCol w="1320228">
                  <a:extLst>
                    <a:ext uri="{9D8B030D-6E8A-4147-A177-3AD203B41FA5}">
                      <a16:colId xmlns:a16="http://schemas.microsoft.com/office/drawing/2014/main" val="3418068590"/>
                    </a:ext>
                  </a:extLst>
                </a:gridCol>
                <a:gridCol w="1150658">
                  <a:extLst>
                    <a:ext uri="{9D8B030D-6E8A-4147-A177-3AD203B41FA5}">
                      <a16:colId xmlns:a16="http://schemas.microsoft.com/office/drawing/2014/main" val="332107643"/>
                    </a:ext>
                  </a:extLst>
                </a:gridCol>
                <a:gridCol w="1138545">
                  <a:extLst>
                    <a:ext uri="{9D8B030D-6E8A-4147-A177-3AD203B41FA5}">
                      <a16:colId xmlns:a16="http://schemas.microsoft.com/office/drawing/2014/main" val="103841578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Marsh GWP 2025</a:t>
                      </a:r>
                    </a:p>
                  </a:txBody>
                  <a:tcPr marL="0" marR="0" marT="83127" marB="83127" anchor="ctr">
                    <a:lnL w="12700" cmpd="sng">
                      <a:noFill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Carrier GWP 2025</a:t>
                      </a:r>
                      <a:endParaRPr lang="en-US" sz="900" b="1" i="0" u="none" strike="noStrike" dirty="0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83127" marB="83127"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SoW% 2025</a:t>
                      </a:r>
                      <a:endParaRPr lang="en-US" sz="900" b="1" i="0" u="none" strike="noStrike" dirty="0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83127" marB="83127"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2025 Rank</a:t>
                      </a:r>
                      <a:endParaRPr lang="en-US" sz="900" b="1" i="0" u="none" strike="noStrike" dirty="0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83127" marB="83127"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06615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 err="1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xx.xB</a:t>
                      </a:r>
                      <a:endParaRPr lang="en-US" sz="1800" b="1" i="0" u="none" strike="noStrike" dirty="0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R="182880" marT="91440" marB="91440">
                    <a:lnL w="12700" cmpd="sng">
                      <a:noFill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 err="1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x.xB</a:t>
                      </a:r>
                      <a:endParaRPr lang="en-US" sz="1800" b="1" i="0" u="none" strike="noStrike" dirty="0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R="18288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 err="1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x.x</a:t>
                      </a:r>
                      <a:r>
                        <a:rPr lang="en-US" sz="1800" b="1" i="0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R="18288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548640" marR="18288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280021"/>
                  </a:ext>
                </a:extLst>
              </a:tr>
              <a:tr h="31865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100" b="1" i="0" u="none" strike="noStrike" dirty="0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(-</a:t>
                      </a:r>
                      <a:r>
                        <a:rPr lang="en-US" sz="1100" b="1" i="0" u="none" strike="noStrike" dirty="0" err="1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x.x</a:t>
                      </a:r>
                      <a:r>
                        <a:rPr lang="en-US" sz="1100" b="1" i="0" u="none" strike="noStrike" dirty="0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%</a:t>
                      </a:r>
                      <a:r>
                        <a:rPr lang="en-US" sz="1100" b="0" i="0" u="none" strike="noStrike" dirty="0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▼</a:t>
                      </a:r>
                      <a:r>
                        <a:rPr lang="en-US" sz="1100" b="1" i="0" u="none" strike="noStrike" dirty="0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274320" marT="91440" marB="91440">
                    <a:lnL w="12700" cmpd="sng">
                      <a:noFill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 (+</a:t>
                      </a:r>
                      <a:r>
                        <a:rPr lang="en-US" sz="1100" b="1" i="0" u="none" strike="noStrike" dirty="0" err="1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x.x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%▲)</a:t>
                      </a:r>
                    </a:p>
                  </a:txBody>
                  <a:tcPr marL="27432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 (+x▲)</a:t>
                      </a:r>
                    </a:p>
                  </a:txBody>
                  <a:tcPr marL="27432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 (+x▲)</a:t>
                      </a:r>
                    </a:p>
                  </a:txBody>
                  <a:tcPr marL="27432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40785"/>
                  </a:ext>
                </a:extLst>
              </a:tr>
            </a:tbl>
          </a:graphicData>
        </a:graphic>
      </p:graphicFrame>
      <p:sp>
        <p:nvSpPr>
          <p:cNvPr id="7" name="Freeform 5" descr="Ribbon badge with star.">
            <a:extLst>
              <a:ext uri="{FF2B5EF4-FFF2-40B4-BE49-F238E27FC236}">
                <a16:creationId xmlns:a16="http://schemas.microsoft.com/office/drawing/2014/main" id="{60EC4781-D369-0005-7375-BA5AEE547C14}"/>
              </a:ext>
            </a:extLst>
          </p:cNvPr>
          <p:cNvSpPr>
            <a:spLocks noEditPoints="1"/>
          </p:cNvSpPr>
          <p:nvPr>
            <p:custDataLst>
              <p:custData r:id="rId2"/>
            </p:custDataLst>
          </p:nvPr>
        </p:nvSpPr>
        <p:spPr bwMode="auto">
          <a:xfrm>
            <a:off x="10778738" y="442078"/>
            <a:ext cx="262659" cy="373063"/>
          </a:xfrm>
          <a:custGeom>
            <a:avLst/>
            <a:gdLst>
              <a:gd name="T0" fmla="*/ 26 w 74"/>
              <a:gd name="T1" fmla="*/ 53 h 96"/>
              <a:gd name="T2" fmla="*/ 37 w 74"/>
              <a:gd name="T3" fmla="*/ 45 h 96"/>
              <a:gd name="T4" fmla="*/ 48 w 74"/>
              <a:gd name="T5" fmla="*/ 53 h 96"/>
              <a:gd name="T6" fmla="*/ 44 w 74"/>
              <a:gd name="T7" fmla="*/ 40 h 96"/>
              <a:gd name="T8" fmla="*/ 54 w 74"/>
              <a:gd name="T9" fmla="*/ 32 h 96"/>
              <a:gd name="T10" fmla="*/ 41 w 74"/>
              <a:gd name="T11" fmla="*/ 32 h 96"/>
              <a:gd name="T12" fmla="*/ 37 w 74"/>
              <a:gd name="T13" fmla="*/ 19 h 96"/>
              <a:gd name="T14" fmla="*/ 33 w 74"/>
              <a:gd name="T15" fmla="*/ 32 h 96"/>
              <a:gd name="T16" fmla="*/ 20 w 74"/>
              <a:gd name="T17" fmla="*/ 32 h 96"/>
              <a:gd name="T18" fmla="*/ 30 w 74"/>
              <a:gd name="T19" fmla="*/ 40 h 96"/>
              <a:gd name="T20" fmla="*/ 26 w 74"/>
              <a:gd name="T21" fmla="*/ 53 h 96"/>
              <a:gd name="T22" fmla="*/ 74 w 74"/>
              <a:gd name="T23" fmla="*/ 36 h 96"/>
              <a:gd name="T24" fmla="*/ 37 w 74"/>
              <a:gd name="T25" fmla="*/ 0 h 96"/>
              <a:gd name="T26" fmla="*/ 0 w 74"/>
              <a:gd name="T27" fmla="*/ 36 h 96"/>
              <a:gd name="T28" fmla="*/ 9 w 74"/>
              <a:gd name="T29" fmla="*/ 61 h 96"/>
              <a:gd name="T30" fmla="*/ 9 w 74"/>
              <a:gd name="T31" fmla="*/ 96 h 96"/>
              <a:gd name="T32" fmla="*/ 37 w 74"/>
              <a:gd name="T33" fmla="*/ 87 h 96"/>
              <a:gd name="T34" fmla="*/ 65 w 74"/>
              <a:gd name="T35" fmla="*/ 96 h 96"/>
              <a:gd name="T36" fmla="*/ 65 w 74"/>
              <a:gd name="T37" fmla="*/ 61 h 96"/>
              <a:gd name="T38" fmla="*/ 74 w 74"/>
              <a:gd name="T39" fmla="*/ 36 h 96"/>
              <a:gd name="T40" fmla="*/ 37 w 74"/>
              <a:gd name="T41" fmla="*/ 9 h 96"/>
              <a:gd name="T42" fmla="*/ 65 w 74"/>
              <a:gd name="T43" fmla="*/ 36 h 96"/>
              <a:gd name="T44" fmla="*/ 37 w 74"/>
              <a:gd name="T45" fmla="*/ 64 h 96"/>
              <a:gd name="T46" fmla="*/ 9 w 74"/>
              <a:gd name="T47" fmla="*/ 36 h 96"/>
              <a:gd name="T48" fmla="*/ 37 w 74"/>
              <a:gd name="T49" fmla="*/ 9 h 96"/>
              <a:gd name="T50" fmla="*/ 37 w 74"/>
              <a:gd name="T51" fmla="*/ 78 h 96"/>
              <a:gd name="T52" fmla="*/ 19 w 74"/>
              <a:gd name="T53" fmla="*/ 83 h 96"/>
              <a:gd name="T54" fmla="*/ 19 w 74"/>
              <a:gd name="T55" fmla="*/ 68 h 96"/>
              <a:gd name="T56" fmla="*/ 37 w 74"/>
              <a:gd name="T57" fmla="*/ 73 h 96"/>
              <a:gd name="T58" fmla="*/ 55 w 74"/>
              <a:gd name="T59" fmla="*/ 68 h 96"/>
              <a:gd name="T60" fmla="*/ 55 w 74"/>
              <a:gd name="T61" fmla="*/ 83 h 96"/>
              <a:gd name="T62" fmla="*/ 37 w 74"/>
              <a:gd name="T63" fmla="*/ 78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74" h="96">
                <a:moveTo>
                  <a:pt x="26" y="53"/>
                </a:moveTo>
                <a:cubicBezTo>
                  <a:pt x="37" y="45"/>
                  <a:pt x="37" y="45"/>
                  <a:pt x="37" y="45"/>
                </a:cubicBezTo>
                <a:cubicBezTo>
                  <a:pt x="48" y="53"/>
                  <a:pt x="48" y="53"/>
                  <a:pt x="48" y="53"/>
                </a:cubicBezTo>
                <a:cubicBezTo>
                  <a:pt x="44" y="40"/>
                  <a:pt x="44" y="40"/>
                  <a:pt x="44" y="40"/>
                </a:cubicBezTo>
                <a:cubicBezTo>
                  <a:pt x="54" y="32"/>
                  <a:pt x="54" y="32"/>
                  <a:pt x="54" y="32"/>
                </a:cubicBezTo>
                <a:cubicBezTo>
                  <a:pt x="41" y="32"/>
                  <a:pt x="41" y="32"/>
                  <a:pt x="41" y="32"/>
                </a:cubicBezTo>
                <a:cubicBezTo>
                  <a:pt x="37" y="19"/>
                  <a:pt x="37" y="19"/>
                  <a:pt x="37" y="19"/>
                </a:cubicBezTo>
                <a:cubicBezTo>
                  <a:pt x="33" y="32"/>
                  <a:pt x="33" y="32"/>
                  <a:pt x="33" y="32"/>
                </a:cubicBezTo>
                <a:cubicBezTo>
                  <a:pt x="20" y="32"/>
                  <a:pt x="20" y="32"/>
                  <a:pt x="20" y="32"/>
                </a:cubicBezTo>
                <a:cubicBezTo>
                  <a:pt x="30" y="40"/>
                  <a:pt x="30" y="40"/>
                  <a:pt x="30" y="40"/>
                </a:cubicBezTo>
                <a:lnTo>
                  <a:pt x="26" y="53"/>
                </a:lnTo>
                <a:close/>
                <a:moveTo>
                  <a:pt x="74" y="36"/>
                </a:moveTo>
                <a:cubicBezTo>
                  <a:pt x="74" y="16"/>
                  <a:pt x="57" y="0"/>
                  <a:pt x="37" y="0"/>
                </a:cubicBezTo>
                <a:cubicBezTo>
                  <a:pt x="17" y="0"/>
                  <a:pt x="0" y="16"/>
                  <a:pt x="0" y="36"/>
                </a:cubicBezTo>
                <a:cubicBezTo>
                  <a:pt x="0" y="46"/>
                  <a:pt x="4" y="54"/>
                  <a:pt x="9" y="61"/>
                </a:cubicBezTo>
                <a:cubicBezTo>
                  <a:pt x="9" y="96"/>
                  <a:pt x="9" y="96"/>
                  <a:pt x="9" y="96"/>
                </a:cubicBezTo>
                <a:cubicBezTo>
                  <a:pt x="37" y="87"/>
                  <a:pt x="37" y="87"/>
                  <a:pt x="37" y="87"/>
                </a:cubicBezTo>
                <a:cubicBezTo>
                  <a:pt x="65" y="96"/>
                  <a:pt x="65" y="96"/>
                  <a:pt x="65" y="96"/>
                </a:cubicBezTo>
                <a:cubicBezTo>
                  <a:pt x="65" y="61"/>
                  <a:pt x="65" y="61"/>
                  <a:pt x="65" y="61"/>
                </a:cubicBezTo>
                <a:cubicBezTo>
                  <a:pt x="70" y="54"/>
                  <a:pt x="74" y="46"/>
                  <a:pt x="74" y="36"/>
                </a:cubicBezTo>
                <a:close/>
                <a:moveTo>
                  <a:pt x="37" y="9"/>
                </a:moveTo>
                <a:cubicBezTo>
                  <a:pt x="52" y="9"/>
                  <a:pt x="65" y="21"/>
                  <a:pt x="65" y="36"/>
                </a:cubicBezTo>
                <a:cubicBezTo>
                  <a:pt x="65" y="52"/>
                  <a:pt x="52" y="64"/>
                  <a:pt x="37" y="64"/>
                </a:cubicBezTo>
                <a:cubicBezTo>
                  <a:pt x="22" y="64"/>
                  <a:pt x="9" y="52"/>
                  <a:pt x="9" y="36"/>
                </a:cubicBezTo>
                <a:cubicBezTo>
                  <a:pt x="9" y="21"/>
                  <a:pt x="22" y="9"/>
                  <a:pt x="37" y="9"/>
                </a:cubicBezTo>
                <a:close/>
                <a:moveTo>
                  <a:pt x="37" y="78"/>
                </a:moveTo>
                <a:cubicBezTo>
                  <a:pt x="19" y="83"/>
                  <a:pt x="19" y="83"/>
                  <a:pt x="19" y="83"/>
                </a:cubicBezTo>
                <a:cubicBezTo>
                  <a:pt x="19" y="68"/>
                  <a:pt x="19" y="68"/>
                  <a:pt x="19" y="68"/>
                </a:cubicBezTo>
                <a:cubicBezTo>
                  <a:pt x="24" y="71"/>
                  <a:pt x="30" y="73"/>
                  <a:pt x="37" y="73"/>
                </a:cubicBezTo>
                <a:cubicBezTo>
                  <a:pt x="44" y="73"/>
                  <a:pt x="50" y="71"/>
                  <a:pt x="55" y="68"/>
                </a:cubicBezTo>
                <a:cubicBezTo>
                  <a:pt x="55" y="83"/>
                  <a:pt x="55" y="83"/>
                  <a:pt x="55" y="83"/>
                </a:cubicBezTo>
                <a:lnTo>
                  <a:pt x="37" y="7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9" descr="Percent sign.">
            <a:extLst>
              <a:ext uri="{FF2B5EF4-FFF2-40B4-BE49-F238E27FC236}">
                <a16:creationId xmlns:a16="http://schemas.microsoft.com/office/drawing/2014/main" id="{F149FE50-43B3-6596-E640-4DBBA5468546}"/>
              </a:ext>
            </a:extLst>
          </p:cNvPr>
          <p:cNvSpPr>
            <a:spLocks noEditPoints="1"/>
          </p:cNvSpPr>
          <p:nvPr>
            <p:custDataLst>
              <p:custData r:id="rId3"/>
            </p:custDataLst>
          </p:nvPr>
        </p:nvSpPr>
        <p:spPr bwMode="auto">
          <a:xfrm>
            <a:off x="9575461" y="515405"/>
            <a:ext cx="224350" cy="271463"/>
          </a:xfrm>
          <a:custGeom>
            <a:avLst/>
            <a:gdLst>
              <a:gd name="T0" fmla="*/ 15 w 69"/>
              <a:gd name="T1" fmla="*/ 29 h 69"/>
              <a:gd name="T2" fmla="*/ 4 w 69"/>
              <a:gd name="T3" fmla="*/ 25 h 69"/>
              <a:gd name="T4" fmla="*/ 0 w 69"/>
              <a:gd name="T5" fmla="*/ 14 h 69"/>
              <a:gd name="T6" fmla="*/ 4 w 69"/>
              <a:gd name="T7" fmla="*/ 4 h 69"/>
              <a:gd name="T8" fmla="*/ 15 w 69"/>
              <a:gd name="T9" fmla="*/ 0 h 69"/>
              <a:gd name="T10" fmla="*/ 25 w 69"/>
              <a:gd name="T11" fmla="*/ 4 h 69"/>
              <a:gd name="T12" fmla="*/ 29 w 69"/>
              <a:gd name="T13" fmla="*/ 14 h 69"/>
              <a:gd name="T14" fmla="*/ 25 w 69"/>
              <a:gd name="T15" fmla="*/ 25 h 69"/>
              <a:gd name="T16" fmla="*/ 15 w 69"/>
              <a:gd name="T17" fmla="*/ 29 h 69"/>
              <a:gd name="T18" fmla="*/ 15 w 69"/>
              <a:gd name="T19" fmla="*/ 22 h 69"/>
              <a:gd name="T20" fmla="*/ 20 w 69"/>
              <a:gd name="T21" fmla="*/ 20 h 69"/>
              <a:gd name="T22" fmla="*/ 22 w 69"/>
              <a:gd name="T23" fmla="*/ 14 h 69"/>
              <a:gd name="T24" fmla="*/ 20 w 69"/>
              <a:gd name="T25" fmla="*/ 9 h 69"/>
              <a:gd name="T26" fmla="*/ 15 w 69"/>
              <a:gd name="T27" fmla="*/ 7 h 69"/>
              <a:gd name="T28" fmla="*/ 9 w 69"/>
              <a:gd name="T29" fmla="*/ 9 h 69"/>
              <a:gd name="T30" fmla="*/ 7 w 69"/>
              <a:gd name="T31" fmla="*/ 14 h 69"/>
              <a:gd name="T32" fmla="*/ 9 w 69"/>
              <a:gd name="T33" fmla="*/ 20 h 69"/>
              <a:gd name="T34" fmla="*/ 15 w 69"/>
              <a:gd name="T35" fmla="*/ 22 h 69"/>
              <a:gd name="T36" fmla="*/ 54 w 69"/>
              <a:gd name="T37" fmla="*/ 69 h 69"/>
              <a:gd name="T38" fmla="*/ 44 w 69"/>
              <a:gd name="T39" fmla="*/ 64 h 69"/>
              <a:gd name="T40" fmla="*/ 40 w 69"/>
              <a:gd name="T41" fmla="*/ 54 h 69"/>
              <a:gd name="T42" fmla="*/ 44 w 69"/>
              <a:gd name="T43" fmla="*/ 44 h 69"/>
              <a:gd name="T44" fmla="*/ 54 w 69"/>
              <a:gd name="T45" fmla="*/ 40 h 69"/>
              <a:gd name="T46" fmla="*/ 65 w 69"/>
              <a:gd name="T47" fmla="*/ 44 h 69"/>
              <a:gd name="T48" fmla="*/ 69 w 69"/>
              <a:gd name="T49" fmla="*/ 54 h 69"/>
              <a:gd name="T50" fmla="*/ 65 w 69"/>
              <a:gd name="T51" fmla="*/ 64 h 69"/>
              <a:gd name="T52" fmla="*/ 54 w 69"/>
              <a:gd name="T53" fmla="*/ 69 h 69"/>
              <a:gd name="T54" fmla="*/ 54 w 69"/>
              <a:gd name="T55" fmla="*/ 62 h 69"/>
              <a:gd name="T56" fmla="*/ 60 w 69"/>
              <a:gd name="T57" fmla="*/ 60 h 69"/>
              <a:gd name="T58" fmla="*/ 62 w 69"/>
              <a:gd name="T59" fmla="*/ 54 h 69"/>
              <a:gd name="T60" fmla="*/ 60 w 69"/>
              <a:gd name="T61" fmla="*/ 49 h 69"/>
              <a:gd name="T62" fmla="*/ 54 w 69"/>
              <a:gd name="T63" fmla="*/ 47 h 69"/>
              <a:gd name="T64" fmla="*/ 49 w 69"/>
              <a:gd name="T65" fmla="*/ 49 h 69"/>
              <a:gd name="T66" fmla="*/ 47 w 69"/>
              <a:gd name="T67" fmla="*/ 54 h 69"/>
              <a:gd name="T68" fmla="*/ 49 w 69"/>
              <a:gd name="T69" fmla="*/ 60 h 69"/>
              <a:gd name="T70" fmla="*/ 54 w 69"/>
              <a:gd name="T71" fmla="*/ 62 h 69"/>
              <a:gd name="T72" fmla="*/ 5 w 69"/>
              <a:gd name="T73" fmla="*/ 68 h 69"/>
              <a:gd name="T74" fmla="*/ 0 w 69"/>
              <a:gd name="T75" fmla="*/ 63 h 69"/>
              <a:gd name="T76" fmla="*/ 64 w 69"/>
              <a:gd name="T77" fmla="*/ 0 h 69"/>
              <a:gd name="T78" fmla="*/ 69 w 69"/>
              <a:gd name="T79" fmla="*/ 5 h 69"/>
              <a:gd name="T80" fmla="*/ 5 w 69"/>
              <a:gd name="T81" fmla="*/ 68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9" h="69">
                <a:moveTo>
                  <a:pt x="15" y="29"/>
                </a:moveTo>
                <a:cubicBezTo>
                  <a:pt x="11" y="29"/>
                  <a:pt x="7" y="27"/>
                  <a:pt x="4" y="25"/>
                </a:cubicBezTo>
                <a:cubicBezTo>
                  <a:pt x="1" y="22"/>
                  <a:pt x="0" y="18"/>
                  <a:pt x="0" y="14"/>
                </a:cubicBezTo>
                <a:cubicBezTo>
                  <a:pt x="0" y="10"/>
                  <a:pt x="1" y="7"/>
                  <a:pt x="4" y="4"/>
                </a:cubicBezTo>
                <a:cubicBezTo>
                  <a:pt x="7" y="1"/>
                  <a:pt x="11" y="0"/>
                  <a:pt x="15" y="0"/>
                </a:cubicBezTo>
                <a:cubicBezTo>
                  <a:pt x="19" y="0"/>
                  <a:pt x="22" y="1"/>
                  <a:pt x="25" y="4"/>
                </a:cubicBezTo>
                <a:cubicBezTo>
                  <a:pt x="28" y="7"/>
                  <a:pt x="29" y="10"/>
                  <a:pt x="29" y="14"/>
                </a:cubicBezTo>
                <a:cubicBezTo>
                  <a:pt x="29" y="18"/>
                  <a:pt x="28" y="22"/>
                  <a:pt x="25" y="25"/>
                </a:cubicBezTo>
                <a:cubicBezTo>
                  <a:pt x="22" y="27"/>
                  <a:pt x="19" y="29"/>
                  <a:pt x="15" y="29"/>
                </a:cubicBezTo>
                <a:close/>
                <a:moveTo>
                  <a:pt x="15" y="22"/>
                </a:moveTo>
                <a:cubicBezTo>
                  <a:pt x="17" y="22"/>
                  <a:pt x="18" y="21"/>
                  <a:pt x="20" y="20"/>
                </a:cubicBezTo>
                <a:cubicBezTo>
                  <a:pt x="21" y="18"/>
                  <a:pt x="22" y="16"/>
                  <a:pt x="22" y="14"/>
                </a:cubicBezTo>
                <a:cubicBezTo>
                  <a:pt x="22" y="12"/>
                  <a:pt x="21" y="10"/>
                  <a:pt x="20" y="9"/>
                </a:cubicBezTo>
                <a:cubicBezTo>
                  <a:pt x="18" y="7"/>
                  <a:pt x="17" y="7"/>
                  <a:pt x="15" y="7"/>
                </a:cubicBezTo>
                <a:cubicBezTo>
                  <a:pt x="12" y="7"/>
                  <a:pt x="11" y="7"/>
                  <a:pt x="9" y="9"/>
                </a:cubicBezTo>
                <a:cubicBezTo>
                  <a:pt x="8" y="10"/>
                  <a:pt x="7" y="12"/>
                  <a:pt x="7" y="14"/>
                </a:cubicBezTo>
                <a:cubicBezTo>
                  <a:pt x="7" y="16"/>
                  <a:pt x="8" y="18"/>
                  <a:pt x="9" y="20"/>
                </a:cubicBezTo>
                <a:cubicBezTo>
                  <a:pt x="11" y="21"/>
                  <a:pt x="12" y="22"/>
                  <a:pt x="15" y="22"/>
                </a:cubicBezTo>
                <a:close/>
                <a:moveTo>
                  <a:pt x="54" y="69"/>
                </a:moveTo>
                <a:cubicBezTo>
                  <a:pt x="50" y="69"/>
                  <a:pt x="47" y="67"/>
                  <a:pt x="44" y="64"/>
                </a:cubicBezTo>
                <a:cubicBezTo>
                  <a:pt x="41" y="62"/>
                  <a:pt x="40" y="58"/>
                  <a:pt x="40" y="54"/>
                </a:cubicBezTo>
                <a:cubicBezTo>
                  <a:pt x="40" y="50"/>
                  <a:pt x="41" y="47"/>
                  <a:pt x="44" y="44"/>
                </a:cubicBezTo>
                <a:cubicBezTo>
                  <a:pt x="47" y="41"/>
                  <a:pt x="50" y="40"/>
                  <a:pt x="54" y="40"/>
                </a:cubicBezTo>
                <a:cubicBezTo>
                  <a:pt x="58" y="40"/>
                  <a:pt x="62" y="41"/>
                  <a:pt x="65" y="44"/>
                </a:cubicBezTo>
                <a:cubicBezTo>
                  <a:pt x="68" y="47"/>
                  <a:pt x="69" y="50"/>
                  <a:pt x="69" y="54"/>
                </a:cubicBezTo>
                <a:cubicBezTo>
                  <a:pt x="69" y="58"/>
                  <a:pt x="68" y="62"/>
                  <a:pt x="65" y="64"/>
                </a:cubicBezTo>
                <a:cubicBezTo>
                  <a:pt x="62" y="67"/>
                  <a:pt x="58" y="69"/>
                  <a:pt x="54" y="69"/>
                </a:cubicBezTo>
                <a:close/>
                <a:moveTo>
                  <a:pt x="54" y="62"/>
                </a:moveTo>
                <a:cubicBezTo>
                  <a:pt x="57" y="62"/>
                  <a:pt x="58" y="61"/>
                  <a:pt x="60" y="60"/>
                </a:cubicBezTo>
                <a:cubicBezTo>
                  <a:pt x="61" y="58"/>
                  <a:pt x="62" y="56"/>
                  <a:pt x="62" y="54"/>
                </a:cubicBezTo>
                <a:cubicBezTo>
                  <a:pt x="62" y="52"/>
                  <a:pt x="61" y="50"/>
                  <a:pt x="60" y="49"/>
                </a:cubicBezTo>
                <a:cubicBezTo>
                  <a:pt x="58" y="47"/>
                  <a:pt x="57" y="47"/>
                  <a:pt x="54" y="47"/>
                </a:cubicBezTo>
                <a:cubicBezTo>
                  <a:pt x="52" y="47"/>
                  <a:pt x="51" y="47"/>
                  <a:pt x="49" y="49"/>
                </a:cubicBezTo>
                <a:cubicBezTo>
                  <a:pt x="48" y="50"/>
                  <a:pt x="47" y="52"/>
                  <a:pt x="47" y="54"/>
                </a:cubicBezTo>
                <a:cubicBezTo>
                  <a:pt x="47" y="56"/>
                  <a:pt x="48" y="58"/>
                  <a:pt x="49" y="60"/>
                </a:cubicBezTo>
                <a:cubicBezTo>
                  <a:pt x="51" y="61"/>
                  <a:pt x="52" y="62"/>
                  <a:pt x="54" y="62"/>
                </a:cubicBezTo>
                <a:close/>
                <a:moveTo>
                  <a:pt x="5" y="68"/>
                </a:moveTo>
                <a:cubicBezTo>
                  <a:pt x="0" y="63"/>
                  <a:pt x="0" y="63"/>
                  <a:pt x="0" y="63"/>
                </a:cubicBezTo>
                <a:cubicBezTo>
                  <a:pt x="64" y="0"/>
                  <a:pt x="64" y="0"/>
                  <a:pt x="64" y="0"/>
                </a:cubicBezTo>
                <a:cubicBezTo>
                  <a:pt x="69" y="5"/>
                  <a:pt x="69" y="5"/>
                  <a:pt x="69" y="5"/>
                </a:cubicBezTo>
                <a:lnTo>
                  <a:pt x="5" y="6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Freeform 13" descr="Closed wallet with clasp.">
            <a:extLst>
              <a:ext uri="{FF2B5EF4-FFF2-40B4-BE49-F238E27FC236}">
                <a16:creationId xmlns:a16="http://schemas.microsoft.com/office/drawing/2014/main" id="{4EC8411F-C73C-ACCE-A469-885E13867E4E}"/>
              </a:ext>
            </a:extLst>
          </p:cNvPr>
          <p:cNvSpPr>
            <a:spLocks noEditPoints="1"/>
          </p:cNvSpPr>
          <p:nvPr>
            <p:custDataLst>
              <p:custData r:id="rId4"/>
            </p:custDataLst>
          </p:nvPr>
        </p:nvSpPr>
        <p:spPr bwMode="auto">
          <a:xfrm>
            <a:off x="6895514" y="459638"/>
            <a:ext cx="335311" cy="291314"/>
          </a:xfrm>
          <a:custGeom>
            <a:avLst/>
            <a:gdLst>
              <a:gd name="T0" fmla="*/ 7 w 83"/>
              <a:gd name="T1" fmla="*/ 72 h 79"/>
              <a:gd name="T2" fmla="*/ 7 w 83"/>
              <a:gd name="T3" fmla="*/ 67 h 79"/>
              <a:gd name="T4" fmla="*/ 3 w 83"/>
              <a:gd name="T5" fmla="*/ 76 h 79"/>
              <a:gd name="T6" fmla="*/ 0 w 83"/>
              <a:gd name="T7" fmla="*/ 9 h 79"/>
              <a:gd name="T8" fmla="*/ 9 w 83"/>
              <a:gd name="T9" fmla="*/ 0 h 79"/>
              <a:gd name="T10" fmla="*/ 76 w 83"/>
              <a:gd name="T11" fmla="*/ 3 h 79"/>
              <a:gd name="T12" fmla="*/ 79 w 83"/>
              <a:gd name="T13" fmla="*/ 21 h 79"/>
              <a:gd name="T14" fmla="*/ 72 w 83"/>
              <a:gd name="T15" fmla="*/ 9 h 79"/>
              <a:gd name="T16" fmla="*/ 70 w 83"/>
              <a:gd name="T17" fmla="*/ 7 h 79"/>
              <a:gd name="T18" fmla="*/ 8 w 83"/>
              <a:gd name="T19" fmla="*/ 8 h 79"/>
              <a:gd name="T20" fmla="*/ 7 w 83"/>
              <a:gd name="T21" fmla="*/ 70 h 79"/>
              <a:gd name="T22" fmla="*/ 9 w 83"/>
              <a:gd name="T23" fmla="*/ 72 h 79"/>
              <a:gd name="T24" fmla="*/ 71 w 83"/>
              <a:gd name="T25" fmla="*/ 71 h 79"/>
              <a:gd name="T26" fmla="*/ 72 w 83"/>
              <a:gd name="T27" fmla="*/ 58 h 79"/>
              <a:gd name="T28" fmla="*/ 79 w 83"/>
              <a:gd name="T29" fmla="*/ 70 h 79"/>
              <a:gd name="T30" fmla="*/ 70 w 83"/>
              <a:gd name="T31" fmla="*/ 79 h 79"/>
              <a:gd name="T32" fmla="*/ 46 w 83"/>
              <a:gd name="T33" fmla="*/ 60 h 79"/>
              <a:gd name="T34" fmla="*/ 37 w 83"/>
              <a:gd name="T35" fmla="*/ 52 h 79"/>
              <a:gd name="T36" fmla="*/ 40 w 83"/>
              <a:gd name="T37" fmla="*/ 21 h 79"/>
              <a:gd name="T38" fmla="*/ 75 w 83"/>
              <a:gd name="T39" fmla="*/ 19 h 79"/>
              <a:gd name="T40" fmla="*/ 83 w 83"/>
              <a:gd name="T41" fmla="*/ 27 h 79"/>
              <a:gd name="T42" fmla="*/ 81 w 83"/>
              <a:gd name="T43" fmla="*/ 58 h 79"/>
              <a:gd name="T44" fmla="*/ 46 w 83"/>
              <a:gd name="T45" fmla="*/ 60 h 79"/>
              <a:gd name="T46" fmla="*/ 76 w 83"/>
              <a:gd name="T47" fmla="*/ 53 h 79"/>
              <a:gd name="T48" fmla="*/ 76 w 83"/>
              <a:gd name="T49" fmla="*/ 27 h 79"/>
              <a:gd name="T50" fmla="*/ 75 w 83"/>
              <a:gd name="T51" fmla="*/ 26 h 79"/>
              <a:gd name="T52" fmla="*/ 45 w 83"/>
              <a:gd name="T53" fmla="*/ 26 h 79"/>
              <a:gd name="T54" fmla="*/ 44 w 83"/>
              <a:gd name="T55" fmla="*/ 52 h 79"/>
              <a:gd name="T56" fmla="*/ 46 w 83"/>
              <a:gd name="T57" fmla="*/ 53 h 79"/>
              <a:gd name="T58" fmla="*/ 58 w 83"/>
              <a:gd name="T59" fmla="*/ 46 h 79"/>
              <a:gd name="T60" fmla="*/ 65 w 83"/>
              <a:gd name="T61" fmla="*/ 39 h 79"/>
              <a:gd name="T62" fmla="*/ 58 w 83"/>
              <a:gd name="T63" fmla="*/ 33 h 79"/>
              <a:gd name="T64" fmla="*/ 51 w 83"/>
              <a:gd name="T65" fmla="*/ 39 h 79"/>
              <a:gd name="T66" fmla="*/ 58 w 83"/>
              <a:gd name="T67" fmla="*/ 46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83" h="79">
                <a:moveTo>
                  <a:pt x="7" y="67"/>
                </a:moveTo>
                <a:cubicBezTo>
                  <a:pt x="7" y="72"/>
                  <a:pt x="7" y="72"/>
                  <a:pt x="7" y="72"/>
                </a:cubicBezTo>
                <a:cubicBezTo>
                  <a:pt x="7" y="7"/>
                  <a:pt x="7" y="7"/>
                  <a:pt x="7" y="7"/>
                </a:cubicBezTo>
                <a:lnTo>
                  <a:pt x="7" y="67"/>
                </a:lnTo>
                <a:close/>
                <a:moveTo>
                  <a:pt x="9" y="79"/>
                </a:moveTo>
                <a:cubicBezTo>
                  <a:pt x="6" y="79"/>
                  <a:pt x="5" y="78"/>
                  <a:pt x="3" y="76"/>
                </a:cubicBezTo>
                <a:cubicBezTo>
                  <a:pt x="1" y="74"/>
                  <a:pt x="0" y="73"/>
                  <a:pt x="0" y="70"/>
                </a:cubicBezTo>
                <a:cubicBezTo>
                  <a:pt x="0" y="9"/>
                  <a:pt x="0" y="9"/>
                  <a:pt x="0" y="9"/>
                </a:cubicBezTo>
                <a:cubicBezTo>
                  <a:pt x="0" y="6"/>
                  <a:pt x="1" y="4"/>
                  <a:pt x="3" y="3"/>
                </a:cubicBezTo>
                <a:cubicBezTo>
                  <a:pt x="5" y="1"/>
                  <a:pt x="6" y="0"/>
                  <a:pt x="9" y="0"/>
                </a:cubicBezTo>
                <a:cubicBezTo>
                  <a:pt x="70" y="0"/>
                  <a:pt x="70" y="0"/>
                  <a:pt x="70" y="0"/>
                </a:cubicBezTo>
                <a:cubicBezTo>
                  <a:pt x="73" y="0"/>
                  <a:pt x="75" y="1"/>
                  <a:pt x="76" y="3"/>
                </a:cubicBezTo>
                <a:cubicBezTo>
                  <a:pt x="78" y="4"/>
                  <a:pt x="79" y="6"/>
                  <a:pt x="79" y="9"/>
                </a:cubicBezTo>
                <a:cubicBezTo>
                  <a:pt x="79" y="21"/>
                  <a:pt x="79" y="21"/>
                  <a:pt x="79" y="21"/>
                </a:cubicBezTo>
                <a:cubicBezTo>
                  <a:pt x="72" y="21"/>
                  <a:pt x="72" y="21"/>
                  <a:pt x="72" y="21"/>
                </a:cubicBezTo>
                <a:cubicBezTo>
                  <a:pt x="72" y="9"/>
                  <a:pt x="72" y="9"/>
                  <a:pt x="72" y="9"/>
                </a:cubicBezTo>
                <a:cubicBezTo>
                  <a:pt x="72" y="8"/>
                  <a:pt x="72" y="8"/>
                  <a:pt x="71" y="8"/>
                </a:cubicBezTo>
                <a:cubicBezTo>
                  <a:pt x="71" y="7"/>
                  <a:pt x="71" y="7"/>
                  <a:pt x="70" y="7"/>
                </a:cubicBezTo>
                <a:cubicBezTo>
                  <a:pt x="9" y="7"/>
                  <a:pt x="9" y="7"/>
                  <a:pt x="9" y="7"/>
                </a:cubicBezTo>
                <a:cubicBezTo>
                  <a:pt x="8" y="7"/>
                  <a:pt x="8" y="7"/>
                  <a:pt x="8" y="8"/>
                </a:cubicBezTo>
                <a:cubicBezTo>
                  <a:pt x="7" y="8"/>
                  <a:pt x="7" y="8"/>
                  <a:pt x="7" y="9"/>
                </a:cubicBezTo>
                <a:cubicBezTo>
                  <a:pt x="7" y="70"/>
                  <a:pt x="7" y="70"/>
                  <a:pt x="7" y="70"/>
                </a:cubicBezTo>
                <a:cubicBezTo>
                  <a:pt x="7" y="71"/>
                  <a:pt x="7" y="71"/>
                  <a:pt x="8" y="71"/>
                </a:cubicBezTo>
                <a:cubicBezTo>
                  <a:pt x="8" y="72"/>
                  <a:pt x="8" y="72"/>
                  <a:pt x="9" y="72"/>
                </a:cubicBezTo>
                <a:cubicBezTo>
                  <a:pt x="70" y="72"/>
                  <a:pt x="70" y="72"/>
                  <a:pt x="70" y="72"/>
                </a:cubicBezTo>
                <a:cubicBezTo>
                  <a:pt x="71" y="72"/>
                  <a:pt x="71" y="72"/>
                  <a:pt x="71" y="71"/>
                </a:cubicBezTo>
                <a:cubicBezTo>
                  <a:pt x="72" y="71"/>
                  <a:pt x="72" y="71"/>
                  <a:pt x="72" y="70"/>
                </a:cubicBezTo>
                <a:cubicBezTo>
                  <a:pt x="72" y="58"/>
                  <a:pt x="72" y="58"/>
                  <a:pt x="72" y="58"/>
                </a:cubicBezTo>
                <a:cubicBezTo>
                  <a:pt x="79" y="58"/>
                  <a:pt x="79" y="58"/>
                  <a:pt x="79" y="58"/>
                </a:cubicBezTo>
                <a:cubicBezTo>
                  <a:pt x="79" y="70"/>
                  <a:pt x="79" y="70"/>
                  <a:pt x="79" y="70"/>
                </a:cubicBezTo>
                <a:cubicBezTo>
                  <a:pt x="79" y="73"/>
                  <a:pt x="78" y="74"/>
                  <a:pt x="76" y="76"/>
                </a:cubicBezTo>
                <a:cubicBezTo>
                  <a:pt x="75" y="78"/>
                  <a:pt x="73" y="79"/>
                  <a:pt x="70" y="79"/>
                </a:cubicBezTo>
                <a:lnTo>
                  <a:pt x="9" y="79"/>
                </a:lnTo>
                <a:close/>
                <a:moveTo>
                  <a:pt x="46" y="60"/>
                </a:moveTo>
                <a:cubicBezTo>
                  <a:pt x="43" y="60"/>
                  <a:pt x="41" y="59"/>
                  <a:pt x="40" y="58"/>
                </a:cubicBezTo>
                <a:cubicBezTo>
                  <a:pt x="38" y="56"/>
                  <a:pt x="37" y="54"/>
                  <a:pt x="37" y="52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5"/>
                  <a:pt x="38" y="23"/>
                  <a:pt x="40" y="21"/>
                </a:cubicBezTo>
                <a:cubicBezTo>
                  <a:pt x="41" y="20"/>
                  <a:pt x="43" y="19"/>
                  <a:pt x="46" y="19"/>
                </a:cubicBezTo>
                <a:cubicBezTo>
                  <a:pt x="75" y="19"/>
                  <a:pt x="75" y="19"/>
                  <a:pt x="75" y="19"/>
                </a:cubicBezTo>
                <a:cubicBezTo>
                  <a:pt x="77" y="19"/>
                  <a:pt x="79" y="20"/>
                  <a:pt x="81" y="21"/>
                </a:cubicBezTo>
                <a:cubicBezTo>
                  <a:pt x="82" y="23"/>
                  <a:pt x="83" y="25"/>
                  <a:pt x="83" y="27"/>
                </a:cubicBezTo>
                <a:cubicBezTo>
                  <a:pt x="83" y="52"/>
                  <a:pt x="83" y="52"/>
                  <a:pt x="83" y="52"/>
                </a:cubicBezTo>
                <a:cubicBezTo>
                  <a:pt x="83" y="54"/>
                  <a:pt x="82" y="56"/>
                  <a:pt x="81" y="58"/>
                </a:cubicBezTo>
                <a:cubicBezTo>
                  <a:pt x="79" y="59"/>
                  <a:pt x="77" y="60"/>
                  <a:pt x="75" y="60"/>
                </a:cubicBezTo>
                <a:lnTo>
                  <a:pt x="46" y="60"/>
                </a:lnTo>
                <a:close/>
                <a:moveTo>
                  <a:pt x="75" y="53"/>
                </a:moveTo>
                <a:cubicBezTo>
                  <a:pt x="75" y="53"/>
                  <a:pt x="76" y="53"/>
                  <a:pt x="76" y="53"/>
                </a:cubicBezTo>
                <a:cubicBezTo>
                  <a:pt x="76" y="53"/>
                  <a:pt x="76" y="52"/>
                  <a:pt x="76" y="52"/>
                </a:cubicBezTo>
                <a:cubicBezTo>
                  <a:pt x="76" y="27"/>
                  <a:pt x="76" y="27"/>
                  <a:pt x="76" y="27"/>
                </a:cubicBezTo>
                <a:cubicBezTo>
                  <a:pt x="76" y="27"/>
                  <a:pt x="76" y="26"/>
                  <a:pt x="76" y="26"/>
                </a:cubicBezTo>
                <a:cubicBezTo>
                  <a:pt x="76" y="26"/>
                  <a:pt x="75" y="26"/>
                  <a:pt x="75" y="26"/>
                </a:cubicBezTo>
                <a:cubicBezTo>
                  <a:pt x="46" y="26"/>
                  <a:pt x="46" y="26"/>
                  <a:pt x="46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4" y="26"/>
                  <a:pt x="44" y="27"/>
                  <a:pt x="44" y="27"/>
                </a:cubicBezTo>
                <a:cubicBezTo>
                  <a:pt x="44" y="52"/>
                  <a:pt x="44" y="52"/>
                  <a:pt x="44" y="52"/>
                </a:cubicBezTo>
                <a:cubicBezTo>
                  <a:pt x="44" y="52"/>
                  <a:pt x="44" y="53"/>
                  <a:pt x="45" y="53"/>
                </a:cubicBezTo>
                <a:cubicBezTo>
                  <a:pt x="45" y="53"/>
                  <a:pt x="45" y="53"/>
                  <a:pt x="46" y="53"/>
                </a:cubicBezTo>
                <a:lnTo>
                  <a:pt x="75" y="53"/>
                </a:lnTo>
                <a:close/>
                <a:moveTo>
                  <a:pt x="58" y="46"/>
                </a:moveTo>
                <a:cubicBezTo>
                  <a:pt x="60" y="46"/>
                  <a:pt x="61" y="46"/>
                  <a:pt x="63" y="44"/>
                </a:cubicBezTo>
                <a:cubicBezTo>
                  <a:pt x="64" y="43"/>
                  <a:pt x="65" y="41"/>
                  <a:pt x="65" y="39"/>
                </a:cubicBezTo>
                <a:cubicBezTo>
                  <a:pt x="65" y="38"/>
                  <a:pt x="64" y="36"/>
                  <a:pt x="63" y="35"/>
                </a:cubicBezTo>
                <a:cubicBezTo>
                  <a:pt x="61" y="33"/>
                  <a:pt x="60" y="33"/>
                  <a:pt x="58" y="33"/>
                </a:cubicBezTo>
                <a:cubicBezTo>
                  <a:pt x="56" y="33"/>
                  <a:pt x="54" y="33"/>
                  <a:pt x="53" y="35"/>
                </a:cubicBezTo>
                <a:cubicBezTo>
                  <a:pt x="52" y="36"/>
                  <a:pt x="51" y="38"/>
                  <a:pt x="51" y="39"/>
                </a:cubicBezTo>
                <a:cubicBezTo>
                  <a:pt x="51" y="41"/>
                  <a:pt x="52" y="43"/>
                  <a:pt x="53" y="44"/>
                </a:cubicBezTo>
                <a:cubicBezTo>
                  <a:pt x="54" y="46"/>
                  <a:pt x="56" y="46"/>
                  <a:pt x="58" y="4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Freeform 5" descr="Dollar sign inside circle.">
            <a:extLst>
              <a:ext uri="{FF2B5EF4-FFF2-40B4-BE49-F238E27FC236}">
                <a16:creationId xmlns:a16="http://schemas.microsoft.com/office/drawing/2014/main" id="{843FD6EA-4261-38F2-62E9-2E80046C2A36}"/>
              </a:ext>
            </a:extLst>
          </p:cNvPr>
          <p:cNvSpPr>
            <a:spLocks noEditPoints="1"/>
          </p:cNvSpPr>
          <p:nvPr>
            <p:custDataLst>
              <p:custData r:id="rId5"/>
            </p:custDataLst>
          </p:nvPr>
        </p:nvSpPr>
        <p:spPr bwMode="auto">
          <a:xfrm>
            <a:off x="8248588" y="462808"/>
            <a:ext cx="338138" cy="338138"/>
          </a:xfrm>
          <a:custGeom>
            <a:avLst/>
            <a:gdLst>
              <a:gd name="T0" fmla="*/ 40 w 87"/>
              <a:gd name="T1" fmla="*/ 75 h 87"/>
              <a:gd name="T2" fmla="*/ 46 w 87"/>
              <a:gd name="T3" fmla="*/ 75 h 87"/>
              <a:gd name="T4" fmla="*/ 46 w 87"/>
              <a:gd name="T5" fmla="*/ 69 h 87"/>
              <a:gd name="T6" fmla="*/ 56 w 87"/>
              <a:gd name="T7" fmla="*/ 65 h 87"/>
              <a:gd name="T8" fmla="*/ 60 w 87"/>
              <a:gd name="T9" fmla="*/ 55 h 87"/>
              <a:gd name="T10" fmla="*/ 58 w 87"/>
              <a:gd name="T11" fmla="*/ 46 h 87"/>
              <a:gd name="T12" fmla="*/ 47 w 87"/>
              <a:gd name="T13" fmla="*/ 40 h 87"/>
              <a:gd name="T14" fmla="*/ 37 w 87"/>
              <a:gd name="T15" fmla="*/ 35 h 87"/>
              <a:gd name="T16" fmla="*/ 35 w 87"/>
              <a:gd name="T17" fmla="*/ 30 h 87"/>
              <a:gd name="T18" fmla="*/ 37 w 87"/>
              <a:gd name="T19" fmla="*/ 25 h 87"/>
              <a:gd name="T20" fmla="*/ 44 w 87"/>
              <a:gd name="T21" fmla="*/ 23 h 87"/>
              <a:gd name="T22" fmla="*/ 49 w 87"/>
              <a:gd name="T23" fmla="*/ 25 h 87"/>
              <a:gd name="T24" fmla="*/ 53 w 87"/>
              <a:gd name="T25" fmla="*/ 29 h 87"/>
              <a:gd name="T26" fmla="*/ 59 w 87"/>
              <a:gd name="T27" fmla="*/ 27 h 87"/>
              <a:gd name="T28" fmla="*/ 54 w 87"/>
              <a:gd name="T29" fmla="*/ 20 h 87"/>
              <a:gd name="T30" fmla="*/ 47 w 87"/>
              <a:gd name="T31" fmla="*/ 17 h 87"/>
              <a:gd name="T32" fmla="*/ 47 w 87"/>
              <a:gd name="T33" fmla="*/ 12 h 87"/>
              <a:gd name="T34" fmla="*/ 40 w 87"/>
              <a:gd name="T35" fmla="*/ 12 h 87"/>
              <a:gd name="T36" fmla="*/ 40 w 87"/>
              <a:gd name="T37" fmla="*/ 17 h 87"/>
              <a:gd name="T38" fmla="*/ 31 w 87"/>
              <a:gd name="T39" fmla="*/ 22 h 87"/>
              <a:gd name="T40" fmla="*/ 28 w 87"/>
              <a:gd name="T41" fmla="*/ 30 h 87"/>
              <a:gd name="T42" fmla="*/ 31 w 87"/>
              <a:gd name="T43" fmla="*/ 39 h 87"/>
              <a:gd name="T44" fmla="*/ 42 w 87"/>
              <a:gd name="T45" fmla="*/ 44 h 87"/>
              <a:gd name="T46" fmla="*/ 52 w 87"/>
              <a:gd name="T47" fmla="*/ 49 h 87"/>
              <a:gd name="T48" fmla="*/ 54 w 87"/>
              <a:gd name="T49" fmla="*/ 55 h 87"/>
              <a:gd name="T50" fmla="*/ 51 w 87"/>
              <a:gd name="T51" fmla="*/ 61 h 87"/>
              <a:gd name="T52" fmla="*/ 44 w 87"/>
              <a:gd name="T53" fmla="*/ 63 h 87"/>
              <a:gd name="T54" fmla="*/ 37 w 87"/>
              <a:gd name="T55" fmla="*/ 61 h 87"/>
              <a:gd name="T56" fmla="*/ 32 w 87"/>
              <a:gd name="T57" fmla="*/ 54 h 87"/>
              <a:gd name="T58" fmla="*/ 27 w 87"/>
              <a:gd name="T59" fmla="*/ 56 h 87"/>
              <a:gd name="T60" fmla="*/ 32 w 87"/>
              <a:gd name="T61" fmla="*/ 65 h 87"/>
              <a:gd name="T62" fmla="*/ 40 w 87"/>
              <a:gd name="T63" fmla="*/ 69 h 87"/>
              <a:gd name="T64" fmla="*/ 40 w 87"/>
              <a:gd name="T65" fmla="*/ 75 h 87"/>
              <a:gd name="T66" fmla="*/ 43 w 87"/>
              <a:gd name="T67" fmla="*/ 87 h 87"/>
              <a:gd name="T68" fmla="*/ 26 w 87"/>
              <a:gd name="T69" fmla="*/ 83 h 87"/>
              <a:gd name="T70" fmla="*/ 13 w 87"/>
              <a:gd name="T71" fmla="*/ 74 h 87"/>
              <a:gd name="T72" fmla="*/ 3 w 87"/>
              <a:gd name="T73" fmla="*/ 60 h 87"/>
              <a:gd name="T74" fmla="*/ 0 w 87"/>
              <a:gd name="T75" fmla="*/ 43 h 87"/>
              <a:gd name="T76" fmla="*/ 3 w 87"/>
              <a:gd name="T77" fmla="*/ 26 h 87"/>
              <a:gd name="T78" fmla="*/ 13 w 87"/>
              <a:gd name="T79" fmla="*/ 12 h 87"/>
              <a:gd name="T80" fmla="*/ 26 w 87"/>
              <a:gd name="T81" fmla="*/ 3 h 87"/>
              <a:gd name="T82" fmla="*/ 43 w 87"/>
              <a:gd name="T83" fmla="*/ 0 h 87"/>
              <a:gd name="T84" fmla="*/ 60 w 87"/>
              <a:gd name="T85" fmla="*/ 3 h 87"/>
              <a:gd name="T86" fmla="*/ 74 w 87"/>
              <a:gd name="T87" fmla="*/ 12 h 87"/>
              <a:gd name="T88" fmla="*/ 84 w 87"/>
              <a:gd name="T89" fmla="*/ 26 h 87"/>
              <a:gd name="T90" fmla="*/ 87 w 87"/>
              <a:gd name="T91" fmla="*/ 43 h 87"/>
              <a:gd name="T92" fmla="*/ 84 w 87"/>
              <a:gd name="T93" fmla="*/ 60 h 87"/>
              <a:gd name="T94" fmla="*/ 74 w 87"/>
              <a:gd name="T95" fmla="*/ 74 h 87"/>
              <a:gd name="T96" fmla="*/ 60 w 87"/>
              <a:gd name="T97" fmla="*/ 83 h 87"/>
              <a:gd name="T98" fmla="*/ 43 w 87"/>
              <a:gd name="T99" fmla="*/ 87 h 87"/>
              <a:gd name="T100" fmla="*/ 43 w 87"/>
              <a:gd name="T101" fmla="*/ 80 h 87"/>
              <a:gd name="T102" fmla="*/ 70 w 87"/>
              <a:gd name="T103" fmla="*/ 69 h 87"/>
              <a:gd name="T104" fmla="*/ 80 w 87"/>
              <a:gd name="T105" fmla="*/ 43 h 87"/>
              <a:gd name="T106" fmla="*/ 70 w 87"/>
              <a:gd name="T107" fmla="*/ 17 h 87"/>
              <a:gd name="T108" fmla="*/ 43 w 87"/>
              <a:gd name="T109" fmla="*/ 6 h 87"/>
              <a:gd name="T110" fmla="*/ 17 w 87"/>
              <a:gd name="T111" fmla="*/ 17 h 87"/>
              <a:gd name="T112" fmla="*/ 7 w 87"/>
              <a:gd name="T113" fmla="*/ 43 h 87"/>
              <a:gd name="T114" fmla="*/ 17 w 87"/>
              <a:gd name="T115" fmla="*/ 69 h 87"/>
              <a:gd name="T116" fmla="*/ 43 w 87"/>
              <a:gd name="T117" fmla="*/ 80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7" h="87">
                <a:moveTo>
                  <a:pt x="40" y="75"/>
                </a:moveTo>
                <a:cubicBezTo>
                  <a:pt x="46" y="75"/>
                  <a:pt x="46" y="75"/>
                  <a:pt x="46" y="75"/>
                </a:cubicBezTo>
                <a:cubicBezTo>
                  <a:pt x="46" y="69"/>
                  <a:pt x="46" y="69"/>
                  <a:pt x="46" y="69"/>
                </a:cubicBezTo>
                <a:cubicBezTo>
                  <a:pt x="50" y="68"/>
                  <a:pt x="53" y="67"/>
                  <a:pt x="56" y="65"/>
                </a:cubicBezTo>
                <a:cubicBezTo>
                  <a:pt x="59" y="63"/>
                  <a:pt x="60" y="59"/>
                  <a:pt x="60" y="55"/>
                </a:cubicBezTo>
                <a:cubicBezTo>
                  <a:pt x="60" y="52"/>
                  <a:pt x="60" y="49"/>
                  <a:pt x="58" y="46"/>
                </a:cubicBezTo>
                <a:cubicBezTo>
                  <a:pt x="56" y="44"/>
                  <a:pt x="52" y="42"/>
                  <a:pt x="47" y="40"/>
                </a:cubicBezTo>
                <a:cubicBezTo>
                  <a:pt x="42" y="38"/>
                  <a:pt x="38" y="37"/>
                  <a:pt x="37" y="35"/>
                </a:cubicBezTo>
                <a:cubicBezTo>
                  <a:pt x="35" y="34"/>
                  <a:pt x="35" y="32"/>
                  <a:pt x="35" y="30"/>
                </a:cubicBezTo>
                <a:cubicBezTo>
                  <a:pt x="35" y="28"/>
                  <a:pt x="35" y="26"/>
                  <a:pt x="37" y="25"/>
                </a:cubicBezTo>
                <a:cubicBezTo>
                  <a:pt x="39" y="24"/>
                  <a:pt x="41" y="23"/>
                  <a:pt x="44" y="23"/>
                </a:cubicBezTo>
                <a:cubicBezTo>
                  <a:pt x="46" y="23"/>
                  <a:pt x="48" y="24"/>
                  <a:pt x="49" y="25"/>
                </a:cubicBezTo>
                <a:cubicBezTo>
                  <a:pt x="51" y="26"/>
                  <a:pt x="52" y="27"/>
                  <a:pt x="53" y="29"/>
                </a:cubicBezTo>
                <a:cubicBezTo>
                  <a:pt x="59" y="27"/>
                  <a:pt x="59" y="27"/>
                  <a:pt x="59" y="27"/>
                </a:cubicBezTo>
                <a:cubicBezTo>
                  <a:pt x="58" y="24"/>
                  <a:pt x="56" y="22"/>
                  <a:pt x="54" y="20"/>
                </a:cubicBezTo>
                <a:cubicBezTo>
                  <a:pt x="52" y="19"/>
                  <a:pt x="49" y="18"/>
                  <a:pt x="47" y="17"/>
                </a:cubicBezTo>
                <a:cubicBezTo>
                  <a:pt x="47" y="12"/>
                  <a:pt x="47" y="12"/>
                  <a:pt x="47" y="12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7"/>
                  <a:pt x="40" y="17"/>
                  <a:pt x="40" y="17"/>
                </a:cubicBezTo>
                <a:cubicBezTo>
                  <a:pt x="36" y="18"/>
                  <a:pt x="33" y="20"/>
                  <a:pt x="31" y="22"/>
                </a:cubicBezTo>
                <a:cubicBezTo>
                  <a:pt x="29" y="25"/>
                  <a:pt x="28" y="27"/>
                  <a:pt x="28" y="30"/>
                </a:cubicBezTo>
                <a:cubicBezTo>
                  <a:pt x="28" y="34"/>
                  <a:pt x="29" y="37"/>
                  <a:pt x="31" y="39"/>
                </a:cubicBezTo>
                <a:cubicBezTo>
                  <a:pt x="33" y="41"/>
                  <a:pt x="37" y="43"/>
                  <a:pt x="42" y="44"/>
                </a:cubicBezTo>
                <a:cubicBezTo>
                  <a:pt x="46" y="46"/>
                  <a:pt x="50" y="48"/>
                  <a:pt x="52" y="49"/>
                </a:cubicBezTo>
                <a:cubicBezTo>
                  <a:pt x="53" y="51"/>
                  <a:pt x="54" y="53"/>
                  <a:pt x="54" y="55"/>
                </a:cubicBezTo>
                <a:cubicBezTo>
                  <a:pt x="54" y="58"/>
                  <a:pt x="53" y="60"/>
                  <a:pt x="51" y="61"/>
                </a:cubicBezTo>
                <a:cubicBezTo>
                  <a:pt x="49" y="63"/>
                  <a:pt x="47" y="63"/>
                  <a:pt x="44" y="63"/>
                </a:cubicBezTo>
                <a:cubicBezTo>
                  <a:pt x="42" y="63"/>
                  <a:pt x="39" y="62"/>
                  <a:pt x="37" y="61"/>
                </a:cubicBezTo>
                <a:cubicBezTo>
                  <a:pt x="35" y="59"/>
                  <a:pt x="34" y="57"/>
                  <a:pt x="32" y="54"/>
                </a:cubicBezTo>
                <a:cubicBezTo>
                  <a:pt x="27" y="56"/>
                  <a:pt x="27" y="56"/>
                  <a:pt x="27" y="56"/>
                </a:cubicBezTo>
                <a:cubicBezTo>
                  <a:pt x="28" y="60"/>
                  <a:pt x="30" y="63"/>
                  <a:pt x="32" y="65"/>
                </a:cubicBezTo>
                <a:cubicBezTo>
                  <a:pt x="34" y="67"/>
                  <a:pt x="37" y="68"/>
                  <a:pt x="40" y="69"/>
                </a:cubicBezTo>
                <a:lnTo>
                  <a:pt x="40" y="75"/>
                </a:lnTo>
                <a:close/>
                <a:moveTo>
                  <a:pt x="43" y="87"/>
                </a:moveTo>
                <a:cubicBezTo>
                  <a:pt x="37" y="87"/>
                  <a:pt x="32" y="86"/>
                  <a:pt x="26" y="83"/>
                </a:cubicBezTo>
                <a:cubicBezTo>
                  <a:pt x="21" y="81"/>
                  <a:pt x="16" y="78"/>
                  <a:pt x="13" y="74"/>
                </a:cubicBezTo>
                <a:cubicBezTo>
                  <a:pt x="9" y="70"/>
                  <a:pt x="5" y="66"/>
                  <a:pt x="3" y="60"/>
                </a:cubicBezTo>
                <a:cubicBezTo>
                  <a:pt x="1" y="55"/>
                  <a:pt x="0" y="49"/>
                  <a:pt x="0" y="43"/>
                </a:cubicBezTo>
                <a:cubicBezTo>
                  <a:pt x="0" y="37"/>
                  <a:pt x="1" y="31"/>
                  <a:pt x="3" y="26"/>
                </a:cubicBezTo>
                <a:cubicBezTo>
                  <a:pt x="5" y="21"/>
                  <a:pt x="9" y="16"/>
                  <a:pt x="13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2" y="1"/>
                  <a:pt x="37" y="0"/>
                  <a:pt x="43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5"/>
                  <a:pt x="70" y="8"/>
                  <a:pt x="74" y="12"/>
                </a:cubicBezTo>
                <a:cubicBezTo>
                  <a:pt x="78" y="16"/>
                  <a:pt x="81" y="21"/>
                  <a:pt x="84" y="26"/>
                </a:cubicBezTo>
                <a:cubicBezTo>
                  <a:pt x="86" y="31"/>
                  <a:pt x="87" y="37"/>
                  <a:pt x="87" y="43"/>
                </a:cubicBezTo>
                <a:cubicBezTo>
                  <a:pt x="87" y="49"/>
                  <a:pt x="86" y="55"/>
                  <a:pt x="84" y="60"/>
                </a:cubicBezTo>
                <a:cubicBezTo>
                  <a:pt x="81" y="66"/>
                  <a:pt x="78" y="70"/>
                  <a:pt x="74" y="74"/>
                </a:cubicBezTo>
                <a:cubicBezTo>
                  <a:pt x="70" y="78"/>
                  <a:pt x="66" y="81"/>
                  <a:pt x="60" y="83"/>
                </a:cubicBezTo>
                <a:cubicBezTo>
                  <a:pt x="55" y="86"/>
                  <a:pt x="49" y="87"/>
                  <a:pt x="43" y="87"/>
                </a:cubicBezTo>
                <a:close/>
                <a:moveTo>
                  <a:pt x="43" y="80"/>
                </a:moveTo>
                <a:cubicBezTo>
                  <a:pt x="54" y="80"/>
                  <a:pt x="62" y="76"/>
                  <a:pt x="70" y="69"/>
                </a:cubicBezTo>
                <a:cubicBezTo>
                  <a:pt x="77" y="62"/>
                  <a:pt x="80" y="53"/>
                  <a:pt x="80" y="43"/>
                </a:cubicBezTo>
                <a:cubicBezTo>
                  <a:pt x="80" y="33"/>
                  <a:pt x="77" y="24"/>
                  <a:pt x="70" y="17"/>
                </a:cubicBezTo>
                <a:cubicBezTo>
                  <a:pt x="62" y="10"/>
                  <a:pt x="54" y="6"/>
                  <a:pt x="43" y="6"/>
                </a:cubicBezTo>
                <a:cubicBezTo>
                  <a:pt x="33" y="6"/>
                  <a:pt x="24" y="10"/>
                  <a:pt x="17" y="17"/>
                </a:cubicBezTo>
                <a:cubicBezTo>
                  <a:pt x="10" y="24"/>
                  <a:pt x="7" y="33"/>
                  <a:pt x="7" y="43"/>
                </a:cubicBezTo>
                <a:cubicBezTo>
                  <a:pt x="7" y="53"/>
                  <a:pt x="10" y="62"/>
                  <a:pt x="17" y="69"/>
                </a:cubicBezTo>
                <a:cubicBezTo>
                  <a:pt x="24" y="76"/>
                  <a:pt x="33" y="80"/>
                  <a:pt x="43" y="8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37D8E5-E4A9-05AC-73F3-33DC32942DE8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 bwMode="auto">
          <a:xfrm flipV="1">
            <a:off x="3307822" y="2213197"/>
            <a:ext cx="0" cy="1465244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3CA8613E-61C4-436D-21B4-C4B56B30841C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159535" y="3701948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43E73F3-0975-49F4-A09D-86233BACB4CF}" type="datetime'$2'',1''''''''''''''''''''0''''''''''''0''''''M''''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$2,100M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4A2E2EF3-3B01-29D8-852E-0383183809E8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1420746" y="3701948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9D1787C-0DFB-4290-AE77-E8264B6D2085}" type="datetime'''$''''''''''''''''''''''2''''''''''''''''0''''''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9D555F09-9A92-F11C-91F6-40399018F97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4591191" y="3701948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B12C805-A72F-4581-8A21-288CA3E4DD76}" type="datetime'$2'''''''',''''''''''''''1''''10''''''''''''M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$2,110M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5E275988-FA7A-87D5-D45D-7BE926FB060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532808" y="3701948"/>
            <a:ext cx="105306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1EA5F0-47FC-430F-8996-2CE05DFEBA91}" type="datetime'''$''''''''''''''''''''''''''''''''''''0''''''''''''''M'''''''">
              <a:rPr kumimoji="0" lang="en-US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$0M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34E8FD04-BFEC-D978-9472-FB775F5AFD6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4984871" y="3701948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9EB467E-8167-4A67-8264-5A7813DA6B35}" type="datetime'''''$2'',''''''2''''7''''''''''''5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$2,275M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396E8B31-6F56-D3BB-0F0C-BCA23427ED29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969195" y="3701948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8A3FED2-957E-4437-861D-CC28FC01981E}" type="datetime'$1''0''''''''''''''''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$10M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30E0722-242E-1118-6C42-5AC27EACE284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5378552" y="3701948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21CF926-F71E-439F-8394-5F82C4276985}" type="datetime'''''''''''$''2'''',''2''''''8''''''5''''''''M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$2,285M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4339DA3A-4166-2A83-9550-07978454132E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5830103" y="3701948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5A7439F-A596-4844-9236-F09A4A1DF703}" type="datetime'''$''''''''''''''''2,''2''9''5''''''''''''''''''M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$2,295M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2284D49D-34AE-FC99-7CF6-C2657AE55080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1872296" y="3701948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4458C30-1443-4655-A55B-97C2F2F9F1FE}" type="datetime'''''$''''''3''''''''''''''''''''0M''''''''''''''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$30M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84A9F2D2-BF24-420B-4AAA-2CEE4F4F197C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2394612" y="3701948"/>
            <a:ext cx="165962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236C8BA-4695-4C7A-80A7-66E9F3B6C752}" type="datetime'''''''''''''$7''''''''''''''''6''''''0''''''''''M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$760M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151D72BE-B30D-893A-EA53-3E6EEB8498B2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2846163" y="3701948"/>
            <a:ext cx="165962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354AD63-0E24-4370-B175-2DB0C91E9611}" type="datetime'''''''$''7''7''''''''''''''0''''''''''M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$770M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86A577E1-3D59-2028-8E80-0E6B6DCD16E3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3256434" y="3701948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43EB470-BD5A-48FC-88AF-67EACB256684}" type="datetime'''''''''''''$''''2'''',''''''''0''''''''8''''''''0''''M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$2,080M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896CA2AE-806B-D6EA-01F3-161BBF122B0A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3707984" y="3701948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A8222E7-4EE8-417E-9C52-5EA98DF2D1D2}" type="datetime'''''$''''2'''''''''''''',''0''''''''''''''''''''90''''''M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$2,090M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79" name="Freeform: Shape 78">
            <a:extLst>
              <a:ext uri="{FF2B5EF4-FFF2-40B4-BE49-F238E27FC236}">
                <a16:creationId xmlns:a16="http://schemas.microsoft.com/office/drawing/2014/main" id="{E308954A-367D-5A1D-3923-59D581AA968C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4867189" y="3652696"/>
            <a:ext cx="51389" cy="5149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80" name="Freeform: Shape 79">
            <a:extLst>
              <a:ext uri="{FF2B5EF4-FFF2-40B4-BE49-F238E27FC236}">
                <a16:creationId xmlns:a16="http://schemas.microsoft.com/office/drawing/2014/main" id="{4F901FEC-3625-C486-B4BA-1C86C3AADD28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3282549" y="3652696"/>
            <a:ext cx="51390" cy="51491"/>
          </a:xfrm>
          <a:custGeom>
            <a:avLst/>
            <a:gdLst/>
            <a:ahLst/>
            <a:cxnLst/>
            <a:rect l="0" t="0" r="0" b="0"/>
            <a:pathLst>
              <a:path w="96839" h="146051">
                <a:moveTo>
                  <a:pt x="96838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8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81" name="Freeform: Shape 80">
            <a:extLst>
              <a:ext uri="{FF2B5EF4-FFF2-40B4-BE49-F238E27FC236}">
                <a16:creationId xmlns:a16="http://schemas.microsoft.com/office/drawing/2014/main" id="{9F8E4443-7765-0980-8EC5-338364E78C2D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1984342" y="3652696"/>
            <a:ext cx="51389" cy="5149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BB2DA552-B662-52EA-B4C6-8AEF29B9A145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3312877" y="3652696"/>
            <a:ext cx="21062" cy="5149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622C1EDB-D4E7-0B11-9CCF-09893CD127FF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1984342" y="3652696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55465C91-611A-0593-91FF-6AF72472079F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2014670" y="3652696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9BB77586-DD5C-B94A-B183-97BB5C0289B8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867189" y="3652696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CC2A2096-F5FC-439C-B94A-78F49A4F8A0D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4897517" y="3652696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F1CF12C7-F52E-21C1-24C1-A1587A1BCDCA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282549" y="3652696"/>
            <a:ext cx="21062" cy="5149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6A010F-ED2D-A1A6-31F1-B06CE9A6B4DD}"/>
              </a:ext>
            </a:extLst>
          </p:cNvPr>
          <p:cNvCxnSpPr/>
          <p:nvPr>
            <p:custDataLst>
              <p:tags r:id="rId29"/>
            </p:custDataLst>
          </p:nvPr>
        </p:nvCxnSpPr>
        <p:spPr bwMode="gray">
          <a:xfrm>
            <a:off x="585040" y="2879217"/>
            <a:ext cx="1424575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F6958D-5F20-F44B-3ADA-D20ED91AF9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gray">
          <a:xfrm>
            <a:off x="2009615" y="2879217"/>
            <a:ext cx="1298208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E39145-16DD-E097-84D1-C18B06759AA2}"/>
              </a:ext>
            </a:extLst>
          </p:cNvPr>
          <p:cNvCxnSpPr/>
          <p:nvPr>
            <p:custDataLst>
              <p:tags r:id="rId31"/>
            </p:custDataLst>
          </p:nvPr>
        </p:nvCxnSpPr>
        <p:spPr bwMode="gray">
          <a:xfrm>
            <a:off x="3307822" y="2879217"/>
            <a:ext cx="1584639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BC53E2B-2ED7-6856-5AF1-02BF30E837BC}"/>
              </a:ext>
            </a:extLst>
          </p:cNvPr>
          <p:cNvCxnSpPr/>
          <p:nvPr>
            <p:custDataLst>
              <p:tags r:id="rId32"/>
            </p:custDataLst>
          </p:nvPr>
        </p:nvCxnSpPr>
        <p:spPr bwMode="gray">
          <a:xfrm>
            <a:off x="4892462" y="2879217"/>
            <a:ext cx="1042947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C81090AB-D983-C326-3225-026C35E43C74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3796784" y="3267541"/>
            <a:ext cx="448181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8C00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(4)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72585B8A-ED6E-6C35-D45D-A06E8E911D07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2196681" y="2410182"/>
            <a:ext cx="347087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FFD5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(2)</a:t>
            </a:r>
          </a:p>
        </p:txBody>
      </p:sp>
      <p:sp>
        <p:nvSpPr>
          <p:cNvPr id="90" name="Text Placeholder 2">
            <a:extLst>
              <a:ext uri="{FF2B5EF4-FFF2-40B4-BE49-F238E27FC236}">
                <a16:creationId xmlns:a16="http://schemas.microsoft.com/office/drawing/2014/main" id="{A2155881-A70E-4E37-D66F-09977446174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1210776" y="3093041"/>
            <a:ext cx="309178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(1)</a:t>
            </a:r>
          </a:p>
        </p:txBody>
      </p:sp>
      <p:sp>
        <p:nvSpPr>
          <p:cNvPr id="91" name="Text Placeholder 2">
            <a:extLst>
              <a:ext uri="{FF2B5EF4-FFF2-40B4-BE49-F238E27FC236}">
                <a16:creationId xmlns:a16="http://schemas.microsoft.com/office/drawing/2014/main" id="{6171C316-58F4-5140-E99B-7541465A4120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4929872" y="2674839"/>
            <a:ext cx="539165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ED6A7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(3)</a:t>
            </a: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531D6878-2B9D-B035-0DA2-5FE0DA69E683}"/>
              </a:ext>
            </a:extLst>
          </p:cNvPr>
          <p:cNvSpPr txBox="1"/>
          <p:nvPr/>
        </p:nvSpPr>
        <p:spPr>
          <a:xfrm rot="16200000">
            <a:off x="-494583" y="2791396"/>
            <a:ext cx="16887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Carrier Rank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486" name="tc_columnhead">
            <a:extLst>
              <a:ext uri="{FF2B5EF4-FFF2-40B4-BE49-F238E27FC236}">
                <a16:creationId xmlns:a16="http://schemas.microsoft.com/office/drawing/2014/main" id="{09F49CC6-D7D2-EA11-6CE5-EAD1DEC02106}"/>
              </a:ext>
            </a:extLst>
          </p:cNvPr>
          <p:cNvSpPr txBox="1">
            <a:spLocks/>
          </p:cNvSpPr>
          <p:nvPr/>
        </p:nvSpPr>
        <p:spPr>
          <a:xfrm>
            <a:off x="467873" y="872307"/>
            <a:ext cx="5288956" cy="251795"/>
          </a:xfrm>
          <a:prstGeom prst="leftRightArrow">
            <a:avLst>
              <a:gd name="adj1" fmla="val 100000"/>
              <a:gd name="adj2" fmla="val 0"/>
            </a:avLst>
          </a:prstGeom>
          <a:noFill/>
        </p:spPr>
        <p:txBody>
          <a:bodyPr vert="horz" wrap="square" lIns="0" tIns="0" rIns="0" bIns="36000" rtlCol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sz="1400" dirty="0">
                <a:solidFill>
                  <a:srgbClr val="000F47"/>
                </a:solidFill>
                <a:latin typeface="Arial" panose="020B0604020202020204"/>
              </a:rPr>
              <a:t>Carrier</a:t>
            </a:r>
            <a:r>
              <a:rPr kumimoji="0" lang="da-DK" sz="14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Rank vs Marsh GWP: LoB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D71E6C48-AD3A-25C8-83F4-757D5F98F163}"/>
              </a:ext>
            </a:extLst>
          </p:cNvPr>
          <p:cNvSpPr txBox="1"/>
          <p:nvPr/>
        </p:nvSpPr>
        <p:spPr>
          <a:xfrm>
            <a:off x="1593604" y="3785359"/>
            <a:ext cx="34410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Size of Marsh Portfolio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4FE166-EF5E-1D7B-0602-3B6439046AF5}"/>
              </a:ext>
            </a:extLst>
          </p:cNvPr>
          <p:cNvGrpSpPr/>
          <p:nvPr/>
        </p:nvGrpSpPr>
        <p:grpSpPr>
          <a:xfrm>
            <a:off x="6297380" y="2219929"/>
            <a:ext cx="5371484" cy="1472189"/>
            <a:chOff x="622613" y="2162161"/>
            <a:chExt cx="6497010" cy="1990712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9FB00E2-D005-2428-6F74-8A4A7C5306BF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 bwMode="auto">
            <a:xfrm>
              <a:off x="3737567" y="2162161"/>
              <a:ext cx="3382056" cy="905205"/>
            </a:xfrm>
            <a:custGeom>
              <a:avLst/>
              <a:gdLst/>
              <a:ahLst/>
              <a:cxnLst/>
              <a:rect l="0" t="0" r="0" b="0"/>
              <a:pathLst>
                <a:path w="1682751" h="1562101">
                  <a:moveTo>
                    <a:pt x="1682750" y="1562100"/>
                  </a:moveTo>
                  <a:lnTo>
                    <a:pt x="0" y="1562100"/>
                  </a:lnTo>
                  <a:lnTo>
                    <a:pt x="0" y="0"/>
                  </a:lnTo>
                  <a:lnTo>
                    <a:pt x="1682750" y="0"/>
                  </a:lnTo>
                  <a:close/>
                </a:path>
              </a:pathLst>
            </a:custGeom>
            <a:solidFill>
              <a:srgbClr val="B0DC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796C01-ACCA-F2D0-532E-B96D0074AC7B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 bwMode="auto">
            <a:xfrm>
              <a:off x="3737567" y="3067365"/>
              <a:ext cx="3382056" cy="1085508"/>
            </a:xfrm>
            <a:custGeom>
              <a:avLst/>
              <a:gdLst/>
              <a:ahLst/>
              <a:cxnLst/>
              <a:rect l="0" t="0" r="0" b="0"/>
              <a:pathLst>
                <a:path w="1682751" h="1873251">
                  <a:moveTo>
                    <a:pt x="1682750" y="1873250"/>
                  </a:moveTo>
                  <a:lnTo>
                    <a:pt x="0" y="1873250"/>
                  </a:lnTo>
                  <a:lnTo>
                    <a:pt x="0" y="0"/>
                  </a:lnTo>
                  <a:lnTo>
                    <a:pt x="1682750" y="0"/>
                  </a:lnTo>
                  <a:close/>
                </a:path>
              </a:pathLst>
            </a:custGeom>
            <a:solidFill>
              <a:srgbClr val="E6A0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02EA3CA-D096-0931-E771-CC46EDF19A86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 bwMode="auto">
            <a:xfrm>
              <a:off x="622613" y="2162161"/>
              <a:ext cx="3310823" cy="905205"/>
            </a:xfrm>
            <a:custGeom>
              <a:avLst/>
              <a:gdLst/>
              <a:ahLst/>
              <a:cxnLst/>
              <a:rect l="0" t="0" r="0" b="0"/>
              <a:pathLst>
                <a:path w="1500188" h="1562101">
                  <a:moveTo>
                    <a:pt x="1500187" y="1562100"/>
                  </a:moveTo>
                  <a:lnTo>
                    <a:pt x="0" y="1562100"/>
                  </a:lnTo>
                  <a:lnTo>
                    <a:pt x="0" y="0"/>
                  </a:lnTo>
                  <a:lnTo>
                    <a:pt x="1500187" y="0"/>
                  </a:lnTo>
                  <a:close/>
                </a:path>
              </a:pathLst>
            </a:custGeom>
            <a:solidFill>
              <a:srgbClr val="DFEC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32C803A-B9BF-4609-EA58-9E6DF4234A45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 bwMode="auto">
            <a:xfrm>
              <a:off x="622613" y="3067364"/>
              <a:ext cx="3310820" cy="1085509"/>
            </a:xfrm>
            <a:custGeom>
              <a:avLst/>
              <a:gdLst/>
              <a:ahLst/>
              <a:cxnLst/>
              <a:rect l="0" t="0" r="0" b="0"/>
              <a:pathLst>
                <a:path w="1500188" h="1873251">
                  <a:moveTo>
                    <a:pt x="1500187" y="1873250"/>
                  </a:moveTo>
                  <a:lnTo>
                    <a:pt x="0" y="1873250"/>
                  </a:lnTo>
                  <a:lnTo>
                    <a:pt x="0" y="0"/>
                  </a:lnTo>
                  <a:lnTo>
                    <a:pt x="1500187" y="0"/>
                  </a:lnTo>
                  <a:close/>
                </a:path>
              </a:pathLst>
            </a:custGeom>
            <a:solidFill>
              <a:srgbClr val="F0C3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7F3C2004-49E6-4EE7-4358-9474F321C484}"/>
              </a:ext>
            </a:extLst>
          </p:cNvPr>
          <p:cNvGraphicFramePr>
            <a:graphicFrameLocks/>
          </p:cNvGraphicFramePr>
          <p:nvPr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340439867"/>
              </p:ext>
            </p:extLst>
          </p:nvPr>
        </p:nvGraphicFramePr>
        <p:xfrm>
          <a:off x="6050510" y="2146820"/>
          <a:ext cx="5657861" cy="1610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1"/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CE53B3-1298-3083-FF7E-CF52715499DE}"/>
              </a:ext>
            </a:extLst>
          </p:cNvPr>
          <p:cNvCxnSpPr>
            <a:cxnSpLocks/>
          </p:cNvCxnSpPr>
          <p:nvPr>
            <p:custDataLst>
              <p:tags r:id="rId38"/>
            </p:custDataLst>
          </p:nvPr>
        </p:nvCxnSpPr>
        <p:spPr bwMode="auto">
          <a:xfrm flipV="1">
            <a:off x="9036977" y="2219578"/>
            <a:ext cx="0" cy="1465244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8FD0240-5AD0-8233-DA01-2DC4371814AA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gray">
          <a:xfrm>
            <a:off x="9888690" y="3708329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43E73F3-0975-49F4-A09D-86233BACB4CF}" type="datetime'$2'',1''''''''''''''''''''0''''''''''''0''''''M''''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$2,100M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C35F001-7EE8-A99A-011D-765A42C2C55B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gray">
          <a:xfrm>
            <a:off x="7149901" y="3708329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9D1787C-0DFB-4290-AE77-E8264B6D2085}" type="datetime'''$''''''''''''''''''''''2''''''''''''''''0''''''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A9441D-8B43-947C-BDFC-DC9B1397D59E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gray">
          <a:xfrm>
            <a:off x="10320346" y="3708329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B12C805-A72F-4581-8A21-288CA3E4DD76}" type="datetime'$2'''''''',''''''''''''''1''''10''''''''''''M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$2,110M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E710CA8-052A-D5E9-186B-6B65F7059E97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gray">
          <a:xfrm>
            <a:off x="6261963" y="3708329"/>
            <a:ext cx="105306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1EA5F0-47FC-430F-8996-2CE05DFEBA91}" type="datetime'''$''''''''''''''''''''''''''''''''''''0''''''''''''''M'''''''">
              <a:rPr kumimoji="0" lang="en-US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$0M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AF45C8D9-C995-9437-B900-D06EAEDCF2EA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gray">
          <a:xfrm>
            <a:off x="10714026" y="3708329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9EB467E-8167-4A67-8264-5A7813DA6B35}" type="datetime'''''$2'',''''''2''''7''''''''''''5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$2,275M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EB5F332-E746-CB0D-EE28-7683244FF985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gray">
          <a:xfrm>
            <a:off x="6698350" y="3708329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8A3FED2-957E-4437-861D-CC28FC01981E}" type="datetime'$1''0''''''''''''''''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$10M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9DC5E24-7813-19F4-E71A-7A7175D03635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gray">
          <a:xfrm>
            <a:off x="11107707" y="3708329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21CF926-F71E-439F-8394-5F82C4276985}" type="datetime'''''''''''$''2'''',''2''''''8''''''5''''''''M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$2,285M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E51FDF5-900F-D7E0-63E8-2F6E91F7C88B}"/>
              </a:ext>
            </a:extLst>
          </p:cNvPr>
          <p:cNvSpPr>
            <a:spLocks/>
          </p:cNvSpPr>
          <p:nvPr>
            <p:custDataLst>
              <p:tags r:id="rId46"/>
            </p:custDataLst>
          </p:nvPr>
        </p:nvSpPr>
        <p:spPr bwMode="gray">
          <a:xfrm>
            <a:off x="11559258" y="3708329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5A7439F-A596-4844-9236-F09A4A1DF703}" type="datetime'''$''''''''''''''''2,''2''9''5''''''''''''''''''M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$2,295M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83251CE-ED93-DEB5-D0D6-86504B2EE30C}"/>
              </a:ext>
            </a:extLst>
          </p:cNvPr>
          <p:cNvSpPr>
            <a:spLocks/>
          </p:cNvSpPr>
          <p:nvPr>
            <p:custDataLst>
              <p:tags r:id="rId47"/>
            </p:custDataLst>
          </p:nvPr>
        </p:nvSpPr>
        <p:spPr bwMode="gray">
          <a:xfrm>
            <a:off x="7601451" y="3708329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4458C30-1443-4655-A55B-97C2F2F9F1FE}" type="datetime'''''$''''''3''''''''''''''''''''0M''''''''''''''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$30M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D567966-3C3A-4C34-6B7D-DA71BF8FBD84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gray">
          <a:xfrm>
            <a:off x="8123767" y="3708329"/>
            <a:ext cx="165962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236C8BA-4695-4C7A-80A7-66E9F3B6C752}" type="datetime'''''''''''''$7''''''''''''''''6''''''0''''''''''M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$760M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98572A41-2954-4D66-2898-C2468876A79F}"/>
              </a:ext>
            </a:extLst>
          </p:cNvPr>
          <p:cNvSpPr>
            <a:spLocks/>
          </p:cNvSpPr>
          <p:nvPr>
            <p:custDataLst>
              <p:tags r:id="rId49"/>
            </p:custDataLst>
          </p:nvPr>
        </p:nvSpPr>
        <p:spPr bwMode="gray">
          <a:xfrm>
            <a:off x="8575318" y="3708329"/>
            <a:ext cx="165962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354AD63-0E24-4370-B175-2DB0C91E9611}" type="datetime'''''''$''7''7''''''''''''''0''''''''''M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$770M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3A6F0EE5-0CE6-6615-E215-350640A6834C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gray">
          <a:xfrm>
            <a:off x="8985589" y="3708329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43EB470-BD5A-48FC-88AF-67EACB256684}" type="datetime'''''''''''''$''''2'''',''''''''0''''''''8''''''''0''''M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$2,080M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F945EDD1-8B68-F854-4E51-6B33F96632D3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gray">
          <a:xfrm>
            <a:off x="9437139" y="3708329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A8222E7-4EE8-417E-9C52-5EA98DF2D1D2}" type="datetime'''''$''''2'''''''''''''',''0''''''''''''''''''''90''''''M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$2,090M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EBADF2D0-C46C-36EA-3ACB-3092A9BF6624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10596344" y="3659077"/>
            <a:ext cx="51389" cy="5149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A6BC0444-FBB1-7882-D3D8-746A70BCDF66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9011704" y="3659077"/>
            <a:ext cx="51390" cy="51491"/>
          </a:xfrm>
          <a:custGeom>
            <a:avLst/>
            <a:gdLst/>
            <a:ahLst/>
            <a:cxnLst/>
            <a:rect l="0" t="0" r="0" b="0"/>
            <a:pathLst>
              <a:path w="96839" h="146051">
                <a:moveTo>
                  <a:pt x="96838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8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A68E3112-9630-BB5C-A610-6ECF58862EF3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7713497" y="3659077"/>
            <a:ext cx="51389" cy="5149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4DBE794-2AD6-8467-60FC-1ECACE39B6CC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9042032" y="3659077"/>
            <a:ext cx="21062" cy="5149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572A37E-C690-64AA-EC58-59F80DFA0129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7713497" y="3659077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904C8FF-B8E2-487B-CB09-501B4C02A8E0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7743825" y="3659077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30C6739-7393-B775-6723-B932354EBF12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10596344" y="3659077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4F11400-D409-193B-C3A1-299B1439F752}"/>
              </a:ext>
            </a:extLst>
          </p:cNvPr>
          <p:cNvSpPr/>
          <p:nvPr>
            <p:custDataLst>
              <p:tags r:id="rId59"/>
            </p:custDataLst>
          </p:nvPr>
        </p:nvSpPr>
        <p:spPr bwMode="auto">
          <a:xfrm>
            <a:off x="10626672" y="3659077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014AF34-2251-83BC-9FEB-68916B35BABB}"/>
              </a:ext>
            </a:extLst>
          </p:cNvPr>
          <p:cNvSpPr/>
          <p:nvPr>
            <p:custDataLst>
              <p:tags r:id="rId60"/>
            </p:custDataLst>
          </p:nvPr>
        </p:nvSpPr>
        <p:spPr bwMode="auto">
          <a:xfrm>
            <a:off x="9011704" y="3659077"/>
            <a:ext cx="21062" cy="5149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27E7F43-3D7B-1E28-1626-48B2AE11EE3F}"/>
              </a:ext>
            </a:extLst>
          </p:cNvPr>
          <p:cNvCxnSpPr/>
          <p:nvPr>
            <p:custDataLst>
              <p:tags r:id="rId61"/>
            </p:custDataLst>
          </p:nvPr>
        </p:nvCxnSpPr>
        <p:spPr bwMode="gray">
          <a:xfrm>
            <a:off x="6314195" y="2885598"/>
            <a:ext cx="1424575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94A85B2-9C97-0F43-F283-E0873221CFF5}"/>
              </a:ext>
            </a:extLst>
          </p:cNvPr>
          <p:cNvCxnSpPr/>
          <p:nvPr>
            <p:custDataLst>
              <p:tags r:id="rId62"/>
            </p:custDataLst>
          </p:nvPr>
        </p:nvCxnSpPr>
        <p:spPr bwMode="gray">
          <a:xfrm>
            <a:off x="7738770" y="2885598"/>
            <a:ext cx="1298208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7D6C1E8-0A47-968E-C9EF-54A67C6D22C3}"/>
              </a:ext>
            </a:extLst>
          </p:cNvPr>
          <p:cNvCxnSpPr/>
          <p:nvPr>
            <p:custDataLst>
              <p:tags r:id="rId63"/>
            </p:custDataLst>
          </p:nvPr>
        </p:nvCxnSpPr>
        <p:spPr bwMode="gray">
          <a:xfrm>
            <a:off x="9036977" y="2885598"/>
            <a:ext cx="1584639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58A896F-3D01-BA4D-A5B9-971D8476E7FB}"/>
              </a:ext>
            </a:extLst>
          </p:cNvPr>
          <p:cNvCxnSpPr/>
          <p:nvPr>
            <p:custDataLst>
              <p:tags r:id="rId64"/>
            </p:custDataLst>
          </p:nvPr>
        </p:nvCxnSpPr>
        <p:spPr bwMode="gray">
          <a:xfrm>
            <a:off x="10621617" y="2885598"/>
            <a:ext cx="1042947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7059D174-096A-0374-0D44-ADCE69C4FDD5}"/>
              </a:ext>
            </a:extLst>
          </p:cNvPr>
          <p:cNvSpPr>
            <a:spLocks/>
          </p:cNvSpPr>
          <p:nvPr>
            <p:custDataLst>
              <p:tags r:id="rId65"/>
            </p:custDataLst>
          </p:nvPr>
        </p:nvSpPr>
        <p:spPr bwMode="gray">
          <a:xfrm>
            <a:off x="9525939" y="3273922"/>
            <a:ext cx="448181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8C00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(4)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9BD2221A-6192-0494-21B3-04415CC4C768}"/>
              </a:ext>
            </a:extLst>
          </p:cNvPr>
          <p:cNvSpPr>
            <a:spLocks/>
          </p:cNvSpPr>
          <p:nvPr>
            <p:custDataLst>
              <p:tags r:id="rId66"/>
            </p:custDataLst>
          </p:nvPr>
        </p:nvSpPr>
        <p:spPr bwMode="gray">
          <a:xfrm>
            <a:off x="7925836" y="2416563"/>
            <a:ext cx="347087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FFD5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(2)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A2F30DF-0A44-8232-1C13-4F9FEC4AA998}"/>
              </a:ext>
            </a:extLst>
          </p:cNvPr>
          <p:cNvSpPr>
            <a:spLocks/>
          </p:cNvSpPr>
          <p:nvPr>
            <p:custDataLst>
              <p:tags r:id="rId67"/>
            </p:custDataLst>
          </p:nvPr>
        </p:nvSpPr>
        <p:spPr bwMode="gray">
          <a:xfrm>
            <a:off x="6939931" y="3099422"/>
            <a:ext cx="309178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(1)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F63E7ED0-7157-171D-BFE6-B99F9ED3223E}"/>
              </a:ext>
            </a:extLst>
          </p:cNvPr>
          <p:cNvSpPr>
            <a:spLocks/>
          </p:cNvSpPr>
          <p:nvPr>
            <p:custDataLst>
              <p:tags r:id="rId68"/>
            </p:custDataLst>
          </p:nvPr>
        </p:nvSpPr>
        <p:spPr bwMode="gray">
          <a:xfrm>
            <a:off x="10659027" y="2681220"/>
            <a:ext cx="539165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ED6A7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(3)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00C561-001A-9BCF-9E2E-1336A01618E2}"/>
              </a:ext>
            </a:extLst>
          </p:cNvPr>
          <p:cNvSpPr txBox="1"/>
          <p:nvPr/>
        </p:nvSpPr>
        <p:spPr>
          <a:xfrm rot="16200000">
            <a:off x="5234572" y="2797777"/>
            <a:ext cx="16887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Carrier Rank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0C7F3BE1-CB1E-69DB-0F28-A1A6D332D785}"/>
              </a:ext>
            </a:extLst>
          </p:cNvPr>
          <p:cNvSpPr txBox="1"/>
          <p:nvPr/>
        </p:nvSpPr>
        <p:spPr>
          <a:xfrm>
            <a:off x="7322759" y="3791740"/>
            <a:ext cx="34410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Size of Marsh Portfolio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5EE1A267-A28E-4C02-04DD-BD2A387F4B8B}"/>
              </a:ext>
            </a:extLst>
          </p:cNvPr>
          <p:cNvGrpSpPr/>
          <p:nvPr/>
        </p:nvGrpSpPr>
        <p:grpSpPr>
          <a:xfrm>
            <a:off x="6419702" y="4379601"/>
            <a:ext cx="5371484" cy="1472189"/>
            <a:chOff x="622613" y="2162161"/>
            <a:chExt cx="6497010" cy="1990712"/>
          </a:xfrm>
        </p:grpSpPr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21CBD3D-7830-31BB-B9BB-60DAC5462881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 bwMode="auto">
            <a:xfrm>
              <a:off x="3737567" y="2162161"/>
              <a:ext cx="3382056" cy="905205"/>
            </a:xfrm>
            <a:custGeom>
              <a:avLst/>
              <a:gdLst/>
              <a:ahLst/>
              <a:cxnLst/>
              <a:rect l="0" t="0" r="0" b="0"/>
              <a:pathLst>
                <a:path w="1682751" h="1562101">
                  <a:moveTo>
                    <a:pt x="1682750" y="1562100"/>
                  </a:moveTo>
                  <a:lnTo>
                    <a:pt x="0" y="1562100"/>
                  </a:lnTo>
                  <a:lnTo>
                    <a:pt x="0" y="0"/>
                  </a:lnTo>
                  <a:lnTo>
                    <a:pt x="1682750" y="0"/>
                  </a:lnTo>
                  <a:close/>
                </a:path>
              </a:pathLst>
            </a:custGeom>
            <a:solidFill>
              <a:srgbClr val="B0DC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2984D56D-9ADB-49FA-5544-A3A6656ABF99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 bwMode="auto">
            <a:xfrm>
              <a:off x="3737567" y="3067365"/>
              <a:ext cx="3382056" cy="1085508"/>
            </a:xfrm>
            <a:custGeom>
              <a:avLst/>
              <a:gdLst/>
              <a:ahLst/>
              <a:cxnLst/>
              <a:rect l="0" t="0" r="0" b="0"/>
              <a:pathLst>
                <a:path w="1682751" h="1873251">
                  <a:moveTo>
                    <a:pt x="1682750" y="1873250"/>
                  </a:moveTo>
                  <a:lnTo>
                    <a:pt x="0" y="1873250"/>
                  </a:lnTo>
                  <a:lnTo>
                    <a:pt x="0" y="0"/>
                  </a:lnTo>
                  <a:lnTo>
                    <a:pt x="1682750" y="0"/>
                  </a:lnTo>
                  <a:close/>
                </a:path>
              </a:pathLst>
            </a:custGeom>
            <a:solidFill>
              <a:srgbClr val="E6A0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0726057A-E4A9-2127-4AB6-917D0527BE0A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 bwMode="auto">
            <a:xfrm>
              <a:off x="622613" y="2162161"/>
              <a:ext cx="3310823" cy="905205"/>
            </a:xfrm>
            <a:custGeom>
              <a:avLst/>
              <a:gdLst/>
              <a:ahLst/>
              <a:cxnLst/>
              <a:rect l="0" t="0" r="0" b="0"/>
              <a:pathLst>
                <a:path w="1500188" h="1562101">
                  <a:moveTo>
                    <a:pt x="1500187" y="1562100"/>
                  </a:moveTo>
                  <a:lnTo>
                    <a:pt x="0" y="1562100"/>
                  </a:lnTo>
                  <a:lnTo>
                    <a:pt x="0" y="0"/>
                  </a:lnTo>
                  <a:lnTo>
                    <a:pt x="1500187" y="0"/>
                  </a:lnTo>
                  <a:close/>
                </a:path>
              </a:pathLst>
            </a:custGeom>
            <a:solidFill>
              <a:srgbClr val="DFEC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D7491AC2-876D-8890-8202-2BB70CE34463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 bwMode="auto">
            <a:xfrm>
              <a:off x="622613" y="3067364"/>
              <a:ext cx="3310820" cy="1085509"/>
            </a:xfrm>
            <a:custGeom>
              <a:avLst/>
              <a:gdLst/>
              <a:ahLst/>
              <a:cxnLst/>
              <a:rect l="0" t="0" r="0" b="0"/>
              <a:pathLst>
                <a:path w="1500188" h="1873251">
                  <a:moveTo>
                    <a:pt x="1500187" y="1873250"/>
                  </a:moveTo>
                  <a:lnTo>
                    <a:pt x="0" y="1873250"/>
                  </a:lnTo>
                  <a:lnTo>
                    <a:pt x="0" y="0"/>
                  </a:lnTo>
                  <a:lnTo>
                    <a:pt x="1500187" y="0"/>
                  </a:lnTo>
                  <a:close/>
                </a:path>
              </a:pathLst>
            </a:custGeom>
            <a:solidFill>
              <a:srgbClr val="F0C3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aphicFrame>
        <p:nvGraphicFramePr>
          <p:cNvPr id="454" name="Chart 453">
            <a:extLst>
              <a:ext uri="{FF2B5EF4-FFF2-40B4-BE49-F238E27FC236}">
                <a16:creationId xmlns:a16="http://schemas.microsoft.com/office/drawing/2014/main" id="{286B897C-9713-314D-9E9F-C47BDD9E232B}"/>
              </a:ext>
            </a:extLst>
          </p:cNvPr>
          <p:cNvGraphicFramePr>
            <a:graphicFrameLocks/>
          </p:cNvGraphicFramePr>
          <p:nvPr>
            <p:custDataLst>
              <p:tags r:id="rId69"/>
            </p:custDataLst>
            <p:extLst>
              <p:ext uri="{D42A27DB-BD31-4B8C-83A1-F6EECF244321}">
                <p14:modId xmlns:p14="http://schemas.microsoft.com/office/powerpoint/2010/main" val="130296680"/>
              </p:ext>
            </p:extLst>
          </p:nvPr>
        </p:nvGraphicFramePr>
        <p:xfrm>
          <a:off x="6172832" y="4306492"/>
          <a:ext cx="5657861" cy="1610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2"/>
          </a:graphicData>
        </a:graphic>
      </p:graphicFrame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723E07D1-A412-085D-5E34-A840E10A505B}"/>
              </a:ext>
            </a:extLst>
          </p:cNvPr>
          <p:cNvCxnSpPr>
            <a:cxnSpLocks/>
          </p:cNvCxnSpPr>
          <p:nvPr>
            <p:custDataLst>
              <p:tags r:id="rId70"/>
            </p:custDataLst>
          </p:nvPr>
        </p:nvCxnSpPr>
        <p:spPr bwMode="auto">
          <a:xfrm flipV="1">
            <a:off x="9159299" y="4379250"/>
            <a:ext cx="0" cy="1465244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6" name="Text Placeholder 2">
            <a:extLst>
              <a:ext uri="{FF2B5EF4-FFF2-40B4-BE49-F238E27FC236}">
                <a16:creationId xmlns:a16="http://schemas.microsoft.com/office/drawing/2014/main" id="{5F1D7F67-BAC9-5610-FD08-D214E30885CC}"/>
              </a:ext>
            </a:extLst>
          </p:cNvPr>
          <p:cNvSpPr>
            <a:spLocks/>
          </p:cNvSpPr>
          <p:nvPr>
            <p:custDataLst>
              <p:tags r:id="rId71"/>
            </p:custDataLst>
          </p:nvPr>
        </p:nvSpPr>
        <p:spPr bwMode="gray">
          <a:xfrm>
            <a:off x="10011012" y="5868001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43E73F3-0975-49F4-A09D-86233BACB4CF}" type="datetime'$2'',1''''''''''''''''''''0''''''''''''0''''''M''''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$2,100M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7" name="Text Placeholder 2">
            <a:extLst>
              <a:ext uri="{FF2B5EF4-FFF2-40B4-BE49-F238E27FC236}">
                <a16:creationId xmlns:a16="http://schemas.microsoft.com/office/drawing/2014/main" id="{967809B9-A7D5-A8E5-EF4B-31854AF0ACB8}"/>
              </a:ext>
            </a:extLst>
          </p:cNvPr>
          <p:cNvSpPr>
            <a:spLocks/>
          </p:cNvSpPr>
          <p:nvPr>
            <p:custDataLst>
              <p:tags r:id="rId72"/>
            </p:custDataLst>
          </p:nvPr>
        </p:nvSpPr>
        <p:spPr bwMode="gray">
          <a:xfrm>
            <a:off x="7272223" y="5868001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9D1787C-0DFB-4290-AE77-E8264B6D2085}" type="datetime'''$''''''''''''''''''''''2''''''''''''''''0''''''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8" name="Text Placeholder 2">
            <a:extLst>
              <a:ext uri="{FF2B5EF4-FFF2-40B4-BE49-F238E27FC236}">
                <a16:creationId xmlns:a16="http://schemas.microsoft.com/office/drawing/2014/main" id="{DFDDB73D-969A-9857-0615-1465CD6B07AC}"/>
              </a:ext>
            </a:extLst>
          </p:cNvPr>
          <p:cNvSpPr>
            <a:spLocks/>
          </p:cNvSpPr>
          <p:nvPr>
            <p:custDataLst>
              <p:tags r:id="rId73"/>
            </p:custDataLst>
          </p:nvPr>
        </p:nvSpPr>
        <p:spPr bwMode="gray">
          <a:xfrm>
            <a:off x="10442668" y="5868001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B12C805-A72F-4581-8A21-288CA3E4DD76}" type="datetime'$2'''''''',''''''''''''''1''''10''''''''''''M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$2,110M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9" name="Text Placeholder 2">
            <a:extLst>
              <a:ext uri="{FF2B5EF4-FFF2-40B4-BE49-F238E27FC236}">
                <a16:creationId xmlns:a16="http://schemas.microsoft.com/office/drawing/2014/main" id="{66D7E14B-A3C7-B317-0D19-FFC7E3B3DAF2}"/>
              </a:ext>
            </a:extLst>
          </p:cNvPr>
          <p:cNvSpPr>
            <a:spLocks/>
          </p:cNvSpPr>
          <p:nvPr>
            <p:custDataLst>
              <p:tags r:id="rId74"/>
            </p:custDataLst>
          </p:nvPr>
        </p:nvSpPr>
        <p:spPr bwMode="gray">
          <a:xfrm>
            <a:off x="6384285" y="5868001"/>
            <a:ext cx="105306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1EA5F0-47FC-430F-8996-2CE05DFEBA91}" type="datetime'''$''''''''''''''''''''''''''''''''''''0''''''''''''''M'''''''">
              <a:rPr kumimoji="0" lang="en-US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$0M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0" name="Text Placeholder 2">
            <a:extLst>
              <a:ext uri="{FF2B5EF4-FFF2-40B4-BE49-F238E27FC236}">
                <a16:creationId xmlns:a16="http://schemas.microsoft.com/office/drawing/2014/main" id="{4F08EF15-34C4-B4C5-EE03-71DB3735DFFF}"/>
              </a:ext>
            </a:extLst>
          </p:cNvPr>
          <p:cNvSpPr>
            <a:spLocks/>
          </p:cNvSpPr>
          <p:nvPr>
            <p:custDataLst>
              <p:tags r:id="rId75"/>
            </p:custDataLst>
          </p:nvPr>
        </p:nvSpPr>
        <p:spPr bwMode="gray">
          <a:xfrm>
            <a:off x="10836348" y="5868001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9EB467E-8167-4A67-8264-5A7813DA6B35}" type="datetime'''''$2'',''''''2''''7''''''''''''5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$2,275M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1" name="Text Placeholder 2">
            <a:extLst>
              <a:ext uri="{FF2B5EF4-FFF2-40B4-BE49-F238E27FC236}">
                <a16:creationId xmlns:a16="http://schemas.microsoft.com/office/drawing/2014/main" id="{B0936481-15A1-1CEF-A577-86EFBB033DF7}"/>
              </a:ext>
            </a:extLst>
          </p:cNvPr>
          <p:cNvSpPr>
            <a:spLocks/>
          </p:cNvSpPr>
          <p:nvPr>
            <p:custDataLst>
              <p:tags r:id="rId76"/>
            </p:custDataLst>
          </p:nvPr>
        </p:nvSpPr>
        <p:spPr bwMode="gray">
          <a:xfrm>
            <a:off x="6820672" y="5868001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8A3FED2-957E-4437-861D-CC28FC01981E}" type="datetime'$1''0''''''''''''''''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$10M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2" name="Text Placeholder 2">
            <a:extLst>
              <a:ext uri="{FF2B5EF4-FFF2-40B4-BE49-F238E27FC236}">
                <a16:creationId xmlns:a16="http://schemas.microsoft.com/office/drawing/2014/main" id="{4B7E58B3-1AB4-4CF3-ECF8-56886E51018C}"/>
              </a:ext>
            </a:extLst>
          </p:cNvPr>
          <p:cNvSpPr>
            <a:spLocks/>
          </p:cNvSpPr>
          <p:nvPr>
            <p:custDataLst>
              <p:tags r:id="rId77"/>
            </p:custDataLst>
          </p:nvPr>
        </p:nvSpPr>
        <p:spPr bwMode="gray">
          <a:xfrm>
            <a:off x="11230029" y="5868001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21CF926-F71E-439F-8394-5F82C4276985}" type="datetime'''''''''''$''2'''',''2''''''8''''''5''''''''M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$2,285M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3" name="Text Placeholder 2">
            <a:extLst>
              <a:ext uri="{FF2B5EF4-FFF2-40B4-BE49-F238E27FC236}">
                <a16:creationId xmlns:a16="http://schemas.microsoft.com/office/drawing/2014/main" id="{8879584A-FED8-D10D-8044-7E9B8EB9A496}"/>
              </a:ext>
            </a:extLst>
          </p:cNvPr>
          <p:cNvSpPr>
            <a:spLocks/>
          </p:cNvSpPr>
          <p:nvPr>
            <p:custDataLst>
              <p:tags r:id="rId78"/>
            </p:custDataLst>
          </p:nvPr>
        </p:nvSpPr>
        <p:spPr bwMode="gray">
          <a:xfrm>
            <a:off x="11681580" y="5868001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5A7439F-A596-4844-9236-F09A4A1DF703}" type="datetime'''$''''''''''''''''2,''2''9''5''''''''''''''''''M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$2,295M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4" name="Text Placeholder 2">
            <a:extLst>
              <a:ext uri="{FF2B5EF4-FFF2-40B4-BE49-F238E27FC236}">
                <a16:creationId xmlns:a16="http://schemas.microsoft.com/office/drawing/2014/main" id="{AC01A670-D305-C0CE-3B37-45F5AADFA263}"/>
              </a:ext>
            </a:extLst>
          </p:cNvPr>
          <p:cNvSpPr>
            <a:spLocks/>
          </p:cNvSpPr>
          <p:nvPr>
            <p:custDataLst>
              <p:tags r:id="rId79"/>
            </p:custDataLst>
          </p:nvPr>
        </p:nvSpPr>
        <p:spPr bwMode="gray">
          <a:xfrm>
            <a:off x="7723773" y="5868001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4458C30-1443-4655-A55B-97C2F2F9F1FE}" type="datetime'''''$''''''3''''''''''''''''''''0M''''''''''''''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$30M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5" name="Text Placeholder 2">
            <a:extLst>
              <a:ext uri="{FF2B5EF4-FFF2-40B4-BE49-F238E27FC236}">
                <a16:creationId xmlns:a16="http://schemas.microsoft.com/office/drawing/2014/main" id="{EF532C99-1989-59E3-0320-1FE64D8273EC}"/>
              </a:ext>
            </a:extLst>
          </p:cNvPr>
          <p:cNvSpPr>
            <a:spLocks/>
          </p:cNvSpPr>
          <p:nvPr>
            <p:custDataLst>
              <p:tags r:id="rId80"/>
            </p:custDataLst>
          </p:nvPr>
        </p:nvSpPr>
        <p:spPr bwMode="gray">
          <a:xfrm>
            <a:off x="8246089" y="5868001"/>
            <a:ext cx="165962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236C8BA-4695-4C7A-80A7-66E9F3B6C752}" type="datetime'''''''''''''$7''''''''''''''''6''''''0''''''''''M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$760M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6" name="Text Placeholder 2">
            <a:extLst>
              <a:ext uri="{FF2B5EF4-FFF2-40B4-BE49-F238E27FC236}">
                <a16:creationId xmlns:a16="http://schemas.microsoft.com/office/drawing/2014/main" id="{3914A14B-F7A8-3EA6-15B4-0A591BB0D2EE}"/>
              </a:ext>
            </a:extLst>
          </p:cNvPr>
          <p:cNvSpPr>
            <a:spLocks/>
          </p:cNvSpPr>
          <p:nvPr>
            <p:custDataLst>
              <p:tags r:id="rId81"/>
            </p:custDataLst>
          </p:nvPr>
        </p:nvSpPr>
        <p:spPr bwMode="gray">
          <a:xfrm>
            <a:off x="8697640" y="5868001"/>
            <a:ext cx="165962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354AD63-0E24-4370-B175-2DB0C91E9611}" type="datetime'''''''$''7''7''''''''''''''0''''''''''M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$770M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7" name="Text Placeholder 2">
            <a:extLst>
              <a:ext uri="{FF2B5EF4-FFF2-40B4-BE49-F238E27FC236}">
                <a16:creationId xmlns:a16="http://schemas.microsoft.com/office/drawing/2014/main" id="{9F66A6D9-DBD6-30D4-051D-0DE8E3F2A5FD}"/>
              </a:ext>
            </a:extLst>
          </p:cNvPr>
          <p:cNvSpPr>
            <a:spLocks/>
          </p:cNvSpPr>
          <p:nvPr>
            <p:custDataLst>
              <p:tags r:id="rId82"/>
            </p:custDataLst>
          </p:nvPr>
        </p:nvSpPr>
        <p:spPr bwMode="gray">
          <a:xfrm>
            <a:off x="9107911" y="5868001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43EB470-BD5A-48FC-88AF-67EACB256684}" type="datetime'''''''''''''$''''2'''',''''''''0''''''''8''''''''0''''M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$2,080M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8" name="Text Placeholder 2">
            <a:extLst>
              <a:ext uri="{FF2B5EF4-FFF2-40B4-BE49-F238E27FC236}">
                <a16:creationId xmlns:a16="http://schemas.microsoft.com/office/drawing/2014/main" id="{7A2E54CF-FBE2-9AAF-A6C0-CDCD16AA47FD}"/>
              </a:ext>
            </a:extLst>
          </p:cNvPr>
          <p:cNvSpPr>
            <a:spLocks/>
          </p:cNvSpPr>
          <p:nvPr>
            <p:custDataLst>
              <p:tags r:id="rId83"/>
            </p:custDataLst>
          </p:nvPr>
        </p:nvSpPr>
        <p:spPr bwMode="gray">
          <a:xfrm>
            <a:off x="9559461" y="5868001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A8222E7-4EE8-417E-9C52-5EA98DF2D1D2}" type="datetime'''''$''''2'''''''''''''',''0''''''''''''''''''''90''''''M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$2,090M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469" name="Freeform: Shape 468">
            <a:extLst>
              <a:ext uri="{FF2B5EF4-FFF2-40B4-BE49-F238E27FC236}">
                <a16:creationId xmlns:a16="http://schemas.microsoft.com/office/drawing/2014/main" id="{EDE4CC22-76AD-ED68-8D50-102578777D77}"/>
              </a:ext>
            </a:extLst>
          </p:cNvPr>
          <p:cNvSpPr/>
          <p:nvPr>
            <p:custDataLst>
              <p:tags r:id="rId84"/>
            </p:custDataLst>
          </p:nvPr>
        </p:nvSpPr>
        <p:spPr bwMode="auto">
          <a:xfrm>
            <a:off x="10718666" y="5818749"/>
            <a:ext cx="51389" cy="5149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470" name="Freeform: Shape 469">
            <a:extLst>
              <a:ext uri="{FF2B5EF4-FFF2-40B4-BE49-F238E27FC236}">
                <a16:creationId xmlns:a16="http://schemas.microsoft.com/office/drawing/2014/main" id="{4E437449-236B-805A-6D4D-D8EA3BB3F141}"/>
              </a:ext>
            </a:extLst>
          </p:cNvPr>
          <p:cNvSpPr/>
          <p:nvPr>
            <p:custDataLst>
              <p:tags r:id="rId85"/>
            </p:custDataLst>
          </p:nvPr>
        </p:nvSpPr>
        <p:spPr bwMode="auto">
          <a:xfrm>
            <a:off x="9134026" y="5818749"/>
            <a:ext cx="51390" cy="51491"/>
          </a:xfrm>
          <a:custGeom>
            <a:avLst/>
            <a:gdLst/>
            <a:ahLst/>
            <a:cxnLst/>
            <a:rect l="0" t="0" r="0" b="0"/>
            <a:pathLst>
              <a:path w="96839" h="146051">
                <a:moveTo>
                  <a:pt x="96838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8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471" name="Freeform: Shape 470">
            <a:extLst>
              <a:ext uri="{FF2B5EF4-FFF2-40B4-BE49-F238E27FC236}">
                <a16:creationId xmlns:a16="http://schemas.microsoft.com/office/drawing/2014/main" id="{048693B0-8C89-BA6C-5AF9-75736E96C54F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7835819" y="5818749"/>
            <a:ext cx="51389" cy="5149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2" name="Freeform: Shape 471">
            <a:extLst>
              <a:ext uri="{FF2B5EF4-FFF2-40B4-BE49-F238E27FC236}">
                <a16:creationId xmlns:a16="http://schemas.microsoft.com/office/drawing/2014/main" id="{27A875C6-5AFE-DBD3-AEB2-4854EFDE135D}"/>
              </a:ext>
            </a:extLst>
          </p:cNvPr>
          <p:cNvSpPr/>
          <p:nvPr>
            <p:custDataLst>
              <p:tags r:id="rId87"/>
            </p:custDataLst>
          </p:nvPr>
        </p:nvSpPr>
        <p:spPr bwMode="auto">
          <a:xfrm>
            <a:off x="9164354" y="5818749"/>
            <a:ext cx="21062" cy="5149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3" name="Freeform: Shape 472">
            <a:extLst>
              <a:ext uri="{FF2B5EF4-FFF2-40B4-BE49-F238E27FC236}">
                <a16:creationId xmlns:a16="http://schemas.microsoft.com/office/drawing/2014/main" id="{1F5C3BC0-42C1-DDCC-F9A7-139DDA0F8831}"/>
              </a:ext>
            </a:extLst>
          </p:cNvPr>
          <p:cNvSpPr/>
          <p:nvPr>
            <p:custDataLst>
              <p:tags r:id="rId88"/>
            </p:custDataLst>
          </p:nvPr>
        </p:nvSpPr>
        <p:spPr bwMode="auto">
          <a:xfrm>
            <a:off x="7835819" y="5818749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4" name="Freeform: Shape 473">
            <a:extLst>
              <a:ext uri="{FF2B5EF4-FFF2-40B4-BE49-F238E27FC236}">
                <a16:creationId xmlns:a16="http://schemas.microsoft.com/office/drawing/2014/main" id="{9792910D-CFCE-420C-1CCA-7C95CB3C2BD8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7866147" y="5818749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5" name="Freeform: Shape 474">
            <a:extLst>
              <a:ext uri="{FF2B5EF4-FFF2-40B4-BE49-F238E27FC236}">
                <a16:creationId xmlns:a16="http://schemas.microsoft.com/office/drawing/2014/main" id="{F21F1555-201B-11AF-CB55-A3D849645C2F}"/>
              </a:ext>
            </a:extLst>
          </p:cNvPr>
          <p:cNvSpPr/>
          <p:nvPr>
            <p:custDataLst>
              <p:tags r:id="rId90"/>
            </p:custDataLst>
          </p:nvPr>
        </p:nvSpPr>
        <p:spPr bwMode="auto">
          <a:xfrm>
            <a:off x="10718666" y="5818749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6" name="Freeform: Shape 475">
            <a:extLst>
              <a:ext uri="{FF2B5EF4-FFF2-40B4-BE49-F238E27FC236}">
                <a16:creationId xmlns:a16="http://schemas.microsoft.com/office/drawing/2014/main" id="{28BFBCD9-1B1B-DD36-113A-E56930BFB03C}"/>
              </a:ext>
            </a:extLst>
          </p:cNvPr>
          <p:cNvSpPr/>
          <p:nvPr>
            <p:custDataLst>
              <p:tags r:id="rId91"/>
            </p:custDataLst>
          </p:nvPr>
        </p:nvSpPr>
        <p:spPr bwMode="auto">
          <a:xfrm>
            <a:off x="10748994" y="5818749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7" name="Freeform: Shape 476">
            <a:extLst>
              <a:ext uri="{FF2B5EF4-FFF2-40B4-BE49-F238E27FC236}">
                <a16:creationId xmlns:a16="http://schemas.microsoft.com/office/drawing/2014/main" id="{145D22E2-5A00-772D-4267-98A8DA844A33}"/>
              </a:ext>
            </a:extLst>
          </p:cNvPr>
          <p:cNvSpPr/>
          <p:nvPr>
            <p:custDataLst>
              <p:tags r:id="rId92"/>
            </p:custDataLst>
          </p:nvPr>
        </p:nvSpPr>
        <p:spPr bwMode="auto">
          <a:xfrm>
            <a:off x="9134026" y="5818749"/>
            <a:ext cx="21062" cy="5149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E0D8C221-DFD5-3D12-A08C-8294E0F116FC}"/>
              </a:ext>
            </a:extLst>
          </p:cNvPr>
          <p:cNvCxnSpPr/>
          <p:nvPr>
            <p:custDataLst>
              <p:tags r:id="rId93"/>
            </p:custDataLst>
          </p:nvPr>
        </p:nvCxnSpPr>
        <p:spPr bwMode="gray">
          <a:xfrm>
            <a:off x="6436517" y="5045270"/>
            <a:ext cx="1424575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B03732B2-CF6E-3B4F-0ED1-A23F34858B37}"/>
              </a:ext>
            </a:extLst>
          </p:cNvPr>
          <p:cNvCxnSpPr/>
          <p:nvPr>
            <p:custDataLst>
              <p:tags r:id="rId94"/>
            </p:custDataLst>
          </p:nvPr>
        </p:nvCxnSpPr>
        <p:spPr bwMode="gray">
          <a:xfrm>
            <a:off x="7861092" y="5045270"/>
            <a:ext cx="1298208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A5F286BA-C83B-6CCB-F3E0-288176DD91CD}"/>
              </a:ext>
            </a:extLst>
          </p:cNvPr>
          <p:cNvCxnSpPr/>
          <p:nvPr>
            <p:custDataLst>
              <p:tags r:id="rId95"/>
            </p:custDataLst>
          </p:nvPr>
        </p:nvCxnSpPr>
        <p:spPr bwMode="gray">
          <a:xfrm>
            <a:off x="9159299" y="5045270"/>
            <a:ext cx="1584639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1" name="Straight Connector 480">
            <a:extLst>
              <a:ext uri="{FF2B5EF4-FFF2-40B4-BE49-F238E27FC236}">
                <a16:creationId xmlns:a16="http://schemas.microsoft.com/office/drawing/2014/main" id="{89B82E50-7250-8A79-29CF-8346E643BE15}"/>
              </a:ext>
            </a:extLst>
          </p:cNvPr>
          <p:cNvCxnSpPr/>
          <p:nvPr>
            <p:custDataLst>
              <p:tags r:id="rId96"/>
            </p:custDataLst>
          </p:nvPr>
        </p:nvCxnSpPr>
        <p:spPr bwMode="gray">
          <a:xfrm>
            <a:off x="10743939" y="5045270"/>
            <a:ext cx="1042947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7" name="Text Placeholder 2">
            <a:extLst>
              <a:ext uri="{FF2B5EF4-FFF2-40B4-BE49-F238E27FC236}">
                <a16:creationId xmlns:a16="http://schemas.microsoft.com/office/drawing/2014/main" id="{1DE3C8CC-DD2C-2CCB-17B8-AE0F1648BEAC}"/>
              </a:ext>
            </a:extLst>
          </p:cNvPr>
          <p:cNvSpPr>
            <a:spLocks/>
          </p:cNvSpPr>
          <p:nvPr>
            <p:custDataLst>
              <p:tags r:id="rId97"/>
            </p:custDataLst>
          </p:nvPr>
        </p:nvSpPr>
        <p:spPr bwMode="gray">
          <a:xfrm>
            <a:off x="9648261" y="5433594"/>
            <a:ext cx="448181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8C00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(4)</a:t>
            </a:r>
          </a:p>
        </p:txBody>
      </p:sp>
      <p:sp>
        <p:nvSpPr>
          <p:cNvPr id="492" name="Text Placeholder 2">
            <a:extLst>
              <a:ext uri="{FF2B5EF4-FFF2-40B4-BE49-F238E27FC236}">
                <a16:creationId xmlns:a16="http://schemas.microsoft.com/office/drawing/2014/main" id="{D1B145DC-4D68-ADF6-893A-5D0E9AB7F0B1}"/>
              </a:ext>
            </a:extLst>
          </p:cNvPr>
          <p:cNvSpPr>
            <a:spLocks/>
          </p:cNvSpPr>
          <p:nvPr>
            <p:custDataLst>
              <p:tags r:id="rId98"/>
            </p:custDataLst>
          </p:nvPr>
        </p:nvSpPr>
        <p:spPr bwMode="gray">
          <a:xfrm>
            <a:off x="8048158" y="4576235"/>
            <a:ext cx="347087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FFD5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(2)</a:t>
            </a:r>
          </a:p>
        </p:txBody>
      </p:sp>
      <p:sp>
        <p:nvSpPr>
          <p:cNvPr id="493" name="Text Placeholder 2">
            <a:extLst>
              <a:ext uri="{FF2B5EF4-FFF2-40B4-BE49-F238E27FC236}">
                <a16:creationId xmlns:a16="http://schemas.microsoft.com/office/drawing/2014/main" id="{274D4FFE-3722-D142-F21D-75AA0BB35C8A}"/>
              </a:ext>
            </a:extLst>
          </p:cNvPr>
          <p:cNvSpPr>
            <a:spLocks/>
          </p:cNvSpPr>
          <p:nvPr>
            <p:custDataLst>
              <p:tags r:id="rId99"/>
            </p:custDataLst>
          </p:nvPr>
        </p:nvSpPr>
        <p:spPr bwMode="gray">
          <a:xfrm>
            <a:off x="7062253" y="5259094"/>
            <a:ext cx="309178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(1)</a:t>
            </a:r>
          </a:p>
        </p:txBody>
      </p:sp>
      <p:sp>
        <p:nvSpPr>
          <p:cNvPr id="494" name="Text Placeholder 2">
            <a:extLst>
              <a:ext uri="{FF2B5EF4-FFF2-40B4-BE49-F238E27FC236}">
                <a16:creationId xmlns:a16="http://schemas.microsoft.com/office/drawing/2014/main" id="{F273FC8C-8F8E-6AD4-FA8E-2AF2FB583416}"/>
              </a:ext>
            </a:extLst>
          </p:cNvPr>
          <p:cNvSpPr>
            <a:spLocks/>
          </p:cNvSpPr>
          <p:nvPr>
            <p:custDataLst>
              <p:tags r:id="rId100"/>
            </p:custDataLst>
          </p:nvPr>
        </p:nvSpPr>
        <p:spPr bwMode="gray">
          <a:xfrm>
            <a:off x="10781349" y="4840892"/>
            <a:ext cx="539165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ED6A7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(3)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70688EA0-0EBD-E940-B959-66D8A867F49F}"/>
              </a:ext>
            </a:extLst>
          </p:cNvPr>
          <p:cNvSpPr txBox="1"/>
          <p:nvPr/>
        </p:nvSpPr>
        <p:spPr>
          <a:xfrm rot="16200000">
            <a:off x="5356894" y="4957449"/>
            <a:ext cx="16887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Carrier Rank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79025816-4645-2C46-A010-D26DEDF5C7A6}"/>
              </a:ext>
            </a:extLst>
          </p:cNvPr>
          <p:cNvSpPr txBox="1"/>
          <p:nvPr/>
        </p:nvSpPr>
        <p:spPr>
          <a:xfrm>
            <a:off x="7445081" y="5951412"/>
            <a:ext cx="34410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Size of Marsh Portfolio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F9C14DB7-34C6-86F1-4C01-129A493F6B07}"/>
              </a:ext>
            </a:extLst>
          </p:cNvPr>
          <p:cNvGrpSpPr/>
          <p:nvPr/>
        </p:nvGrpSpPr>
        <p:grpSpPr>
          <a:xfrm>
            <a:off x="621683" y="4379332"/>
            <a:ext cx="5371484" cy="1472189"/>
            <a:chOff x="622613" y="2162161"/>
            <a:chExt cx="6497010" cy="1990712"/>
          </a:xfrm>
        </p:grpSpPr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71CB8E8D-1044-3044-2797-FB5EACFAD35D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 bwMode="auto">
            <a:xfrm>
              <a:off x="3737567" y="2162161"/>
              <a:ext cx="3382056" cy="905205"/>
            </a:xfrm>
            <a:custGeom>
              <a:avLst/>
              <a:gdLst/>
              <a:ahLst/>
              <a:cxnLst/>
              <a:rect l="0" t="0" r="0" b="0"/>
              <a:pathLst>
                <a:path w="1682751" h="1562101">
                  <a:moveTo>
                    <a:pt x="1682750" y="1562100"/>
                  </a:moveTo>
                  <a:lnTo>
                    <a:pt x="0" y="1562100"/>
                  </a:lnTo>
                  <a:lnTo>
                    <a:pt x="0" y="0"/>
                  </a:lnTo>
                  <a:lnTo>
                    <a:pt x="1682750" y="0"/>
                  </a:lnTo>
                  <a:close/>
                </a:path>
              </a:pathLst>
            </a:custGeom>
            <a:solidFill>
              <a:srgbClr val="B0DC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AC873AE4-3480-1B95-CF00-277DB0602546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 bwMode="auto">
            <a:xfrm>
              <a:off x="3737567" y="3067365"/>
              <a:ext cx="3382056" cy="1085508"/>
            </a:xfrm>
            <a:custGeom>
              <a:avLst/>
              <a:gdLst/>
              <a:ahLst/>
              <a:cxnLst/>
              <a:rect l="0" t="0" r="0" b="0"/>
              <a:pathLst>
                <a:path w="1682751" h="1873251">
                  <a:moveTo>
                    <a:pt x="1682750" y="1873250"/>
                  </a:moveTo>
                  <a:lnTo>
                    <a:pt x="0" y="1873250"/>
                  </a:lnTo>
                  <a:lnTo>
                    <a:pt x="0" y="0"/>
                  </a:lnTo>
                  <a:lnTo>
                    <a:pt x="1682750" y="0"/>
                  </a:lnTo>
                  <a:close/>
                </a:path>
              </a:pathLst>
            </a:custGeom>
            <a:solidFill>
              <a:srgbClr val="E6A0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448ED32-B0E6-2643-4DA5-50D3BE15ED05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 bwMode="auto">
            <a:xfrm>
              <a:off x="622613" y="2162161"/>
              <a:ext cx="3310823" cy="905205"/>
            </a:xfrm>
            <a:custGeom>
              <a:avLst/>
              <a:gdLst/>
              <a:ahLst/>
              <a:cxnLst/>
              <a:rect l="0" t="0" r="0" b="0"/>
              <a:pathLst>
                <a:path w="1500188" h="1562101">
                  <a:moveTo>
                    <a:pt x="1500187" y="1562100"/>
                  </a:moveTo>
                  <a:lnTo>
                    <a:pt x="0" y="1562100"/>
                  </a:lnTo>
                  <a:lnTo>
                    <a:pt x="0" y="0"/>
                  </a:lnTo>
                  <a:lnTo>
                    <a:pt x="1500187" y="0"/>
                  </a:lnTo>
                  <a:close/>
                </a:path>
              </a:pathLst>
            </a:custGeom>
            <a:solidFill>
              <a:srgbClr val="DFEC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379D51DF-E7E6-5947-D21F-3AFD19BFE539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 bwMode="auto">
            <a:xfrm>
              <a:off x="622613" y="3067364"/>
              <a:ext cx="3310820" cy="1085509"/>
            </a:xfrm>
            <a:custGeom>
              <a:avLst/>
              <a:gdLst/>
              <a:ahLst/>
              <a:cxnLst/>
              <a:rect l="0" t="0" r="0" b="0"/>
              <a:pathLst>
                <a:path w="1500188" h="1873251">
                  <a:moveTo>
                    <a:pt x="1500187" y="1873250"/>
                  </a:moveTo>
                  <a:lnTo>
                    <a:pt x="0" y="1873250"/>
                  </a:lnTo>
                  <a:lnTo>
                    <a:pt x="0" y="0"/>
                  </a:lnTo>
                  <a:lnTo>
                    <a:pt x="1500187" y="0"/>
                  </a:lnTo>
                  <a:close/>
                </a:path>
              </a:pathLst>
            </a:custGeom>
            <a:solidFill>
              <a:srgbClr val="F0C3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aphicFrame>
        <p:nvGraphicFramePr>
          <p:cNvPr id="502" name="Chart 501">
            <a:extLst>
              <a:ext uri="{FF2B5EF4-FFF2-40B4-BE49-F238E27FC236}">
                <a16:creationId xmlns:a16="http://schemas.microsoft.com/office/drawing/2014/main" id="{29AD9AC0-51A0-7898-B4DA-24273A7342D5}"/>
              </a:ext>
            </a:extLst>
          </p:cNvPr>
          <p:cNvGraphicFramePr>
            <a:graphicFrameLocks/>
          </p:cNvGraphicFramePr>
          <p:nvPr>
            <p:custDataLst>
              <p:tags r:id="rId101"/>
            </p:custDataLst>
            <p:extLst>
              <p:ext uri="{D42A27DB-BD31-4B8C-83A1-F6EECF244321}">
                <p14:modId xmlns:p14="http://schemas.microsoft.com/office/powerpoint/2010/main" val="2482493062"/>
              </p:ext>
            </p:extLst>
          </p:nvPr>
        </p:nvGraphicFramePr>
        <p:xfrm>
          <a:off x="374813" y="4306223"/>
          <a:ext cx="5657861" cy="1610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3"/>
          </a:graphicData>
        </a:graphic>
      </p:graphicFrame>
      <p:cxnSp>
        <p:nvCxnSpPr>
          <p:cNvPr id="503" name="Straight Connector 502">
            <a:extLst>
              <a:ext uri="{FF2B5EF4-FFF2-40B4-BE49-F238E27FC236}">
                <a16:creationId xmlns:a16="http://schemas.microsoft.com/office/drawing/2014/main" id="{95D23544-51E1-2F7F-B23A-4C5EB5D755BB}"/>
              </a:ext>
            </a:extLst>
          </p:cNvPr>
          <p:cNvCxnSpPr>
            <a:cxnSpLocks/>
          </p:cNvCxnSpPr>
          <p:nvPr>
            <p:custDataLst>
              <p:tags r:id="rId102"/>
            </p:custDataLst>
          </p:nvPr>
        </p:nvCxnSpPr>
        <p:spPr bwMode="auto">
          <a:xfrm flipV="1">
            <a:off x="3361280" y="4378981"/>
            <a:ext cx="0" cy="1465244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4" name="Text Placeholder 2">
            <a:extLst>
              <a:ext uri="{FF2B5EF4-FFF2-40B4-BE49-F238E27FC236}">
                <a16:creationId xmlns:a16="http://schemas.microsoft.com/office/drawing/2014/main" id="{F8A26046-301E-DD9A-C152-ACEA0A1CEF71}"/>
              </a:ext>
            </a:extLst>
          </p:cNvPr>
          <p:cNvSpPr>
            <a:spLocks/>
          </p:cNvSpPr>
          <p:nvPr>
            <p:custDataLst>
              <p:tags r:id="rId103"/>
            </p:custDataLst>
          </p:nvPr>
        </p:nvSpPr>
        <p:spPr bwMode="gray">
          <a:xfrm>
            <a:off x="4212993" y="5867732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43E73F3-0975-49F4-A09D-86233BACB4CF}" type="datetime'$2'',1''''''''''''''''''''0''''''''''''0''''''M''''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$2,100M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5" name="Text Placeholder 2">
            <a:extLst>
              <a:ext uri="{FF2B5EF4-FFF2-40B4-BE49-F238E27FC236}">
                <a16:creationId xmlns:a16="http://schemas.microsoft.com/office/drawing/2014/main" id="{C4C4F565-3CC8-85FE-621B-DD556504F029}"/>
              </a:ext>
            </a:extLst>
          </p:cNvPr>
          <p:cNvSpPr>
            <a:spLocks/>
          </p:cNvSpPr>
          <p:nvPr>
            <p:custDataLst>
              <p:tags r:id="rId104"/>
            </p:custDataLst>
          </p:nvPr>
        </p:nvSpPr>
        <p:spPr bwMode="gray">
          <a:xfrm>
            <a:off x="1474204" y="5867732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9D1787C-0DFB-4290-AE77-E8264B6D2085}" type="datetime'''$''''''''''''''''''''''2''''''''''''''''0''''''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6" name="Text Placeholder 2">
            <a:extLst>
              <a:ext uri="{FF2B5EF4-FFF2-40B4-BE49-F238E27FC236}">
                <a16:creationId xmlns:a16="http://schemas.microsoft.com/office/drawing/2014/main" id="{7E96744A-CFF4-0312-5A6A-C6B4AB0148D0}"/>
              </a:ext>
            </a:extLst>
          </p:cNvPr>
          <p:cNvSpPr>
            <a:spLocks/>
          </p:cNvSpPr>
          <p:nvPr>
            <p:custDataLst>
              <p:tags r:id="rId105"/>
            </p:custDataLst>
          </p:nvPr>
        </p:nvSpPr>
        <p:spPr bwMode="gray">
          <a:xfrm>
            <a:off x="4644649" y="5867732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B12C805-A72F-4581-8A21-288CA3E4DD76}" type="datetime'$2'''''''',''''''''''''''1''''10''''''''''''M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$2,110M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7" name="Text Placeholder 2">
            <a:extLst>
              <a:ext uri="{FF2B5EF4-FFF2-40B4-BE49-F238E27FC236}">
                <a16:creationId xmlns:a16="http://schemas.microsoft.com/office/drawing/2014/main" id="{0C9CC72B-7001-2325-9C57-EBA4D200CA73}"/>
              </a:ext>
            </a:extLst>
          </p:cNvPr>
          <p:cNvSpPr>
            <a:spLocks/>
          </p:cNvSpPr>
          <p:nvPr>
            <p:custDataLst>
              <p:tags r:id="rId106"/>
            </p:custDataLst>
          </p:nvPr>
        </p:nvSpPr>
        <p:spPr bwMode="gray">
          <a:xfrm>
            <a:off x="586266" y="5867732"/>
            <a:ext cx="105306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1EA5F0-47FC-430F-8996-2CE05DFEBA91}" type="datetime'''$''''''''''''''''''''''''''''''''''''0''''''''''''''M'''''''">
              <a:rPr kumimoji="0" lang="en-US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$0M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8" name="Text Placeholder 2">
            <a:extLst>
              <a:ext uri="{FF2B5EF4-FFF2-40B4-BE49-F238E27FC236}">
                <a16:creationId xmlns:a16="http://schemas.microsoft.com/office/drawing/2014/main" id="{86B93F85-806B-A49F-3803-8DAAE832E05E}"/>
              </a:ext>
            </a:extLst>
          </p:cNvPr>
          <p:cNvSpPr>
            <a:spLocks/>
          </p:cNvSpPr>
          <p:nvPr>
            <p:custDataLst>
              <p:tags r:id="rId107"/>
            </p:custDataLst>
          </p:nvPr>
        </p:nvSpPr>
        <p:spPr bwMode="gray">
          <a:xfrm>
            <a:off x="5038329" y="5867732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9EB467E-8167-4A67-8264-5A7813DA6B35}" type="datetime'''''$2'',''''''2''''7''''''''''''5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$2,275M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9" name="Text Placeholder 2">
            <a:extLst>
              <a:ext uri="{FF2B5EF4-FFF2-40B4-BE49-F238E27FC236}">
                <a16:creationId xmlns:a16="http://schemas.microsoft.com/office/drawing/2014/main" id="{1D8C1B38-CC77-92D6-FC7C-605D0A0DE3B8}"/>
              </a:ext>
            </a:extLst>
          </p:cNvPr>
          <p:cNvSpPr>
            <a:spLocks/>
          </p:cNvSpPr>
          <p:nvPr>
            <p:custDataLst>
              <p:tags r:id="rId108"/>
            </p:custDataLst>
          </p:nvPr>
        </p:nvSpPr>
        <p:spPr bwMode="gray">
          <a:xfrm>
            <a:off x="1022653" y="5867732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8A3FED2-957E-4437-861D-CC28FC01981E}" type="datetime'$1''0''''''''''''''''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$10M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0" name="Text Placeholder 2">
            <a:extLst>
              <a:ext uri="{FF2B5EF4-FFF2-40B4-BE49-F238E27FC236}">
                <a16:creationId xmlns:a16="http://schemas.microsoft.com/office/drawing/2014/main" id="{3B46B3B0-B606-45F0-2E2A-221701C5D27F}"/>
              </a:ext>
            </a:extLst>
          </p:cNvPr>
          <p:cNvSpPr>
            <a:spLocks/>
          </p:cNvSpPr>
          <p:nvPr>
            <p:custDataLst>
              <p:tags r:id="rId109"/>
            </p:custDataLst>
          </p:nvPr>
        </p:nvSpPr>
        <p:spPr bwMode="gray">
          <a:xfrm>
            <a:off x="5432010" y="5867732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21CF926-F71E-439F-8394-5F82C4276985}" type="datetime'''''''''''$''2'''',''2''''''8''''''5''''''''M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$2,285M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1" name="Text Placeholder 2">
            <a:extLst>
              <a:ext uri="{FF2B5EF4-FFF2-40B4-BE49-F238E27FC236}">
                <a16:creationId xmlns:a16="http://schemas.microsoft.com/office/drawing/2014/main" id="{4666373B-3FEE-0D1A-18A0-80C0AD3E6286}"/>
              </a:ext>
            </a:extLst>
          </p:cNvPr>
          <p:cNvSpPr>
            <a:spLocks/>
          </p:cNvSpPr>
          <p:nvPr>
            <p:custDataLst>
              <p:tags r:id="rId110"/>
            </p:custDataLst>
          </p:nvPr>
        </p:nvSpPr>
        <p:spPr bwMode="gray">
          <a:xfrm>
            <a:off x="5883561" y="5867732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5A7439F-A596-4844-9236-F09A4A1DF703}" type="datetime'''$''''''''''''''''2,''2''9''5''''''''''''''''''M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$2,295M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2084CCBD-D970-8778-8F1D-3A80AF0B2CF9}"/>
              </a:ext>
            </a:extLst>
          </p:cNvPr>
          <p:cNvSpPr>
            <a:spLocks/>
          </p:cNvSpPr>
          <p:nvPr>
            <p:custDataLst>
              <p:tags r:id="rId111"/>
            </p:custDataLst>
          </p:nvPr>
        </p:nvSpPr>
        <p:spPr bwMode="gray">
          <a:xfrm>
            <a:off x="1925754" y="5867732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4458C30-1443-4655-A55B-97C2F2F9F1FE}" type="datetime'''''$''''''3''''''''''''''''''''0M''''''''''''''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$30M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EE026CF7-B4DC-1048-7E81-28B6621602F1}"/>
              </a:ext>
            </a:extLst>
          </p:cNvPr>
          <p:cNvSpPr>
            <a:spLocks/>
          </p:cNvSpPr>
          <p:nvPr>
            <p:custDataLst>
              <p:tags r:id="rId112"/>
            </p:custDataLst>
          </p:nvPr>
        </p:nvSpPr>
        <p:spPr bwMode="gray">
          <a:xfrm>
            <a:off x="2448070" y="5867732"/>
            <a:ext cx="165962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236C8BA-4695-4C7A-80A7-66E9F3B6C752}" type="datetime'''''''''''''$7''''''''''''''''6''''''0''''''''''M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$760M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AE9F07E-1806-884A-E744-981C5D454C4B}"/>
              </a:ext>
            </a:extLst>
          </p:cNvPr>
          <p:cNvSpPr>
            <a:spLocks/>
          </p:cNvSpPr>
          <p:nvPr>
            <p:custDataLst>
              <p:tags r:id="rId113"/>
            </p:custDataLst>
          </p:nvPr>
        </p:nvSpPr>
        <p:spPr bwMode="gray">
          <a:xfrm>
            <a:off x="2899621" y="5867732"/>
            <a:ext cx="165962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354AD63-0E24-4370-B175-2DB0C91E9611}" type="datetime'''''''$''7''7''''''''''''''0''''''''''M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$770M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6" name="Text Placeholder 2">
            <a:extLst>
              <a:ext uri="{FF2B5EF4-FFF2-40B4-BE49-F238E27FC236}">
                <a16:creationId xmlns:a16="http://schemas.microsoft.com/office/drawing/2014/main" id="{FD9A03B2-885F-3C5D-C833-123D3E337496}"/>
              </a:ext>
            </a:extLst>
          </p:cNvPr>
          <p:cNvSpPr>
            <a:spLocks/>
          </p:cNvSpPr>
          <p:nvPr>
            <p:custDataLst>
              <p:tags r:id="rId114"/>
            </p:custDataLst>
          </p:nvPr>
        </p:nvSpPr>
        <p:spPr bwMode="gray">
          <a:xfrm>
            <a:off x="3309892" y="5867732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43EB470-BD5A-48FC-88AF-67EACB256684}" type="datetime'''''''''''''$''''2'''',''''''''0''''''''8''''''''0''''M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$2,080M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0" name="Text Placeholder 2">
            <a:extLst>
              <a:ext uri="{FF2B5EF4-FFF2-40B4-BE49-F238E27FC236}">
                <a16:creationId xmlns:a16="http://schemas.microsoft.com/office/drawing/2014/main" id="{D623D74D-1372-804E-DED4-30297ED8E215}"/>
              </a:ext>
            </a:extLst>
          </p:cNvPr>
          <p:cNvSpPr>
            <a:spLocks/>
          </p:cNvSpPr>
          <p:nvPr>
            <p:custDataLst>
              <p:tags r:id="rId115"/>
            </p:custDataLst>
          </p:nvPr>
        </p:nvSpPr>
        <p:spPr bwMode="gray">
          <a:xfrm>
            <a:off x="3761442" y="5867732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A8222E7-4EE8-417E-9C52-5EA98DF2D1D2}" type="datetime'''''$''''2'''''''''''''',''0''''''''''''''''''''90''''''M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$2,090M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81" name="Freeform: Shape 180">
            <a:extLst>
              <a:ext uri="{FF2B5EF4-FFF2-40B4-BE49-F238E27FC236}">
                <a16:creationId xmlns:a16="http://schemas.microsoft.com/office/drawing/2014/main" id="{F9991D17-6992-21DA-43D1-6F089C032BB8}"/>
              </a:ext>
            </a:extLst>
          </p:cNvPr>
          <p:cNvSpPr/>
          <p:nvPr>
            <p:custDataLst>
              <p:tags r:id="rId116"/>
            </p:custDataLst>
          </p:nvPr>
        </p:nvSpPr>
        <p:spPr bwMode="auto">
          <a:xfrm>
            <a:off x="4920647" y="5818480"/>
            <a:ext cx="51389" cy="5149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83" name="Freeform: Shape 182">
            <a:extLst>
              <a:ext uri="{FF2B5EF4-FFF2-40B4-BE49-F238E27FC236}">
                <a16:creationId xmlns:a16="http://schemas.microsoft.com/office/drawing/2014/main" id="{A3351AB5-CED8-C346-783F-3A252A633346}"/>
              </a:ext>
            </a:extLst>
          </p:cNvPr>
          <p:cNvSpPr/>
          <p:nvPr>
            <p:custDataLst>
              <p:tags r:id="rId117"/>
            </p:custDataLst>
          </p:nvPr>
        </p:nvSpPr>
        <p:spPr bwMode="auto">
          <a:xfrm>
            <a:off x="3336007" y="5818480"/>
            <a:ext cx="51390" cy="51491"/>
          </a:xfrm>
          <a:custGeom>
            <a:avLst/>
            <a:gdLst/>
            <a:ahLst/>
            <a:cxnLst/>
            <a:rect l="0" t="0" r="0" b="0"/>
            <a:pathLst>
              <a:path w="96839" h="146051">
                <a:moveTo>
                  <a:pt x="96838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8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84" name="Freeform: Shape 183">
            <a:extLst>
              <a:ext uri="{FF2B5EF4-FFF2-40B4-BE49-F238E27FC236}">
                <a16:creationId xmlns:a16="http://schemas.microsoft.com/office/drawing/2014/main" id="{EAFC9797-8923-C491-5B60-B744A31135BE}"/>
              </a:ext>
            </a:extLst>
          </p:cNvPr>
          <p:cNvSpPr/>
          <p:nvPr>
            <p:custDataLst>
              <p:tags r:id="rId118"/>
            </p:custDataLst>
          </p:nvPr>
        </p:nvSpPr>
        <p:spPr bwMode="auto">
          <a:xfrm>
            <a:off x="2037800" y="5818480"/>
            <a:ext cx="51389" cy="5149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5" name="Freeform: Shape 184">
            <a:extLst>
              <a:ext uri="{FF2B5EF4-FFF2-40B4-BE49-F238E27FC236}">
                <a16:creationId xmlns:a16="http://schemas.microsoft.com/office/drawing/2014/main" id="{C613D9E1-7E09-889B-A209-0B3E63082F5C}"/>
              </a:ext>
            </a:extLst>
          </p:cNvPr>
          <p:cNvSpPr/>
          <p:nvPr>
            <p:custDataLst>
              <p:tags r:id="rId119"/>
            </p:custDataLst>
          </p:nvPr>
        </p:nvSpPr>
        <p:spPr bwMode="auto">
          <a:xfrm>
            <a:off x="3366335" y="5818480"/>
            <a:ext cx="21062" cy="5149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6" name="Freeform: Shape 185">
            <a:extLst>
              <a:ext uri="{FF2B5EF4-FFF2-40B4-BE49-F238E27FC236}">
                <a16:creationId xmlns:a16="http://schemas.microsoft.com/office/drawing/2014/main" id="{1D5DC518-14A1-03C9-52FD-A26F45354F8D}"/>
              </a:ext>
            </a:extLst>
          </p:cNvPr>
          <p:cNvSpPr/>
          <p:nvPr>
            <p:custDataLst>
              <p:tags r:id="rId120"/>
            </p:custDataLst>
          </p:nvPr>
        </p:nvSpPr>
        <p:spPr bwMode="auto">
          <a:xfrm>
            <a:off x="2037800" y="5818480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7" name="Freeform: Shape 186">
            <a:extLst>
              <a:ext uri="{FF2B5EF4-FFF2-40B4-BE49-F238E27FC236}">
                <a16:creationId xmlns:a16="http://schemas.microsoft.com/office/drawing/2014/main" id="{BB9A54D3-EF8D-133B-7FB4-80D7C9B6F656}"/>
              </a:ext>
            </a:extLst>
          </p:cNvPr>
          <p:cNvSpPr/>
          <p:nvPr>
            <p:custDataLst>
              <p:tags r:id="rId121"/>
            </p:custDataLst>
          </p:nvPr>
        </p:nvSpPr>
        <p:spPr bwMode="auto">
          <a:xfrm>
            <a:off x="2068128" y="5818480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8" name="Freeform: Shape 187">
            <a:extLst>
              <a:ext uri="{FF2B5EF4-FFF2-40B4-BE49-F238E27FC236}">
                <a16:creationId xmlns:a16="http://schemas.microsoft.com/office/drawing/2014/main" id="{AA30AD38-C510-D8B8-3032-8E58DC4394A3}"/>
              </a:ext>
            </a:extLst>
          </p:cNvPr>
          <p:cNvSpPr/>
          <p:nvPr>
            <p:custDataLst>
              <p:tags r:id="rId122"/>
            </p:custDataLst>
          </p:nvPr>
        </p:nvSpPr>
        <p:spPr bwMode="auto">
          <a:xfrm>
            <a:off x="4920647" y="5818480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9" name="Freeform: Shape 188">
            <a:extLst>
              <a:ext uri="{FF2B5EF4-FFF2-40B4-BE49-F238E27FC236}">
                <a16:creationId xmlns:a16="http://schemas.microsoft.com/office/drawing/2014/main" id="{E48A07FD-1663-4C64-FE18-536654BD6D21}"/>
              </a:ext>
            </a:extLst>
          </p:cNvPr>
          <p:cNvSpPr/>
          <p:nvPr>
            <p:custDataLst>
              <p:tags r:id="rId123"/>
            </p:custDataLst>
          </p:nvPr>
        </p:nvSpPr>
        <p:spPr bwMode="auto">
          <a:xfrm>
            <a:off x="4950975" y="5818480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0" name="Freeform: Shape 189">
            <a:extLst>
              <a:ext uri="{FF2B5EF4-FFF2-40B4-BE49-F238E27FC236}">
                <a16:creationId xmlns:a16="http://schemas.microsoft.com/office/drawing/2014/main" id="{5729D4F4-AC60-CB45-A03F-9BA3F0D92930}"/>
              </a:ext>
            </a:extLst>
          </p:cNvPr>
          <p:cNvSpPr/>
          <p:nvPr>
            <p:custDataLst>
              <p:tags r:id="rId124"/>
            </p:custDataLst>
          </p:nvPr>
        </p:nvSpPr>
        <p:spPr bwMode="auto">
          <a:xfrm>
            <a:off x="3336007" y="5818480"/>
            <a:ext cx="21062" cy="5149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6CEF9B5-9FF6-86A4-FE60-6A9B2E0E3A22}"/>
              </a:ext>
            </a:extLst>
          </p:cNvPr>
          <p:cNvCxnSpPr/>
          <p:nvPr>
            <p:custDataLst>
              <p:tags r:id="rId125"/>
            </p:custDataLst>
          </p:nvPr>
        </p:nvCxnSpPr>
        <p:spPr bwMode="gray">
          <a:xfrm>
            <a:off x="638498" y="5045001"/>
            <a:ext cx="1424575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677D86B0-9A4E-AD1F-A6E4-15EEBE2CA8ED}"/>
              </a:ext>
            </a:extLst>
          </p:cNvPr>
          <p:cNvCxnSpPr/>
          <p:nvPr>
            <p:custDataLst>
              <p:tags r:id="rId126"/>
            </p:custDataLst>
          </p:nvPr>
        </p:nvCxnSpPr>
        <p:spPr bwMode="gray">
          <a:xfrm>
            <a:off x="2063073" y="5045001"/>
            <a:ext cx="1298208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07690A64-DB63-5FA3-EDBE-657E74D93AF3}"/>
              </a:ext>
            </a:extLst>
          </p:cNvPr>
          <p:cNvCxnSpPr/>
          <p:nvPr>
            <p:custDataLst>
              <p:tags r:id="rId127"/>
            </p:custDataLst>
          </p:nvPr>
        </p:nvCxnSpPr>
        <p:spPr bwMode="gray">
          <a:xfrm>
            <a:off x="3361280" y="5045001"/>
            <a:ext cx="1584639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46E955B4-0F9D-54C4-7CF2-9AC9395431BC}"/>
              </a:ext>
            </a:extLst>
          </p:cNvPr>
          <p:cNvCxnSpPr/>
          <p:nvPr>
            <p:custDataLst>
              <p:tags r:id="rId128"/>
            </p:custDataLst>
          </p:nvPr>
        </p:nvCxnSpPr>
        <p:spPr bwMode="gray">
          <a:xfrm>
            <a:off x="4945920" y="5045001"/>
            <a:ext cx="1042947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5" name="Text Placeholder 2">
            <a:extLst>
              <a:ext uri="{FF2B5EF4-FFF2-40B4-BE49-F238E27FC236}">
                <a16:creationId xmlns:a16="http://schemas.microsoft.com/office/drawing/2014/main" id="{B1A1D7EB-A769-2996-016B-CD4AFD6DFD10}"/>
              </a:ext>
            </a:extLst>
          </p:cNvPr>
          <p:cNvSpPr>
            <a:spLocks/>
          </p:cNvSpPr>
          <p:nvPr>
            <p:custDataLst>
              <p:tags r:id="rId129"/>
            </p:custDataLst>
          </p:nvPr>
        </p:nvSpPr>
        <p:spPr bwMode="gray">
          <a:xfrm>
            <a:off x="3850242" y="5433325"/>
            <a:ext cx="448181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8C00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(4)</a:t>
            </a:r>
          </a:p>
        </p:txBody>
      </p:sp>
      <p:sp>
        <p:nvSpPr>
          <p:cNvPr id="196" name="Text Placeholder 2">
            <a:extLst>
              <a:ext uri="{FF2B5EF4-FFF2-40B4-BE49-F238E27FC236}">
                <a16:creationId xmlns:a16="http://schemas.microsoft.com/office/drawing/2014/main" id="{19446B98-CD23-7F65-1506-B760F951BD14}"/>
              </a:ext>
            </a:extLst>
          </p:cNvPr>
          <p:cNvSpPr>
            <a:spLocks/>
          </p:cNvSpPr>
          <p:nvPr>
            <p:custDataLst>
              <p:tags r:id="rId130"/>
            </p:custDataLst>
          </p:nvPr>
        </p:nvSpPr>
        <p:spPr bwMode="gray">
          <a:xfrm>
            <a:off x="2250139" y="4575966"/>
            <a:ext cx="347087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FFD5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(2)</a:t>
            </a:r>
          </a:p>
        </p:txBody>
      </p:sp>
      <p:sp>
        <p:nvSpPr>
          <p:cNvPr id="197" name="Text Placeholder 2">
            <a:extLst>
              <a:ext uri="{FF2B5EF4-FFF2-40B4-BE49-F238E27FC236}">
                <a16:creationId xmlns:a16="http://schemas.microsoft.com/office/drawing/2014/main" id="{73B1826B-B065-C03B-D327-992870D7F4E0}"/>
              </a:ext>
            </a:extLst>
          </p:cNvPr>
          <p:cNvSpPr>
            <a:spLocks/>
          </p:cNvSpPr>
          <p:nvPr>
            <p:custDataLst>
              <p:tags r:id="rId131"/>
            </p:custDataLst>
          </p:nvPr>
        </p:nvSpPr>
        <p:spPr bwMode="gray">
          <a:xfrm>
            <a:off x="1264234" y="5258825"/>
            <a:ext cx="309178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(1)</a:t>
            </a:r>
          </a:p>
        </p:txBody>
      </p:sp>
      <p:sp>
        <p:nvSpPr>
          <p:cNvPr id="198" name="Text Placeholder 2">
            <a:extLst>
              <a:ext uri="{FF2B5EF4-FFF2-40B4-BE49-F238E27FC236}">
                <a16:creationId xmlns:a16="http://schemas.microsoft.com/office/drawing/2014/main" id="{CADAD69F-A765-350D-4E74-17DD0DA511B1}"/>
              </a:ext>
            </a:extLst>
          </p:cNvPr>
          <p:cNvSpPr>
            <a:spLocks/>
          </p:cNvSpPr>
          <p:nvPr>
            <p:custDataLst>
              <p:tags r:id="rId132"/>
            </p:custDataLst>
          </p:nvPr>
        </p:nvSpPr>
        <p:spPr bwMode="gray">
          <a:xfrm>
            <a:off x="4983330" y="4840623"/>
            <a:ext cx="539165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ED6A7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(3)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C7C61776-DF04-8C2D-C7C1-36C284612EAC}"/>
              </a:ext>
            </a:extLst>
          </p:cNvPr>
          <p:cNvSpPr txBox="1"/>
          <p:nvPr/>
        </p:nvSpPr>
        <p:spPr>
          <a:xfrm rot="16200000">
            <a:off x="-441125" y="4957180"/>
            <a:ext cx="16887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Carrier Rank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E8571C28-AF7C-6601-5B85-B6AC567964B1}"/>
              </a:ext>
            </a:extLst>
          </p:cNvPr>
          <p:cNvSpPr txBox="1"/>
          <p:nvPr/>
        </p:nvSpPr>
        <p:spPr>
          <a:xfrm>
            <a:off x="1647062" y="5951143"/>
            <a:ext cx="34410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Size of Marsh Portfolio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18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C7FEB8-EBB1-0FA9-C9F2-F9DD4DAC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roup 174">
            <a:extLst>
              <a:ext uri="{FF2B5EF4-FFF2-40B4-BE49-F238E27FC236}">
                <a16:creationId xmlns:a16="http://schemas.microsoft.com/office/drawing/2014/main" id="{F160C244-BC90-7BFC-CD18-E4DD0063EB26}"/>
              </a:ext>
            </a:extLst>
          </p:cNvPr>
          <p:cNvGrpSpPr/>
          <p:nvPr/>
        </p:nvGrpSpPr>
        <p:grpSpPr>
          <a:xfrm>
            <a:off x="568225" y="2213548"/>
            <a:ext cx="5371484" cy="1472189"/>
            <a:chOff x="622613" y="2162161"/>
            <a:chExt cx="6497010" cy="1990712"/>
          </a:xfrm>
        </p:grpSpPr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DA85FD4-5EA4-AEE6-CE29-7B73384051DA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 bwMode="auto">
            <a:xfrm>
              <a:off x="3737567" y="2162161"/>
              <a:ext cx="3382056" cy="905205"/>
            </a:xfrm>
            <a:custGeom>
              <a:avLst/>
              <a:gdLst/>
              <a:ahLst/>
              <a:cxnLst/>
              <a:rect l="0" t="0" r="0" b="0"/>
              <a:pathLst>
                <a:path w="1682751" h="1562101">
                  <a:moveTo>
                    <a:pt x="1682750" y="1562100"/>
                  </a:moveTo>
                  <a:lnTo>
                    <a:pt x="0" y="1562100"/>
                  </a:lnTo>
                  <a:lnTo>
                    <a:pt x="0" y="0"/>
                  </a:lnTo>
                  <a:lnTo>
                    <a:pt x="1682750" y="0"/>
                  </a:lnTo>
                  <a:close/>
                </a:path>
              </a:pathLst>
            </a:custGeom>
            <a:solidFill>
              <a:srgbClr val="B0DC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2778672F-388C-6E3A-97EC-10F219DDE819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 bwMode="auto">
            <a:xfrm>
              <a:off x="3737567" y="3067365"/>
              <a:ext cx="3382056" cy="1085508"/>
            </a:xfrm>
            <a:custGeom>
              <a:avLst/>
              <a:gdLst/>
              <a:ahLst/>
              <a:cxnLst/>
              <a:rect l="0" t="0" r="0" b="0"/>
              <a:pathLst>
                <a:path w="1682751" h="1873251">
                  <a:moveTo>
                    <a:pt x="1682750" y="1873250"/>
                  </a:moveTo>
                  <a:lnTo>
                    <a:pt x="0" y="1873250"/>
                  </a:lnTo>
                  <a:lnTo>
                    <a:pt x="0" y="0"/>
                  </a:lnTo>
                  <a:lnTo>
                    <a:pt x="1682750" y="0"/>
                  </a:lnTo>
                  <a:close/>
                </a:path>
              </a:pathLst>
            </a:custGeom>
            <a:solidFill>
              <a:srgbClr val="E6A0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118B654B-7922-B715-F137-BFF86F1E5782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 bwMode="auto">
            <a:xfrm>
              <a:off x="622613" y="2162161"/>
              <a:ext cx="3310823" cy="905205"/>
            </a:xfrm>
            <a:custGeom>
              <a:avLst/>
              <a:gdLst/>
              <a:ahLst/>
              <a:cxnLst/>
              <a:rect l="0" t="0" r="0" b="0"/>
              <a:pathLst>
                <a:path w="1500188" h="1562101">
                  <a:moveTo>
                    <a:pt x="1500187" y="1562100"/>
                  </a:moveTo>
                  <a:lnTo>
                    <a:pt x="0" y="1562100"/>
                  </a:lnTo>
                  <a:lnTo>
                    <a:pt x="0" y="0"/>
                  </a:lnTo>
                  <a:lnTo>
                    <a:pt x="1500187" y="0"/>
                  </a:lnTo>
                  <a:close/>
                </a:path>
              </a:pathLst>
            </a:custGeom>
            <a:solidFill>
              <a:srgbClr val="DFEC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82E948D3-391B-B7A3-EFB0-F1DE4DF5440F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 bwMode="auto">
            <a:xfrm>
              <a:off x="622613" y="3067364"/>
              <a:ext cx="3310820" cy="1085509"/>
            </a:xfrm>
            <a:custGeom>
              <a:avLst/>
              <a:gdLst/>
              <a:ahLst/>
              <a:cxnLst/>
              <a:rect l="0" t="0" r="0" b="0"/>
              <a:pathLst>
                <a:path w="1500188" h="1873251">
                  <a:moveTo>
                    <a:pt x="1500187" y="1873250"/>
                  </a:moveTo>
                  <a:lnTo>
                    <a:pt x="0" y="1873250"/>
                  </a:lnTo>
                  <a:lnTo>
                    <a:pt x="0" y="0"/>
                  </a:lnTo>
                  <a:lnTo>
                    <a:pt x="1500187" y="0"/>
                  </a:lnTo>
                  <a:close/>
                </a:path>
              </a:pathLst>
            </a:custGeom>
            <a:solidFill>
              <a:srgbClr val="F0C3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aphicFrame>
        <p:nvGraphicFramePr>
          <p:cNvPr id="107" name="Chart 106">
            <a:extLst>
              <a:ext uri="{FF2B5EF4-FFF2-40B4-BE49-F238E27FC236}">
                <a16:creationId xmlns:a16="http://schemas.microsoft.com/office/drawing/2014/main" id="{0027AE06-74F2-249A-1414-7AF4C8B9267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321355" y="2140439"/>
          <a:ext cx="5657861" cy="1610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0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4D9056B-AD8F-60A6-304F-C632E34FD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Marsh Portfolio and LC ranking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FDF0A0-3B76-B66B-3CCD-80C1FB88CC71}"/>
              </a:ext>
            </a:extLst>
          </p:cNvPr>
          <p:cNvGraphicFramePr>
            <a:graphicFrameLocks noGrp="1"/>
          </p:cNvGraphicFramePr>
          <p:nvPr/>
        </p:nvGraphicFramePr>
        <p:xfrm>
          <a:off x="456000" y="1214572"/>
          <a:ext cx="11278800" cy="448858"/>
        </p:xfrm>
        <a:graphic>
          <a:graphicData uri="http://schemas.openxmlformats.org/drawingml/2006/table">
            <a:tbl>
              <a:tblPr firstRow="1" bandRow="1"/>
              <a:tblGrid>
                <a:gridCol w="11278800">
                  <a:extLst>
                    <a:ext uri="{9D8B030D-6E8A-4147-A177-3AD203B41FA5}">
                      <a16:colId xmlns:a16="http://schemas.microsoft.com/office/drawing/2014/main" val="1736609079"/>
                    </a:ext>
                  </a:extLst>
                </a:gridCol>
              </a:tblGrid>
              <a:tr h="448858"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chemeClr val="accent1"/>
                          </a:solidFill>
                          <a:latin typeface="+mj-lt"/>
                        </a:rPr>
                        <a:t>Key Highlights:</a:t>
                      </a:r>
                      <a:endParaRPr lang="en-GB" sz="1600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975244"/>
                  </a:ext>
                </a:extLst>
              </a:tr>
            </a:tbl>
          </a:graphicData>
        </a:graphic>
      </p:graphicFrame>
      <p:grpSp>
        <p:nvGrpSpPr>
          <p:cNvPr id="65" name="Group 64">
            <a:extLst>
              <a:ext uri="{FF2B5EF4-FFF2-40B4-BE49-F238E27FC236}">
                <a16:creationId xmlns:a16="http://schemas.microsoft.com/office/drawing/2014/main" id="{5DC86598-8EC7-2BC9-98D3-F6C1F1EB26B9}"/>
              </a:ext>
            </a:extLst>
          </p:cNvPr>
          <p:cNvGrpSpPr/>
          <p:nvPr/>
        </p:nvGrpSpPr>
        <p:grpSpPr>
          <a:xfrm>
            <a:off x="457200" y="1802169"/>
            <a:ext cx="5524500" cy="289275"/>
            <a:chOff x="457200" y="1889721"/>
            <a:chExt cx="5524500" cy="289275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9FC7C74-7CDC-C72D-29F9-7F738D051542}"/>
                </a:ext>
              </a:extLst>
            </p:cNvPr>
            <p:cNvCxnSpPr/>
            <p:nvPr/>
          </p:nvCxnSpPr>
          <p:spPr>
            <a:xfrm>
              <a:off x="457200" y="2178996"/>
              <a:ext cx="55245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A23E69A-F411-BC2B-BAC1-B900647D71AF}"/>
                </a:ext>
              </a:extLst>
            </p:cNvPr>
            <p:cNvSpPr txBox="1"/>
            <p:nvPr/>
          </p:nvSpPr>
          <p:spPr>
            <a:xfrm>
              <a:off x="457200" y="1889721"/>
              <a:ext cx="852798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b="1" dirty="0">
                  <a:solidFill>
                    <a:srgbClr val="000F47"/>
                  </a:solidFill>
                  <a:latin typeface="Georgia Pro Light"/>
                </a:rPr>
                <a:t>Property</a:t>
              </a:r>
              <a:endPara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Georgia Pro Light"/>
                <a:ea typeface="+mn-ea"/>
                <a:cs typeface="+mn-cs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8D4348A-822F-E9AE-1F10-D7890759A2EC}"/>
              </a:ext>
            </a:extLst>
          </p:cNvPr>
          <p:cNvGrpSpPr/>
          <p:nvPr/>
        </p:nvGrpSpPr>
        <p:grpSpPr>
          <a:xfrm>
            <a:off x="456000" y="3911345"/>
            <a:ext cx="5524500" cy="289275"/>
            <a:chOff x="457200" y="1889721"/>
            <a:chExt cx="5524500" cy="289275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D495CCC-8C18-9980-AF60-1D2CADD35D7C}"/>
                </a:ext>
              </a:extLst>
            </p:cNvPr>
            <p:cNvCxnSpPr/>
            <p:nvPr/>
          </p:nvCxnSpPr>
          <p:spPr>
            <a:xfrm>
              <a:off x="457200" y="2178996"/>
              <a:ext cx="55245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C48DD5F-E7A6-2F50-D88F-07D65AE34A37}"/>
                </a:ext>
              </a:extLst>
            </p:cNvPr>
            <p:cNvSpPr txBox="1"/>
            <p:nvPr/>
          </p:nvSpPr>
          <p:spPr>
            <a:xfrm>
              <a:off x="457200" y="1889721"/>
              <a:ext cx="868828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b="1" dirty="0">
                  <a:solidFill>
                    <a:srgbClr val="000F47"/>
                  </a:solidFill>
                  <a:latin typeface="Georgia Pro Light"/>
                </a:rPr>
                <a:t>FINPRO</a:t>
              </a:r>
              <a:endPara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Georgia Pro Light"/>
                <a:ea typeface="+mn-ea"/>
                <a:cs typeface="+mn-cs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3614219-E2B1-6290-9343-B0EA46CAD8B3}"/>
              </a:ext>
            </a:extLst>
          </p:cNvPr>
          <p:cNvGrpSpPr/>
          <p:nvPr/>
        </p:nvGrpSpPr>
        <p:grpSpPr>
          <a:xfrm>
            <a:off x="6210302" y="1807381"/>
            <a:ext cx="5524500" cy="289275"/>
            <a:chOff x="457200" y="1889721"/>
            <a:chExt cx="5524500" cy="289275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0BD07CAB-FD07-6057-F536-C839A00790E7}"/>
                </a:ext>
              </a:extLst>
            </p:cNvPr>
            <p:cNvCxnSpPr/>
            <p:nvPr/>
          </p:nvCxnSpPr>
          <p:spPr>
            <a:xfrm>
              <a:off x="457200" y="2178996"/>
              <a:ext cx="55245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D7016E8-8251-E1C8-CC5B-255EE16D3B7B}"/>
                </a:ext>
              </a:extLst>
            </p:cNvPr>
            <p:cNvSpPr txBox="1"/>
            <p:nvPr/>
          </p:nvSpPr>
          <p:spPr>
            <a:xfrm>
              <a:off x="457200" y="1889721"/>
              <a:ext cx="83997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Georgia Pro Light"/>
                  <a:ea typeface="+mn-ea"/>
                  <a:cs typeface="+mn-cs"/>
                </a:rPr>
                <a:t>Casualty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7C16F1F-90E5-5DD2-A8C6-833DD4977646}"/>
              </a:ext>
            </a:extLst>
          </p:cNvPr>
          <p:cNvGrpSpPr/>
          <p:nvPr/>
        </p:nvGrpSpPr>
        <p:grpSpPr>
          <a:xfrm>
            <a:off x="6209102" y="3916557"/>
            <a:ext cx="5524500" cy="289275"/>
            <a:chOff x="457200" y="1889721"/>
            <a:chExt cx="5524500" cy="289275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48EB389-1CB3-3DEA-A8DD-3B151E4081C6}"/>
                </a:ext>
              </a:extLst>
            </p:cNvPr>
            <p:cNvCxnSpPr/>
            <p:nvPr/>
          </p:nvCxnSpPr>
          <p:spPr>
            <a:xfrm>
              <a:off x="457200" y="2178996"/>
              <a:ext cx="55245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58517D0-5A7D-DCC3-4DC8-EFFD4564A937}"/>
                </a:ext>
              </a:extLst>
            </p:cNvPr>
            <p:cNvSpPr txBox="1"/>
            <p:nvPr/>
          </p:nvSpPr>
          <p:spPr>
            <a:xfrm>
              <a:off x="457200" y="1889721"/>
              <a:ext cx="148117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b="1" dirty="0">
                  <a:solidFill>
                    <a:srgbClr val="000F47"/>
                  </a:solidFill>
                  <a:latin typeface="Georgia Pro Light"/>
                </a:rPr>
                <a:t>Environmental</a:t>
              </a:r>
              <a:endPara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Georgia Pro Light"/>
                <a:ea typeface="+mn-ea"/>
                <a:cs typeface="+mn-cs"/>
              </a:endParaRP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77DAC9-47B3-A451-1615-8E8341047364}"/>
              </a:ext>
            </a:extLst>
          </p:cNvPr>
          <p:cNvGraphicFramePr>
            <a:graphicFrameLocks noGrp="1"/>
          </p:cNvGraphicFramePr>
          <p:nvPr/>
        </p:nvGraphicFramePr>
        <p:xfrm>
          <a:off x="6805140" y="117677"/>
          <a:ext cx="4929659" cy="1112520"/>
        </p:xfrm>
        <a:graphic>
          <a:graphicData uri="http://schemas.openxmlformats.org/drawingml/2006/table">
            <a:tbl>
              <a:tblPr/>
              <a:tblGrid>
                <a:gridCol w="1320228">
                  <a:extLst>
                    <a:ext uri="{9D8B030D-6E8A-4147-A177-3AD203B41FA5}">
                      <a16:colId xmlns:a16="http://schemas.microsoft.com/office/drawing/2014/main" val="4071784656"/>
                    </a:ext>
                  </a:extLst>
                </a:gridCol>
                <a:gridCol w="1320228">
                  <a:extLst>
                    <a:ext uri="{9D8B030D-6E8A-4147-A177-3AD203B41FA5}">
                      <a16:colId xmlns:a16="http://schemas.microsoft.com/office/drawing/2014/main" val="3418068590"/>
                    </a:ext>
                  </a:extLst>
                </a:gridCol>
                <a:gridCol w="1150658">
                  <a:extLst>
                    <a:ext uri="{9D8B030D-6E8A-4147-A177-3AD203B41FA5}">
                      <a16:colId xmlns:a16="http://schemas.microsoft.com/office/drawing/2014/main" val="332107643"/>
                    </a:ext>
                  </a:extLst>
                </a:gridCol>
                <a:gridCol w="1138545">
                  <a:extLst>
                    <a:ext uri="{9D8B030D-6E8A-4147-A177-3AD203B41FA5}">
                      <a16:colId xmlns:a16="http://schemas.microsoft.com/office/drawing/2014/main" val="103841578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Marsh GWP 2025</a:t>
                      </a:r>
                    </a:p>
                  </a:txBody>
                  <a:tcPr marL="0" marR="0" marT="83127" marB="83127" anchor="ctr">
                    <a:lnL w="12700" cmpd="sng">
                      <a:noFill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Carrier GWP 2025</a:t>
                      </a:r>
                      <a:endParaRPr lang="en-US" sz="900" b="1" i="0" u="none" strike="noStrike" dirty="0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83127" marB="83127"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SoW% 2025</a:t>
                      </a:r>
                      <a:endParaRPr lang="en-US" sz="900" b="1" i="0" u="none" strike="noStrike" dirty="0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83127" marB="83127"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2025 Rank</a:t>
                      </a:r>
                      <a:endParaRPr lang="en-US" sz="900" b="1" i="0" u="none" strike="noStrike" dirty="0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83127" marB="83127"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06615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 err="1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xx.xB</a:t>
                      </a:r>
                      <a:endParaRPr lang="en-US" sz="1800" b="1" i="0" u="none" strike="noStrike" dirty="0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R="182880" marT="91440" marB="91440">
                    <a:lnL w="12700" cmpd="sng">
                      <a:noFill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 err="1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x.xB</a:t>
                      </a:r>
                      <a:endParaRPr lang="en-US" sz="1800" b="1" i="0" u="none" strike="noStrike" dirty="0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R="18288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i="0" u="none" strike="noStrike" dirty="0" err="1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x.x</a:t>
                      </a:r>
                      <a:r>
                        <a:rPr lang="en-US" sz="1800" b="1" i="0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R="18288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548640" marR="18288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280021"/>
                  </a:ext>
                </a:extLst>
              </a:tr>
              <a:tr h="31865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100" b="1" i="0" u="none" strike="noStrike" dirty="0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(-</a:t>
                      </a:r>
                      <a:r>
                        <a:rPr lang="en-US" sz="1100" b="1" i="0" u="none" strike="noStrike" dirty="0" err="1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x.x</a:t>
                      </a:r>
                      <a:r>
                        <a:rPr lang="en-US" sz="1100" b="1" i="0" u="none" strike="noStrike" dirty="0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%</a:t>
                      </a:r>
                      <a:r>
                        <a:rPr lang="en-US" sz="1100" b="0" i="0" u="none" strike="noStrike" dirty="0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▼</a:t>
                      </a:r>
                      <a:r>
                        <a:rPr lang="en-US" sz="1100" b="1" i="0" u="none" strike="noStrike" dirty="0">
                          <a:solidFill>
                            <a:srgbClr val="C53532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274320" marT="91440" marB="91440">
                    <a:lnL w="12700" cmpd="sng">
                      <a:noFill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 (+</a:t>
                      </a:r>
                      <a:r>
                        <a:rPr lang="en-US" sz="1100" b="1" i="0" u="none" strike="noStrike" dirty="0" err="1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x.x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%▲)</a:t>
                      </a:r>
                    </a:p>
                  </a:txBody>
                  <a:tcPr marL="27432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 (+x▲)</a:t>
                      </a:r>
                    </a:p>
                  </a:txBody>
                  <a:tcPr marL="27432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lang="en-US" sz="1100" b="1" i="0" u="none" strike="noStrike" dirty="0">
                          <a:solidFill>
                            <a:srgbClr val="6ABF30"/>
                          </a:solidFill>
                          <a:effectLst/>
                          <a:latin typeface="+mn-lt"/>
                        </a:rPr>
                        <a:t> (+x▲)</a:t>
                      </a:r>
                    </a:p>
                  </a:txBody>
                  <a:tcPr marL="274320" marT="91440" marB="91440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40785"/>
                  </a:ext>
                </a:extLst>
              </a:tr>
            </a:tbl>
          </a:graphicData>
        </a:graphic>
      </p:graphicFrame>
      <p:sp>
        <p:nvSpPr>
          <p:cNvPr id="7" name="Freeform 5" descr="Ribbon badge with star.">
            <a:extLst>
              <a:ext uri="{FF2B5EF4-FFF2-40B4-BE49-F238E27FC236}">
                <a16:creationId xmlns:a16="http://schemas.microsoft.com/office/drawing/2014/main" id="{C0487A87-BE04-A67C-A28D-D5517E192823}"/>
              </a:ext>
            </a:extLst>
          </p:cNvPr>
          <p:cNvSpPr>
            <a:spLocks noEditPoints="1"/>
          </p:cNvSpPr>
          <p:nvPr>
            <p:custDataLst>
              <p:custData r:id="rId2"/>
            </p:custDataLst>
          </p:nvPr>
        </p:nvSpPr>
        <p:spPr bwMode="auto">
          <a:xfrm>
            <a:off x="10778738" y="442078"/>
            <a:ext cx="262659" cy="373063"/>
          </a:xfrm>
          <a:custGeom>
            <a:avLst/>
            <a:gdLst>
              <a:gd name="T0" fmla="*/ 26 w 74"/>
              <a:gd name="T1" fmla="*/ 53 h 96"/>
              <a:gd name="T2" fmla="*/ 37 w 74"/>
              <a:gd name="T3" fmla="*/ 45 h 96"/>
              <a:gd name="T4" fmla="*/ 48 w 74"/>
              <a:gd name="T5" fmla="*/ 53 h 96"/>
              <a:gd name="T6" fmla="*/ 44 w 74"/>
              <a:gd name="T7" fmla="*/ 40 h 96"/>
              <a:gd name="T8" fmla="*/ 54 w 74"/>
              <a:gd name="T9" fmla="*/ 32 h 96"/>
              <a:gd name="T10" fmla="*/ 41 w 74"/>
              <a:gd name="T11" fmla="*/ 32 h 96"/>
              <a:gd name="T12" fmla="*/ 37 w 74"/>
              <a:gd name="T13" fmla="*/ 19 h 96"/>
              <a:gd name="T14" fmla="*/ 33 w 74"/>
              <a:gd name="T15" fmla="*/ 32 h 96"/>
              <a:gd name="T16" fmla="*/ 20 w 74"/>
              <a:gd name="T17" fmla="*/ 32 h 96"/>
              <a:gd name="T18" fmla="*/ 30 w 74"/>
              <a:gd name="T19" fmla="*/ 40 h 96"/>
              <a:gd name="T20" fmla="*/ 26 w 74"/>
              <a:gd name="T21" fmla="*/ 53 h 96"/>
              <a:gd name="T22" fmla="*/ 74 w 74"/>
              <a:gd name="T23" fmla="*/ 36 h 96"/>
              <a:gd name="T24" fmla="*/ 37 w 74"/>
              <a:gd name="T25" fmla="*/ 0 h 96"/>
              <a:gd name="T26" fmla="*/ 0 w 74"/>
              <a:gd name="T27" fmla="*/ 36 h 96"/>
              <a:gd name="T28" fmla="*/ 9 w 74"/>
              <a:gd name="T29" fmla="*/ 61 h 96"/>
              <a:gd name="T30" fmla="*/ 9 w 74"/>
              <a:gd name="T31" fmla="*/ 96 h 96"/>
              <a:gd name="T32" fmla="*/ 37 w 74"/>
              <a:gd name="T33" fmla="*/ 87 h 96"/>
              <a:gd name="T34" fmla="*/ 65 w 74"/>
              <a:gd name="T35" fmla="*/ 96 h 96"/>
              <a:gd name="T36" fmla="*/ 65 w 74"/>
              <a:gd name="T37" fmla="*/ 61 h 96"/>
              <a:gd name="T38" fmla="*/ 74 w 74"/>
              <a:gd name="T39" fmla="*/ 36 h 96"/>
              <a:gd name="T40" fmla="*/ 37 w 74"/>
              <a:gd name="T41" fmla="*/ 9 h 96"/>
              <a:gd name="T42" fmla="*/ 65 w 74"/>
              <a:gd name="T43" fmla="*/ 36 h 96"/>
              <a:gd name="T44" fmla="*/ 37 w 74"/>
              <a:gd name="T45" fmla="*/ 64 h 96"/>
              <a:gd name="T46" fmla="*/ 9 w 74"/>
              <a:gd name="T47" fmla="*/ 36 h 96"/>
              <a:gd name="T48" fmla="*/ 37 w 74"/>
              <a:gd name="T49" fmla="*/ 9 h 96"/>
              <a:gd name="T50" fmla="*/ 37 w 74"/>
              <a:gd name="T51" fmla="*/ 78 h 96"/>
              <a:gd name="T52" fmla="*/ 19 w 74"/>
              <a:gd name="T53" fmla="*/ 83 h 96"/>
              <a:gd name="T54" fmla="*/ 19 w 74"/>
              <a:gd name="T55" fmla="*/ 68 h 96"/>
              <a:gd name="T56" fmla="*/ 37 w 74"/>
              <a:gd name="T57" fmla="*/ 73 h 96"/>
              <a:gd name="T58" fmla="*/ 55 w 74"/>
              <a:gd name="T59" fmla="*/ 68 h 96"/>
              <a:gd name="T60" fmla="*/ 55 w 74"/>
              <a:gd name="T61" fmla="*/ 83 h 96"/>
              <a:gd name="T62" fmla="*/ 37 w 74"/>
              <a:gd name="T63" fmla="*/ 78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74" h="96">
                <a:moveTo>
                  <a:pt x="26" y="53"/>
                </a:moveTo>
                <a:cubicBezTo>
                  <a:pt x="37" y="45"/>
                  <a:pt x="37" y="45"/>
                  <a:pt x="37" y="45"/>
                </a:cubicBezTo>
                <a:cubicBezTo>
                  <a:pt x="48" y="53"/>
                  <a:pt x="48" y="53"/>
                  <a:pt x="48" y="53"/>
                </a:cubicBezTo>
                <a:cubicBezTo>
                  <a:pt x="44" y="40"/>
                  <a:pt x="44" y="40"/>
                  <a:pt x="44" y="40"/>
                </a:cubicBezTo>
                <a:cubicBezTo>
                  <a:pt x="54" y="32"/>
                  <a:pt x="54" y="32"/>
                  <a:pt x="54" y="32"/>
                </a:cubicBezTo>
                <a:cubicBezTo>
                  <a:pt x="41" y="32"/>
                  <a:pt x="41" y="32"/>
                  <a:pt x="41" y="32"/>
                </a:cubicBezTo>
                <a:cubicBezTo>
                  <a:pt x="37" y="19"/>
                  <a:pt x="37" y="19"/>
                  <a:pt x="37" y="19"/>
                </a:cubicBezTo>
                <a:cubicBezTo>
                  <a:pt x="33" y="32"/>
                  <a:pt x="33" y="32"/>
                  <a:pt x="33" y="32"/>
                </a:cubicBezTo>
                <a:cubicBezTo>
                  <a:pt x="20" y="32"/>
                  <a:pt x="20" y="32"/>
                  <a:pt x="20" y="32"/>
                </a:cubicBezTo>
                <a:cubicBezTo>
                  <a:pt x="30" y="40"/>
                  <a:pt x="30" y="40"/>
                  <a:pt x="30" y="40"/>
                </a:cubicBezTo>
                <a:lnTo>
                  <a:pt x="26" y="53"/>
                </a:lnTo>
                <a:close/>
                <a:moveTo>
                  <a:pt x="74" y="36"/>
                </a:moveTo>
                <a:cubicBezTo>
                  <a:pt x="74" y="16"/>
                  <a:pt x="57" y="0"/>
                  <a:pt x="37" y="0"/>
                </a:cubicBezTo>
                <a:cubicBezTo>
                  <a:pt x="17" y="0"/>
                  <a:pt x="0" y="16"/>
                  <a:pt x="0" y="36"/>
                </a:cubicBezTo>
                <a:cubicBezTo>
                  <a:pt x="0" y="46"/>
                  <a:pt x="4" y="54"/>
                  <a:pt x="9" y="61"/>
                </a:cubicBezTo>
                <a:cubicBezTo>
                  <a:pt x="9" y="96"/>
                  <a:pt x="9" y="96"/>
                  <a:pt x="9" y="96"/>
                </a:cubicBezTo>
                <a:cubicBezTo>
                  <a:pt x="37" y="87"/>
                  <a:pt x="37" y="87"/>
                  <a:pt x="37" y="87"/>
                </a:cubicBezTo>
                <a:cubicBezTo>
                  <a:pt x="65" y="96"/>
                  <a:pt x="65" y="96"/>
                  <a:pt x="65" y="96"/>
                </a:cubicBezTo>
                <a:cubicBezTo>
                  <a:pt x="65" y="61"/>
                  <a:pt x="65" y="61"/>
                  <a:pt x="65" y="61"/>
                </a:cubicBezTo>
                <a:cubicBezTo>
                  <a:pt x="70" y="54"/>
                  <a:pt x="74" y="46"/>
                  <a:pt x="74" y="36"/>
                </a:cubicBezTo>
                <a:close/>
                <a:moveTo>
                  <a:pt x="37" y="9"/>
                </a:moveTo>
                <a:cubicBezTo>
                  <a:pt x="52" y="9"/>
                  <a:pt x="65" y="21"/>
                  <a:pt x="65" y="36"/>
                </a:cubicBezTo>
                <a:cubicBezTo>
                  <a:pt x="65" y="52"/>
                  <a:pt x="52" y="64"/>
                  <a:pt x="37" y="64"/>
                </a:cubicBezTo>
                <a:cubicBezTo>
                  <a:pt x="22" y="64"/>
                  <a:pt x="9" y="52"/>
                  <a:pt x="9" y="36"/>
                </a:cubicBezTo>
                <a:cubicBezTo>
                  <a:pt x="9" y="21"/>
                  <a:pt x="22" y="9"/>
                  <a:pt x="37" y="9"/>
                </a:cubicBezTo>
                <a:close/>
                <a:moveTo>
                  <a:pt x="37" y="78"/>
                </a:moveTo>
                <a:cubicBezTo>
                  <a:pt x="19" y="83"/>
                  <a:pt x="19" y="83"/>
                  <a:pt x="19" y="83"/>
                </a:cubicBezTo>
                <a:cubicBezTo>
                  <a:pt x="19" y="68"/>
                  <a:pt x="19" y="68"/>
                  <a:pt x="19" y="68"/>
                </a:cubicBezTo>
                <a:cubicBezTo>
                  <a:pt x="24" y="71"/>
                  <a:pt x="30" y="73"/>
                  <a:pt x="37" y="73"/>
                </a:cubicBezTo>
                <a:cubicBezTo>
                  <a:pt x="44" y="73"/>
                  <a:pt x="50" y="71"/>
                  <a:pt x="55" y="68"/>
                </a:cubicBezTo>
                <a:cubicBezTo>
                  <a:pt x="55" y="83"/>
                  <a:pt x="55" y="83"/>
                  <a:pt x="55" y="83"/>
                </a:cubicBezTo>
                <a:lnTo>
                  <a:pt x="37" y="7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9" descr="Percent sign.">
            <a:extLst>
              <a:ext uri="{FF2B5EF4-FFF2-40B4-BE49-F238E27FC236}">
                <a16:creationId xmlns:a16="http://schemas.microsoft.com/office/drawing/2014/main" id="{DB19EFB1-266A-CB9C-F08B-7BF0EC9435D7}"/>
              </a:ext>
            </a:extLst>
          </p:cNvPr>
          <p:cNvSpPr>
            <a:spLocks noEditPoints="1"/>
          </p:cNvSpPr>
          <p:nvPr>
            <p:custDataLst>
              <p:custData r:id="rId3"/>
            </p:custDataLst>
          </p:nvPr>
        </p:nvSpPr>
        <p:spPr bwMode="auto">
          <a:xfrm>
            <a:off x="9575461" y="515405"/>
            <a:ext cx="224350" cy="271463"/>
          </a:xfrm>
          <a:custGeom>
            <a:avLst/>
            <a:gdLst>
              <a:gd name="T0" fmla="*/ 15 w 69"/>
              <a:gd name="T1" fmla="*/ 29 h 69"/>
              <a:gd name="T2" fmla="*/ 4 w 69"/>
              <a:gd name="T3" fmla="*/ 25 h 69"/>
              <a:gd name="T4" fmla="*/ 0 w 69"/>
              <a:gd name="T5" fmla="*/ 14 h 69"/>
              <a:gd name="T6" fmla="*/ 4 w 69"/>
              <a:gd name="T7" fmla="*/ 4 h 69"/>
              <a:gd name="T8" fmla="*/ 15 w 69"/>
              <a:gd name="T9" fmla="*/ 0 h 69"/>
              <a:gd name="T10" fmla="*/ 25 w 69"/>
              <a:gd name="T11" fmla="*/ 4 h 69"/>
              <a:gd name="T12" fmla="*/ 29 w 69"/>
              <a:gd name="T13" fmla="*/ 14 h 69"/>
              <a:gd name="T14" fmla="*/ 25 w 69"/>
              <a:gd name="T15" fmla="*/ 25 h 69"/>
              <a:gd name="T16" fmla="*/ 15 w 69"/>
              <a:gd name="T17" fmla="*/ 29 h 69"/>
              <a:gd name="T18" fmla="*/ 15 w 69"/>
              <a:gd name="T19" fmla="*/ 22 h 69"/>
              <a:gd name="T20" fmla="*/ 20 w 69"/>
              <a:gd name="T21" fmla="*/ 20 h 69"/>
              <a:gd name="T22" fmla="*/ 22 w 69"/>
              <a:gd name="T23" fmla="*/ 14 h 69"/>
              <a:gd name="T24" fmla="*/ 20 w 69"/>
              <a:gd name="T25" fmla="*/ 9 h 69"/>
              <a:gd name="T26" fmla="*/ 15 w 69"/>
              <a:gd name="T27" fmla="*/ 7 h 69"/>
              <a:gd name="T28" fmla="*/ 9 w 69"/>
              <a:gd name="T29" fmla="*/ 9 h 69"/>
              <a:gd name="T30" fmla="*/ 7 w 69"/>
              <a:gd name="T31" fmla="*/ 14 h 69"/>
              <a:gd name="T32" fmla="*/ 9 w 69"/>
              <a:gd name="T33" fmla="*/ 20 h 69"/>
              <a:gd name="T34" fmla="*/ 15 w 69"/>
              <a:gd name="T35" fmla="*/ 22 h 69"/>
              <a:gd name="T36" fmla="*/ 54 w 69"/>
              <a:gd name="T37" fmla="*/ 69 h 69"/>
              <a:gd name="T38" fmla="*/ 44 w 69"/>
              <a:gd name="T39" fmla="*/ 64 h 69"/>
              <a:gd name="T40" fmla="*/ 40 w 69"/>
              <a:gd name="T41" fmla="*/ 54 h 69"/>
              <a:gd name="T42" fmla="*/ 44 w 69"/>
              <a:gd name="T43" fmla="*/ 44 h 69"/>
              <a:gd name="T44" fmla="*/ 54 w 69"/>
              <a:gd name="T45" fmla="*/ 40 h 69"/>
              <a:gd name="T46" fmla="*/ 65 w 69"/>
              <a:gd name="T47" fmla="*/ 44 h 69"/>
              <a:gd name="T48" fmla="*/ 69 w 69"/>
              <a:gd name="T49" fmla="*/ 54 h 69"/>
              <a:gd name="T50" fmla="*/ 65 w 69"/>
              <a:gd name="T51" fmla="*/ 64 h 69"/>
              <a:gd name="T52" fmla="*/ 54 w 69"/>
              <a:gd name="T53" fmla="*/ 69 h 69"/>
              <a:gd name="T54" fmla="*/ 54 w 69"/>
              <a:gd name="T55" fmla="*/ 62 h 69"/>
              <a:gd name="T56" fmla="*/ 60 w 69"/>
              <a:gd name="T57" fmla="*/ 60 h 69"/>
              <a:gd name="T58" fmla="*/ 62 w 69"/>
              <a:gd name="T59" fmla="*/ 54 h 69"/>
              <a:gd name="T60" fmla="*/ 60 w 69"/>
              <a:gd name="T61" fmla="*/ 49 h 69"/>
              <a:gd name="T62" fmla="*/ 54 w 69"/>
              <a:gd name="T63" fmla="*/ 47 h 69"/>
              <a:gd name="T64" fmla="*/ 49 w 69"/>
              <a:gd name="T65" fmla="*/ 49 h 69"/>
              <a:gd name="T66" fmla="*/ 47 w 69"/>
              <a:gd name="T67" fmla="*/ 54 h 69"/>
              <a:gd name="T68" fmla="*/ 49 w 69"/>
              <a:gd name="T69" fmla="*/ 60 h 69"/>
              <a:gd name="T70" fmla="*/ 54 w 69"/>
              <a:gd name="T71" fmla="*/ 62 h 69"/>
              <a:gd name="T72" fmla="*/ 5 w 69"/>
              <a:gd name="T73" fmla="*/ 68 h 69"/>
              <a:gd name="T74" fmla="*/ 0 w 69"/>
              <a:gd name="T75" fmla="*/ 63 h 69"/>
              <a:gd name="T76" fmla="*/ 64 w 69"/>
              <a:gd name="T77" fmla="*/ 0 h 69"/>
              <a:gd name="T78" fmla="*/ 69 w 69"/>
              <a:gd name="T79" fmla="*/ 5 h 69"/>
              <a:gd name="T80" fmla="*/ 5 w 69"/>
              <a:gd name="T81" fmla="*/ 68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9" h="69">
                <a:moveTo>
                  <a:pt x="15" y="29"/>
                </a:moveTo>
                <a:cubicBezTo>
                  <a:pt x="11" y="29"/>
                  <a:pt x="7" y="27"/>
                  <a:pt x="4" y="25"/>
                </a:cubicBezTo>
                <a:cubicBezTo>
                  <a:pt x="1" y="22"/>
                  <a:pt x="0" y="18"/>
                  <a:pt x="0" y="14"/>
                </a:cubicBezTo>
                <a:cubicBezTo>
                  <a:pt x="0" y="10"/>
                  <a:pt x="1" y="7"/>
                  <a:pt x="4" y="4"/>
                </a:cubicBezTo>
                <a:cubicBezTo>
                  <a:pt x="7" y="1"/>
                  <a:pt x="11" y="0"/>
                  <a:pt x="15" y="0"/>
                </a:cubicBezTo>
                <a:cubicBezTo>
                  <a:pt x="19" y="0"/>
                  <a:pt x="22" y="1"/>
                  <a:pt x="25" y="4"/>
                </a:cubicBezTo>
                <a:cubicBezTo>
                  <a:pt x="28" y="7"/>
                  <a:pt x="29" y="10"/>
                  <a:pt x="29" y="14"/>
                </a:cubicBezTo>
                <a:cubicBezTo>
                  <a:pt x="29" y="18"/>
                  <a:pt x="28" y="22"/>
                  <a:pt x="25" y="25"/>
                </a:cubicBezTo>
                <a:cubicBezTo>
                  <a:pt x="22" y="27"/>
                  <a:pt x="19" y="29"/>
                  <a:pt x="15" y="29"/>
                </a:cubicBezTo>
                <a:close/>
                <a:moveTo>
                  <a:pt x="15" y="22"/>
                </a:moveTo>
                <a:cubicBezTo>
                  <a:pt x="17" y="22"/>
                  <a:pt x="18" y="21"/>
                  <a:pt x="20" y="20"/>
                </a:cubicBezTo>
                <a:cubicBezTo>
                  <a:pt x="21" y="18"/>
                  <a:pt x="22" y="16"/>
                  <a:pt x="22" y="14"/>
                </a:cubicBezTo>
                <a:cubicBezTo>
                  <a:pt x="22" y="12"/>
                  <a:pt x="21" y="10"/>
                  <a:pt x="20" y="9"/>
                </a:cubicBezTo>
                <a:cubicBezTo>
                  <a:pt x="18" y="7"/>
                  <a:pt x="17" y="7"/>
                  <a:pt x="15" y="7"/>
                </a:cubicBezTo>
                <a:cubicBezTo>
                  <a:pt x="12" y="7"/>
                  <a:pt x="11" y="7"/>
                  <a:pt x="9" y="9"/>
                </a:cubicBezTo>
                <a:cubicBezTo>
                  <a:pt x="8" y="10"/>
                  <a:pt x="7" y="12"/>
                  <a:pt x="7" y="14"/>
                </a:cubicBezTo>
                <a:cubicBezTo>
                  <a:pt x="7" y="16"/>
                  <a:pt x="8" y="18"/>
                  <a:pt x="9" y="20"/>
                </a:cubicBezTo>
                <a:cubicBezTo>
                  <a:pt x="11" y="21"/>
                  <a:pt x="12" y="22"/>
                  <a:pt x="15" y="22"/>
                </a:cubicBezTo>
                <a:close/>
                <a:moveTo>
                  <a:pt x="54" y="69"/>
                </a:moveTo>
                <a:cubicBezTo>
                  <a:pt x="50" y="69"/>
                  <a:pt x="47" y="67"/>
                  <a:pt x="44" y="64"/>
                </a:cubicBezTo>
                <a:cubicBezTo>
                  <a:pt x="41" y="62"/>
                  <a:pt x="40" y="58"/>
                  <a:pt x="40" y="54"/>
                </a:cubicBezTo>
                <a:cubicBezTo>
                  <a:pt x="40" y="50"/>
                  <a:pt x="41" y="47"/>
                  <a:pt x="44" y="44"/>
                </a:cubicBezTo>
                <a:cubicBezTo>
                  <a:pt x="47" y="41"/>
                  <a:pt x="50" y="40"/>
                  <a:pt x="54" y="40"/>
                </a:cubicBezTo>
                <a:cubicBezTo>
                  <a:pt x="58" y="40"/>
                  <a:pt x="62" y="41"/>
                  <a:pt x="65" y="44"/>
                </a:cubicBezTo>
                <a:cubicBezTo>
                  <a:pt x="68" y="47"/>
                  <a:pt x="69" y="50"/>
                  <a:pt x="69" y="54"/>
                </a:cubicBezTo>
                <a:cubicBezTo>
                  <a:pt x="69" y="58"/>
                  <a:pt x="68" y="62"/>
                  <a:pt x="65" y="64"/>
                </a:cubicBezTo>
                <a:cubicBezTo>
                  <a:pt x="62" y="67"/>
                  <a:pt x="58" y="69"/>
                  <a:pt x="54" y="69"/>
                </a:cubicBezTo>
                <a:close/>
                <a:moveTo>
                  <a:pt x="54" y="62"/>
                </a:moveTo>
                <a:cubicBezTo>
                  <a:pt x="57" y="62"/>
                  <a:pt x="58" y="61"/>
                  <a:pt x="60" y="60"/>
                </a:cubicBezTo>
                <a:cubicBezTo>
                  <a:pt x="61" y="58"/>
                  <a:pt x="62" y="56"/>
                  <a:pt x="62" y="54"/>
                </a:cubicBezTo>
                <a:cubicBezTo>
                  <a:pt x="62" y="52"/>
                  <a:pt x="61" y="50"/>
                  <a:pt x="60" y="49"/>
                </a:cubicBezTo>
                <a:cubicBezTo>
                  <a:pt x="58" y="47"/>
                  <a:pt x="57" y="47"/>
                  <a:pt x="54" y="47"/>
                </a:cubicBezTo>
                <a:cubicBezTo>
                  <a:pt x="52" y="47"/>
                  <a:pt x="51" y="47"/>
                  <a:pt x="49" y="49"/>
                </a:cubicBezTo>
                <a:cubicBezTo>
                  <a:pt x="48" y="50"/>
                  <a:pt x="47" y="52"/>
                  <a:pt x="47" y="54"/>
                </a:cubicBezTo>
                <a:cubicBezTo>
                  <a:pt x="47" y="56"/>
                  <a:pt x="48" y="58"/>
                  <a:pt x="49" y="60"/>
                </a:cubicBezTo>
                <a:cubicBezTo>
                  <a:pt x="51" y="61"/>
                  <a:pt x="52" y="62"/>
                  <a:pt x="54" y="62"/>
                </a:cubicBezTo>
                <a:close/>
                <a:moveTo>
                  <a:pt x="5" y="68"/>
                </a:moveTo>
                <a:cubicBezTo>
                  <a:pt x="0" y="63"/>
                  <a:pt x="0" y="63"/>
                  <a:pt x="0" y="63"/>
                </a:cubicBezTo>
                <a:cubicBezTo>
                  <a:pt x="64" y="0"/>
                  <a:pt x="64" y="0"/>
                  <a:pt x="64" y="0"/>
                </a:cubicBezTo>
                <a:cubicBezTo>
                  <a:pt x="69" y="5"/>
                  <a:pt x="69" y="5"/>
                  <a:pt x="69" y="5"/>
                </a:cubicBezTo>
                <a:lnTo>
                  <a:pt x="5" y="6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Freeform 13" descr="Closed wallet with clasp.">
            <a:extLst>
              <a:ext uri="{FF2B5EF4-FFF2-40B4-BE49-F238E27FC236}">
                <a16:creationId xmlns:a16="http://schemas.microsoft.com/office/drawing/2014/main" id="{7B8328D4-D1E8-A5CA-C81E-3E810A83F2F5}"/>
              </a:ext>
            </a:extLst>
          </p:cNvPr>
          <p:cNvSpPr>
            <a:spLocks noEditPoints="1"/>
          </p:cNvSpPr>
          <p:nvPr>
            <p:custDataLst>
              <p:custData r:id="rId4"/>
            </p:custDataLst>
          </p:nvPr>
        </p:nvSpPr>
        <p:spPr bwMode="auto">
          <a:xfrm>
            <a:off x="6895514" y="459638"/>
            <a:ext cx="335311" cy="291314"/>
          </a:xfrm>
          <a:custGeom>
            <a:avLst/>
            <a:gdLst>
              <a:gd name="T0" fmla="*/ 7 w 83"/>
              <a:gd name="T1" fmla="*/ 72 h 79"/>
              <a:gd name="T2" fmla="*/ 7 w 83"/>
              <a:gd name="T3" fmla="*/ 67 h 79"/>
              <a:gd name="T4" fmla="*/ 3 w 83"/>
              <a:gd name="T5" fmla="*/ 76 h 79"/>
              <a:gd name="T6" fmla="*/ 0 w 83"/>
              <a:gd name="T7" fmla="*/ 9 h 79"/>
              <a:gd name="T8" fmla="*/ 9 w 83"/>
              <a:gd name="T9" fmla="*/ 0 h 79"/>
              <a:gd name="T10" fmla="*/ 76 w 83"/>
              <a:gd name="T11" fmla="*/ 3 h 79"/>
              <a:gd name="T12" fmla="*/ 79 w 83"/>
              <a:gd name="T13" fmla="*/ 21 h 79"/>
              <a:gd name="T14" fmla="*/ 72 w 83"/>
              <a:gd name="T15" fmla="*/ 9 h 79"/>
              <a:gd name="T16" fmla="*/ 70 w 83"/>
              <a:gd name="T17" fmla="*/ 7 h 79"/>
              <a:gd name="T18" fmla="*/ 8 w 83"/>
              <a:gd name="T19" fmla="*/ 8 h 79"/>
              <a:gd name="T20" fmla="*/ 7 w 83"/>
              <a:gd name="T21" fmla="*/ 70 h 79"/>
              <a:gd name="T22" fmla="*/ 9 w 83"/>
              <a:gd name="T23" fmla="*/ 72 h 79"/>
              <a:gd name="T24" fmla="*/ 71 w 83"/>
              <a:gd name="T25" fmla="*/ 71 h 79"/>
              <a:gd name="T26" fmla="*/ 72 w 83"/>
              <a:gd name="T27" fmla="*/ 58 h 79"/>
              <a:gd name="T28" fmla="*/ 79 w 83"/>
              <a:gd name="T29" fmla="*/ 70 h 79"/>
              <a:gd name="T30" fmla="*/ 70 w 83"/>
              <a:gd name="T31" fmla="*/ 79 h 79"/>
              <a:gd name="T32" fmla="*/ 46 w 83"/>
              <a:gd name="T33" fmla="*/ 60 h 79"/>
              <a:gd name="T34" fmla="*/ 37 w 83"/>
              <a:gd name="T35" fmla="*/ 52 h 79"/>
              <a:gd name="T36" fmla="*/ 40 w 83"/>
              <a:gd name="T37" fmla="*/ 21 h 79"/>
              <a:gd name="T38" fmla="*/ 75 w 83"/>
              <a:gd name="T39" fmla="*/ 19 h 79"/>
              <a:gd name="T40" fmla="*/ 83 w 83"/>
              <a:gd name="T41" fmla="*/ 27 h 79"/>
              <a:gd name="T42" fmla="*/ 81 w 83"/>
              <a:gd name="T43" fmla="*/ 58 h 79"/>
              <a:gd name="T44" fmla="*/ 46 w 83"/>
              <a:gd name="T45" fmla="*/ 60 h 79"/>
              <a:gd name="T46" fmla="*/ 76 w 83"/>
              <a:gd name="T47" fmla="*/ 53 h 79"/>
              <a:gd name="T48" fmla="*/ 76 w 83"/>
              <a:gd name="T49" fmla="*/ 27 h 79"/>
              <a:gd name="T50" fmla="*/ 75 w 83"/>
              <a:gd name="T51" fmla="*/ 26 h 79"/>
              <a:gd name="T52" fmla="*/ 45 w 83"/>
              <a:gd name="T53" fmla="*/ 26 h 79"/>
              <a:gd name="T54" fmla="*/ 44 w 83"/>
              <a:gd name="T55" fmla="*/ 52 h 79"/>
              <a:gd name="T56" fmla="*/ 46 w 83"/>
              <a:gd name="T57" fmla="*/ 53 h 79"/>
              <a:gd name="T58" fmla="*/ 58 w 83"/>
              <a:gd name="T59" fmla="*/ 46 h 79"/>
              <a:gd name="T60" fmla="*/ 65 w 83"/>
              <a:gd name="T61" fmla="*/ 39 h 79"/>
              <a:gd name="T62" fmla="*/ 58 w 83"/>
              <a:gd name="T63" fmla="*/ 33 h 79"/>
              <a:gd name="T64" fmla="*/ 51 w 83"/>
              <a:gd name="T65" fmla="*/ 39 h 79"/>
              <a:gd name="T66" fmla="*/ 58 w 83"/>
              <a:gd name="T67" fmla="*/ 46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83" h="79">
                <a:moveTo>
                  <a:pt x="7" y="67"/>
                </a:moveTo>
                <a:cubicBezTo>
                  <a:pt x="7" y="72"/>
                  <a:pt x="7" y="72"/>
                  <a:pt x="7" y="72"/>
                </a:cubicBezTo>
                <a:cubicBezTo>
                  <a:pt x="7" y="7"/>
                  <a:pt x="7" y="7"/>
                  <a:pt x="7" y="7"/>
                </a:cubicBezTo>
                <a:lnTo>
                  <a:pt x="7" y="67"/>
                </a:lnTo>
                <a:close/>
                <a:moveTo>
                  <a:pt x="9" y="79"/>
                </a:moveTo>
                <a:cubicBezTo>
                  <a:pt x="6" y="79"/>
                  <a:pt x="5" y="78"/>
                  <a:pt x="3" y="76"/>
                </a:cubicBezTo>
                <a:cubicBezTo>
                  <a:pt x="1" y="74"/>
                  <a:pt x="0" y="73"/>
                  <a:pt x="0" y="70"/>
                </a:cubicBezTo>
                <a:cubicBezTo>
                  <a:pt x="0" y="9"/>
                  <a:pt x="0" y="9"/>
                  <a:pt x="0" y="9"/>
                </a:cubicBezTo>
                <a:cubicBezTo>
                  <a:pt x="0" y="6"/>
                  <a:pt x="1" y="4"/>
                  <a:pt x="3" y="3"/>
                </a:cubicBezTo>
                <a:cubicBezTo>
                  <a:pt x="5" y="1"/>
                  <a:pt x="6" y="0"/>
                  <a:pt x="9" y="0"/>
                </a:cubicBezTo>
                <a:cubicBezTo>
                  <a:pt x="70" y="0"/>
                  <a:pt x="70" y="0"/>
                  <a:pt x="70" y="0"/>
                </a:cubicBezTo>
                <a:cubicBezTo>
                  <a:pt x="73" y="0"/>
                  <a:pt x="75" y="1"/>
                  <a:pt x="76" y="3"/>
                </a:cubicBezTo>
                <a:cubicBezTo>
                  <a:pt x="78" y="4"/>
                  <a:pt x="79" y="6"/>
                  <a:pt x="79" y="9"/>
                </a:cubicBezTo>
                <a:cubicBezTo>
                  <a:pt x="79" y="21"/>
                  <a:pt x="79" y="21"/>
                  <a:pt x="79" y="21"/>
                </a:cubicBezTo>
                <a:cubicBezTo>
                  <a:pt x="72" y="21"/>
                  <a:pt x="72" y="21"/>
                  <a:pt x="72" y="21"/>
                </a:cubicBezTo>
                <a:cubicBezTo>
                  <a:pt x="72" y="9"/>
                  <a:pt x="72" y="9"/>
                  <a:pt x="72" y="9"/>
                </a:cubicBezTo>
                <a:cubicBezTo>
                  <a:pt x="72" y="8"/>
                  <a:pt x="72" y="8"/>
                  <a:pt x="71" y="8"/>
                </a:cubicBezTo>
                <a:cubicBezTo>
                  <a:pt x="71" y="7"/>
                  <a:pt x="71" y="7"/>
                  <a:pt x="70" y="7"/>
                </a:cubicBezTo>
                <a:cubicBezTo>
                  <a:pt x="9" y="7"/>
                  <a:pt x="9" y="7"/>
                  <a:pt x="9" y="7"/>
                </a:cubicBezTo>
                <a:cubicBezTo>
                  <a:pt x="8" y="7"/>
                  <a:pt x="8" y="7"/>
                  <a:pt x="8" y="8"/>
                </a:cubicBezTo>
                <a:cubicBezTo>
                  <a:pt x="7" y="8"/>
                  <a:pt x="7" y="8"/>
                  <a:pt x="7" y="9"/>
                </a:cubicBezTo>
                <a:cubicBezTo>
                  <a:pt x="7" y="70"/>
                  <a:pt x="7" y="70"/>
                  <a:pt x="7" y="70"/>
                </a:cubicBezTo>
                <a:cubicBezTo>
                  <a:pt x="7" y="71"/>
                  <a:pt x="7" y="71"/>
                  <a:pt x="8" y="71"/>
                </a:cubicBezTo>
                <a:cubicBezTo>
                  <a:pt x="8" y="72"/>
                  <a:pt x="8" y="72"/>
                  <a:pt x="9" y="72"/>
                </a:cubicBezTo>
                <a:cubicBezTo>
                  <a:pt x="70" y="72"/>
                  <a:pt x="70" y="72"/>
                  <a:pt x="70" y="72"/>
                </a:cubicBezTo>
                <a:cubicBezTo>
                  <a:pt x="71" y="72"/>
                  <a:pt x="71" y="72"/>
                  <a:pt x="71" y="71"/>
                </a:cubicBezTo>
                <a:cubicBezTo>
                  <a:pt x="72" y="71"/>
                  <a:pt x="72" y="71"/>
                  <a:pt x="72" y="70"/>
                </a:cubicBezTo>
                <a:cubicBezTo>
                  <a:pt x="72" y="58"/>
                  <a:pt x="72" y="58"/>
                  <a:pt x="72" y="58"/>
                </a:cubicBezTo>
                <a:cubicBezTo>
                  <a:pt x="79" y="58"/>
                  <a:pt x="79" y="58"/>
                  <a:pt x="79" y="58"/>
                </a:cubicBezTo>
                <a:cubicBezTo>
                  <a:pt x="79" y="70"/>
                  <a:pt x="79" y="70"/>
                  <a:pt x="79" y="70"/>
                </a:cubicBezTo>
                <a:cubicBezTo>
                  <a:pt x="79" y="73"/>
                  <a:pt x="78" y="74"/>
                  <a:pt x="76" y="76"/>
                </a:cubicBezTo>
                <a:cubicBezTo>
                  <a:pt x="75" y="78"/>
                  <a:pt x="73" y="79"/>
                  <a:pt x="70" y="79"/>
                </a:cubicBezTo>
                <a:lnTo>
                  <a:pt x="9" y="79"/>
                </a:lnTo>
                <a:close/>
                <a:moveTo>
                  <a:pt x="46" y="60"/>
                </a:moveTo>
                <a:cubicBezTo>
                  <a:pt x="43" y="60"/>
                  <a:pt x="41" y="59"/>
                  <a:pt x="40" y="58"/>
                </a:cubicBezTo>
                <a:cubicBezTo>
                  <a:pt x="38" y="56"/>
                  <a:pt x="37" y="54"/>
                  <a:pt x="37" y="52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5"/>
                  <a:pt x="38" y="23"/>
                  <a:pt x="40" y="21"/>
                </a:cubicBezTo>
                <a:cubicBezTo>
                  <a:pt x="41" y="20"/>
                  <a:pt x="43" y="19"/>
                  <a:pt x="46" y="19"/>
                </a:cubicBezTo>
                <a:cubicBezTo>
                  <a:pt x="75" y="19"/>
                  <a:pt x="75" y="19"/>
                  <a:pt x="75" y="19"/>
                </a:cubicBezTo>
                <a:cubicBezTo>
                  <a:pt x="77" y="19"/>
                  <a:pt x="79" y="20"/>
                  <a:pt x="81" y="21"/>
                </a:cubicBezTo>
                <a:cubicBezTo>
                  <a:pt x="82" y="23"/>
                  <a:pt x="83" y="25"/>
                  <a:pt x="83" y="27"/>
                </a:cubicBezTo>
                <a:cubicBezTo>
                  <a:pt x="83" y="52"/>
                  <a:pt x="83" y="52"/>
                  <a:pt x="83" y="52"/>
                </a:cubicBezTo>
                <a:cubicBezTo>
                  <a:pt x="83" y="54"/>
                  <a:pt x="82" y="56"/>
                  <a:pt x="81" y="58"/>
                </a:cubicBezTo>
                <a:cubicBezTo>
                  <a:pt x="79" y="59"/>
                  <a:pt x="77" y="60"/>
                  <a:pt x="75" y="60"/>
                </a:cubicBezTo>
                <a:lnTo>
                  <a:pt x="46" y="60"/>
                </a:lnTo>
                <a:close/>
                <a:moveTo>
                  <a:pt x="75" y="53"/>
                </a:moveTo>
                <a:cubicBezTo>
                  <a:pt x="75" y="53"/>
                  <a:pt x="76" y="53"/>
                  <a:pt x="76" y="53"/>
                </a:cubicBezTo>
                <a:cubicBezTo>
                  <a:pt x="76" y="53"/>
                  <a:pt x="76" y="52"/>
                  <a:pt x="76" y="52"/>
                </a:cubicBezTo>
                <a:cubicBezTo>
                  <a:pt x="76" y="27"/>
                  <a:pt x="76" y="27"/>
                  <a:pt x="76" y="27"/>
                </a:cubicBezTo>
                <a:cubicBezTo>
                  <a:pt x="76" y="27"/>
                  <a:pt x="76" y="26"/>
                  <a:pt x="76" y="26"/>
                </a:cubicBezTo>
                <a:cubicBezTo>
                  <a:pt x="76" y="26"/>
                  <a:pt x="75" y="26"/>
                  <a:pt x="75" y="26"/>
                </a:cubicBezTo>
                <a:cubicBezTo>
                  <a:pt x="46" y="26"/>
                  <a:pt x="46" y="26"/>
                  <a:pt x="46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4" y="26"/>
                  <a:pt x="44" y="27"/>
                  <a:pt x="44" y="27"/>
                </a:cubicBezTo>
                <a:cubicBezTo>
                  <a:pt x="44" y="52"/>
                  <a:pt x="44" y="52"/>
                  <a:pt x="44" y="52"/>
                </a:cubicBezTo>
                <a:cubicBezTo>
                  <a:pt x="44" y="52"/>
                  <a:pt x="44" y="53"/>
                  <a:pt x="45" y="53"/>
                </a:cubicBezTo>
                <a:cubicBezTo>
                  <a:pt x="45" y="53"/>
                  <a:pt x="45" y="53"/>
                  <a:pt x="46" y="53"/>
                </a:cubicBezTo>
                <a:lnTo>
                  <a:pt x="75" y="53"/>
                </a:lnTo>
                <a:close/>
                <a:moveTo>
                  <a:pt x="58" y="46"/>
                </a:moveTo>
                <a:cubicBezTo>
                  <a:pt x="60" y="46"/>
                  <a:pt x="61" y="46"/>
                  <a:pt x="63" y="44"/>
                </a:cubicBezTo>
                <a:cubicBezTo>
                  <a:pt x="64" y="43"/>
                  <a:pt x="65" y="41"/>
                  <a:pt x="65" y="39"/>
                </a:cubicBezTo>
                <a:cubicBezTo>
                  <a:pt x="65" y="38"/>
                  <a:pt x="64" y="36"/>
                  <a:pt x="63" y="35"/>
                </a:cubicBezTo>
                <a:cubicBezTo>
                  <a:pt x="61" y="33"/>
                  <a:pt x="60" y="33"/>
                  <a:pt x="58" y="33"/>
                </a:cubicBezTo>
                <a:cubicBezTo>
                  <a:pt x="56" y="33"/>
                  <a:pt x="54" y="33"/>
                  <a:pt x="53" y="35"/>
                </a:cubicBezTo>
                <a:cubicBezTo>
                  <a:pt x="52" y="36"/>
                  <a:pt x="51" y="38"/>
                  <a:pt x="51" y="39"/>
                </a:cubicBezTo>
                <a:cubicBezTo>
                  <a:pt x="51" y="41"/>
                  <a:pt x="52" y="43"/>
                  <a:pt x="53" y="44"/>
                </a:cubicBezTo>
                <a:cubicBezTo>
                  <a:pt x="54" y="46"/>
                  <a:pt x="56" y="46"/>
                  <a:pt x="58" y="4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Freeform 5" descr="Dollar sign inside circle.">
            <a:extLst>
              <a:ext uri="{FF2B5EF4-FFF2-40B4-BE49-F238E27FC236}">
                <a16:creationId xmlns:a16="http://schemas.microsoft.com/office/drawing/2014/main" id="{A565D45E-F3DE-BDCD-8276-AF501F48903F}"/>
              </a:ext>
            </a:extLst>
          </p:cNvPr>
          <p:cNvSpPr>
            <a:spLocks noEditPoints="1"/>
          </p:cNvSpPr>
          <p:nvPr>
            <p:custDataLst>
              <p:custData r:id="rId5"/>
            </p:custDataLst>
          </p:nvPr>
        </p:nvSpPr>
        <p:spPr bwMode="auto">
          <a:xfrm>
            <a:off x="8248588" y="462808"/>
            <a:ext cx="338138" cy="338138"/>
          </a:xfrm>
          <a:custGeom>
            <a:avLst/>
            <a:gdLst>
              <a:gd name="T0" fmla="*/ 40 w 87"/>
              <a:gd name="T1" fmla="*/ 75 h 87"/>
              <a:gd name="T2" fmla="*/ 46 w 87"/>
              <a:gd name="T3" fmla="*/ 75 h 87"/>
              <a:gd name="T4" fmla="*/ 46 w 87"/>
              <a:gd name="T5" fmla="*/ 69 h 87"/>
              <a:gd name="T6" fmla="*/ 56 w 87"/>
              <a:gd name="T7" fmla="*/ 65 h 87"/>
              <a:gd name="T8" fmla="*/ 60 w 87"/>
              <a:gd name="T9" fmla="*/ 55 h 87"/>
              <a:gd name="T10" fmla="*/ 58 w 87"/>
              <a:gd name="T11" fmla="*/ 46 h 87"/>
              <a:gd name="T12" fmla="*/ 47 w 87"/>
              <a:gd name="T13" fmla="*/ 40 h 87"/>
              <a:gd name="T14" fmla="*/ 37 w 87"/>
              <a:gd name="T15" fmla="*/ 35 h 87"/>
              <a:gd name="T16" fmla="*/ 35 w 87"/>
              <a:gd name="T17" fmla="*/ 30 h 87"/>
              <a:gd name="T18" fmla="*/ 37 w 87"/>
              <a:gd name="T19" fmla="*/ 25 h 87"/>
              <a:gd name="T20" fmla="*/ 44 w 87"/>
              <a:gd name="T21" fmla="*/ 23 h 87"/>
              <a:gd name="T22" fmla="*/ 49 w 87"/>
              <a:gd name="T23" fmla="*/ 25 h 87"/>
              <a:gd name="T24" fmla="*/ 53 w 87"/>
              <a:gd name="T25" fmla="*/ 29 h 87"/>
              <a:gd name="T26" fmla="*/ 59 w 87"/>
              <a:gd name="T27" fmla="*/ 27 h 87"/>
              <a:gd name="T28" fmla="*/ 54 w 87"/>
              <a:gd name="T29" fmla="*/ 20 h 87"/>
              <a:gd name="T30" fmla="*/ 47 w 87"/>
              <a:gd name="T31" fmla="*/ 17 h 87"/>
              <a:gd name="T32" fmla="*/ 47 w 87"/>
              <a:gd name="T33" fmla="*/ 12 h 87"/>
              <a:gd name="T34" fmla="*/ 40 w 87"/>
              <a:gd name="T35" fmla="*/ 12 h 87"/>
              <a:gd name="T36" fmla="*/ 40 w 87"/>
              <a:gd name="T37" fmla="*/ 17 h 87"/>
              <a:gd name="T38" fmla="*/ 31 w 87"/>
              <a:gd name="T39" fmla="*/ 22 h 87"/>
              <a:gd name="T40" fmla="*/ 28 w 87"/>
              <a:gd name="T41" fmla="*/ 30 h 87"/>
              <a:gd name="T42" fmla="*/ 31 w 87"/>
              <a:gd name="T43" fmla="*/ 39 h 87"/>
              <a:gd name="T44" fmla="*/ 42 w 87"/>
              <a:gd name="T45" fmla="*/ 44 h 87"/>
              <a:gd name="T46" fmla="*/ 52 w 87"/>
              <a:gd name="T47" fmla="*/ 49 h 87"/>
              <a:gd name="T48" fmla="*/ 54 w 87"/>
              <a:gd name="T49" fmla="*/ 55 h 87"/>
              <a:gd name="T50" fmla="*/ 51 w 87"/>
              <a:gd name="T51" fmla="*/ 61 h 87"/>
              <a:gd name="T52" fmla="*/ 44 w 87"/>
              <a:gd name="T53" fmla="*/ 63 h 87"/>
              <a:gd name="T54" fmla="*/ 37 w 87"/>
              <a:gd name="T55" fmla="*/ 61 h 87"/>
              <a:gd name="T56" fmla="*/ 32 w 87"/>
              <a:gd name="T57" fmla="*/ 54 h 87"/>
              <a:gd name="T58" fmla="*/ 27 w 87"/>
              <a:gd name="T59" fmla="*/ 56 h 87"/>
              <a:gd name="T60" fmla="*/ 32 w 87"/>
              <a:gd name="T61" fmla="*/ 65 h 87"/>
              <a:gd name="T62" fmla="*/ 40 w 87"/>
              <a:gd name="T63" fmla="*/ 69 h 87"/>
              <a:gd name="T64" fmla="*/ 40 w 87"/>
              <a:gd name="T65" fmla="*/ 75 h 87"/>
              <a:gd name="T66" fmla="*/ 43 w 87"/>
              <a:gd name="T67" fmla="*/ 87 h 87"/>
              <a:gd name="T68" fmla="*/ 26 w 87"/>
              <a:gd name="T69" fmla="*/ 83 h 87"/>
              <a:gd name="T70" fmla="*/ 13 w 87"/>
              <a:gd name="T71" fmla="*/ 74 h 87"/>
              <a:gd name="T72" fmla="*/ 3 w 87"/>
              <a:gd name="T73" fmla="*/ 60 h 87"/>
              <a:gd name="T74" fmla="*/ 0 w 87"/>
              <a:gd name="T75" fmla="*/ 43 h 87"/>
              <a:gd name="T76" fmla="*/ 3 w 87"/>
              <a:gd name="T77" fmla="*/ 26 h 87"/>
              <a:gd name="T78" fmla="*/ 13 w 87"/>
              <a:gd name="T79" fmla="*/ 12 h 87"/>
              <a:gd name="T80" fmla="*/ 26 w 87"/>
              <a:gd name="T81" fmla="*/ 3 h 87"/>
              <a:gd name="T82" fmla="*/ 43 w 87"/>
              <a:gd name="T83" fmla="*/ 0 h 87"/>
              <a:gd name="T84" fmla="*/ 60 w 87"/>
              <a:gd name="T85" fmla="*/ 3 h 87"/>
              <a:gd name="T86" fmla="*/ 74 w 87"/>
              <a:gd name="T87" fmla="*/ 12 h 87"/>
              <a:gd name="T88" fmla="*/ 84 w 87"/>
              <a:gd name="T89" fmla="*/ 26 h 87"/>
              <a:gd name="T90" fmla="*/ 87 w 87"/>
              <a:gd name="T91" fmla="*/ 43 h 87"/>
              <a:gd name="T92" fmla="*/ 84 w 87"/>
              <a:gd name="T93" fmla="*/ 60 h 87"/>
              <a:gd name="T94" fmla="*/ 74 w 87"/>
              <a:gd name="T95" fmla="*/ 74 h 87"/>
              <a:gd name="T96" fmla="*/ 60 w 87"/>
              <a:gd name="T97" fmla="*/ 83 h 87"/>
              <a:gd name="T98" fmla="*/ 43 w 87"/>
              <a:gd name="T99" fmla="*/ 87 h 87"/>
              <a:gd name="T100" fmla="*/ 43 w 87"/>
              <a:gd name="T101" fmla="*/ 80 h 87"/>
              <a:gd name="T102" fmla="*/ 70 w 87"/>
              <a:gd name="T103" fmla="*/ 69 h 87"/>
              <a:gd name="T104" fmla="*/ 80 w 87"/>
              <a:gd name="T105" fmla="*/ 43 h 87"/>
              <a:gd name="T106" fmla="*/ 70 w 87"/>
              <a:gd name="T107" fmla="*/ 17 h 87"/>
              <a:gd name="T108" fmla="*/ 43 w 87"/>
              <a:gd name="T109" fmla="*/ 6 h 87"/>
              <a:gd name="T110" fmla="*/ 17 w 87"/>
              <a:gd name="T111" fmla="*/ 17 h 87"/>
              <a:gd name="T112" fmla="*/ 7 w 87"/>
              <a:gd name="T113" fmla="*/ 43 h 87"/>
              <a:gd name="T114" fmla="*/ 17 w 87"/>
              <a:gd name="T115" fmla="*/ 69 h 87"/>
              <a:gd name="T116" fmla="*/ 43 w 87"/>
              <a:gd name="T117" fmla="*/ 80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7" h="87">
                <a:moveTo>
                  <a:pt x="40" y="75"/>
                </a:moveTo>
                <a:cubicBezTo>
                  <a:pt x="46" y="75"/>
                  <a:pt x="46" y="75"/>
                  <a:pt x="46" y="75"/>
                </a:cubicBezTo>
                <a:cubicBezTo>
                  <a:pt x="46" y="69"/>
                  <a:pt x="46" y="69"/>
                  <a:pt x="46" y="69"/>
                </a:cubicBezTo>
                <a:cubicBezTo>
                  <a:pt x="50" y="68"/>
                  <a:pt x="53" y="67"/>
                  <a:pt x="56" y="65"/>
                </a:cubicBezTo>
                <a:cubicBezTo>
                  <a:pt x="59" y="63"/>
                  <a:pt x="60" y="59"/>
                  <a:pt x="60" y="55"/>
                </a:cubicBezTo>
                <a:cubicBezTo>
                  <a:pt x="60" y="52"/>
                  <a:pt x="60" y="49"/>
                  <a:pt x="58" y="46"/>
                </a:cubicBezTo>
                <a:cubicBezTo>
                  <a:pt x="56" y="44"/>
                  <a:pt x="52" y="42"/>
                  <a:pt x="47" y="40"/>
                </a:cubicBezTo>
                <a:cubicBezTo>
                  <a:pt x="42" y="38"/>
                  <a:pt x="38" y="37"/>
                  <a:pt x="37" y="35"/>
                </a:cubicBezTo>
                <a:cubicBezTo>
                  <a:pt x="35" y="34"/>
                  <a:pt x="35" y="32"/>
                  <a:pt x="35" y="30"/>
                </a:cubicBezTo>
                <a:cubicBezTo>
                  <a:pt x="35" y="28"/>
                  <a:pt x="35" y="26"/>
                  <a:pt x="37" y="25"/>
                </a:cubicBezTo>
                <a:cubicBezTo>
                  <a:pt x="39" y="24"/>
                  <a:pt x="41" y="23"/>
                  <a:pt x="44" y="23"/>
                </a:cubicBezTo>
                <a:cubicBezTo>
                  <a:pt x="46" y="23"/>
                  <a:pt x="48" y="24"/>
                  <a:pt x="49" y="25"/>
                </a:cubicBezTo>
                <a:cubicBezTo>
                  <a:pt x="51" y="26"/>
                  <a:pt x="52" y="27"/>
                  <a:pt x="53" y="29"/>
                </a:cubicBezTo>
                <a:cubicBezTo>
                  <a:pt x="59" y="27"/>
                  <a:pt x="59" y="27"/>
                  <a:pt x="59" y="27"/>
                </a:cubicBezTo>
                <a:cubicBezTo>
                  <a:pt x="58" y="24"/>
                  <a:pt x="56" y="22"/>
                  <a:pt x="54" y="20"/>
                </a:cubicBezTo>
                <a:cubicBezTo>
                  <a:pt x="52" y="19"/>
                  <a:pt x="49" y="18"/>
                  <a:pt x="47" y="17"/>
                </a:cubicBezTo>
                <a:cubicBezTo>
                  <a:pt x="47" y="12"/>
                  <a:pt x="47" y="12"/>
                  <a:pt x="47" y="12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7"/>
                  <a:pt x="40" y="17"/>
                  <a:pt x="40" y="17"/>
                </a:cubicBezTo>
                <a:cubicBezTo>
                  <a:pt x="36" y="18"/>
                  <a:pt x="33" y="20"/>
                  <a:pt x="31" y="22"/>
                </a:cubicBezTo>
                <a:cubicBezTo>
                  <a:pt x="29" y="25"/>
                  <a:pt x="28" y="27"/>
                  <a:pt x="28" y="30"/>
                </a:cubicBezTo>
                <a:cubicBezTo>
                  <a:pt x="28" y="34"/>
                  <a:pt x="29" y="37"/>
                  <a:pt x="31" y="39"/>
                </a:cubicBezTo>
                <a:cubicBezTo>
                  <a:pt x="33" y="41"/>
                  <a:pt x="37" y="43"/>
                  <a:pt x="42" y="44"/>
                </a:cubicBezTo>
                <a:cubicBezTo>
                  <a:pt x="46" y="46"/>
                  <a:pt x="50" y="48"/>
                  <a:pt x="52" y="49"/>
                </a:cubicBezTo>
                <a:cubicBezTo>
                  <a:pt x="53" y="51"/>
                  <a:pt x="54" y="53"/>
                  <a:pt x="54" y="55"/>
                </a:cubicBezTo>
                <a:cubicBezTo>
                  <a:pt x="54" y="58"/>
                  <a:pt x="53" y="60"/>
                  <a:pt x="51" y="61"/>
                </a:cubicBezTo>
                <a:cubicBezTo>
                  <a:pt x="49" y="63"/>
                  <a:pt x="47" y="63"/>
                  <a:pt x="44" y="63"/>
                </a:cubicBezTo>
                <a:cubicBezTo>
                  <a:pt x="42" y="63"/>
                  <a:pt x="39" y="62"/>
                  <a:pt x="37" y="61"/>
                </a:cubicBezTo>
                <a:cubicBezTo>
                  <a:pt x="35" y="59"/>
                  <a:pt x="34" y="57"/>
                  <a:pt x="32" y="54"/>
                </a:cubicBezTo>
                <a:cubicBezTo>
                  <a:pt x="27" y="56"/>
                  <a:pt x="27" y="56"/>
                  <a:pt x="27" y="56"/>
                </a:cubicBezTo>
                <a:cubicBezTo>
                  <a:pt x="28" y="60"/>
                  <a:pt x="30" y="63"/>
                  <a:pt x="32" y="65"/>
                </a:cubicBezTo>
                <a:cubicBezTo>
                  <a:pt x="34" y="67"/>
                  <a:pt x="37" y="68"/>
                  <a:pt x="40" y="69"/>
                </a:cubicBezTo>
                <a:lnTo>
                  <a:pt x="40" y="75"/>
                </a:lnTo>
                <a:close/>
                <a:moveTo>
                  <a:pt x="43" y="87"/>
                </a:moveTo>
                <a:cubicBezTo>
                  <a:pt x="37" y="87"/>
                  <a:pt x="32" y="86"/>
                  <a:pt x="26" y="83"/>
                </a:cubicBezTo>
                <a:cubicBezTo>
                  <a:pt x="21" y="81"/>
                  <a:pt x="16" y="78"/>
                  <a:pt x="13" y="74"/>
                </a:cubicBezTo>
                <a:cubicBezTo>
                  <a:pt x="9" y="70"/>
                  <a:pt x="5" y="66"/>
                  <a:pt x="3" y="60"/>
                </a:cubicBezTo>
                <a:cubicBezTo>
                  <a:pt x="1" y="55"/>
                  <a:pt x="0" y="49"/>
                  <a:pt x="0" y="43"/>
                </a:cubicBezTo>
                <a:cubicBezTo>
                  <a:pt x="0" y="37"/>
                  <a:pt x="1" y="31"/>
                  <a:pt x="3" y="26"/>
                </a:cubicBezTo>
                <a:cubicBezTo>
                  <a:pt x="5" y="21"/>
                  <a:pt x="9" y="16"/>
                  <a:pt x="13" y="12"/>
                </a:cubicBezTo>
                <a:cubicBezTo>
                  <a:pt x="16" y="8"/>
                  <a:pt x="21" y="5"/>
                  <a:pt x="26" y="3"/>
                </a:cubicBezTo>
                <a:cubicBezTo>
                  <a:pt x="32" y="1"/>
                  <a:pt x="37" y="0"/>
                  <a:pt x="43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5"/>
                  <a:pt x="70" y="8"/>
                  <a:pt x="74" y="12"/>
                </a:cubicBezTo>
                <a:cubicBezTo>
                  <a:pt x="78" y="16"/>
                  <a:pt x="81" y="21"/>
                  <a:pt x="84" y="26"/>
                </a:cubicBezTo>
                <a:cubicBezTo>
                  <a:pt x="86" y="31"/>
                  <a:pt x="87" y="37"/>
                  <a:pt x="87" y="43"/>
                </a:cubicBezTo>
                <a:cubicBezTo>
                  <a:pt x="87" y="49"/>
                  <a:pt x="86" y="55"/>
                  <a:pt x="84" y="60"/>
                </a:cubicBezTo>
                <a:cubicBezTo>
                  <a:pt x="81" y="66"/>
                  <a:pt x="78" y="70"/>
                  <a:pt x="74" y="74"/>
                </a:cubicBezTo>
                <a:cubicBezTo>
                  <a:pt x="70" y="78"/>
                  <a:pt x="66" y="81"/>
                  <a:pt x="60" y="83"/>
                </a:cubicBezTo>
                <a:cubicBezTo>
                  <a:pt x="55" y="86"/>
                  <a:pt x="49" y="87"/>
                  <a:pt x="43" y="87"/>
                </a:cubicBezTo>
                <a:close/>
                <a:moveTo>
                  <a:pt x="43" y="80"/>
                </a:moveTo>
                <a:cubicBezTo>
                  <a:pt x="54" y="80"/>
                  <a:pt x="62" y="76"/>
                  <a:pt x="70" y="69"/>
                </a:cubicBezTo>
                <a:cubicBezTo>
                  <a:pt x="77" y="62"/>
                  <a:pt x="80" y="53"/>
                  <a:pt x="80" y="43"/>
                </a:cubicBezTo>
                <a:cubicBezTo>
                  <a:pt x="80" y="33"/>
                  <a:pt x="77" y="24"/>
                  <a:pt x="70" y="17"/>
                </a:cubicBezTo>
                <a:cubicBezTo>
                  <a:pt x="62" y="10"/>
                  <a:pt x="54" y="6"/>
                  <a:pt x="43" y="6"/>
                </a:cubicBezTo>
                <a:cubicBezTo>
                  <a:pt x="33" y="6"/>
                  <a:pt x="24" y="10"/>
                  <a:pt x="17" y="17"/>
                </a:cubicBezTo>
                <a:cubicBezTo>
                  <a:pt x="10" y="24"/>
                  <a:pt x="7" y="33"/>
                  <a:pt x="7" y="43"/>
                </a:cubicBezTo>
                <a:cubicBezTo>
                  <a:pt x="7" y="53"/>
                  <a:pt x="10" y="62"/>
                  <a:pt x="17" y="69"/>
                </a:cubicBezTo>
                <a:cubicBezTo>
                  <a:pt x="24" y="76"/>
                  <a:pt x="33" y="80"/>
                  <a:pt x="43" y="8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0D2584C-7AEB-AA28-B2A4-F85F9000BC48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 bwMode="auto">
          <a:xfrm flipV="1">
            <a:off x="3307822" y="2213197"/>
            <a:ext cx="0" cy="1465244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D38C1C5E-8B47-97A1-03AA-6E46EF4D735A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159535" y="3701948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43E73F3-0975-49F4-A09D-86233BACB4CF}" type="datetime'$2'',1''''''''''''''''''''0''''''''''''0''''''M''''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$2,100M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3AA8C3DC-B0B6-0932-CBAC-A40F982BD5C4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1420746" y="3701948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9D1787C-0DFB-4290-AE77-E8264B6D2085}" type="datetime'''$''''''''''''''''''''''2''''''''''''''''0''''''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DE38DDEC-7274-29D0-04FE-7EB736DFEED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4591191" y="3701948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B12C805-A72F-4581-8A21-288CA3E4DD76}" type="datetime'$2'''''''',''''''''''''''1''''10''''''''''''M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$2,110M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9E55B138-AE22-10D2-7304-98ACBA0D648C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532808" y="3701948"/>
            <a:ext cx="105306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1EA5F0-47FC-430F-8996-2CE05DFEBA91}" type="datetime'''$''''''''''''''''''''''''''''''''''''0''''''''''''''M'''''''">
              <a:rPr kumimoji="0" lang="en-US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$0M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7AB016F7-5E0E-1AF1-3BD5-EBF43691FD25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4984871" y="3701948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9EB467E-8167-4A67-8264-5A7813DA6B35}" type="datetime'''''$2'',''''''2''''7''''''''''''5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$2,275M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D21AE0AD-0A50-A3D3-4A27-2BC48AA00D15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969195" y="3701948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8A3FED2-957E-4437-861D-CC28FC01981E}" type="datetime'$1''0''''''''''''''''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$10M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C45B8D89-6491-0A98-688C-BC53E7D617E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5378552" y="3701948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21CF926-F71E-439F-8394-5F82C4276985}" type="datetime'''''''''''$''2'''',''2''''''8''''''5''''''''M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$2,285M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F64355E-134F-82DB-5BC7-0BEB113D229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5830103" y="3701948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5A7439F-A596-4844-9236-F09A4A1DF703}" type="datetime'''$''''''''''''''''2,''2''9''5''''''''''''''''''M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$2,295M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0882C47B-62A9-E3CA-0DDE-8E66E72C7E2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1872296" y="3701948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4458C30-1443-4655-A55B-97C2F2F9F1FE}" type="datetime'''''$''''''3''''''''''''''''''''0M''''''''''''''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$30M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87834D85-1636-9EFF-092B-11BAD7DFE6CE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2394612" y="3701948"/>
            <a:ext cx="165962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236C8BA-4695-4C7A-80A7-66E9F3B6C752}" type="datetime'''''''''''''$7''''''''''''''''6''''''0''''''''''M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$760M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70715685-05A4-E2B4-C98C-DC1EB5B15660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2846163" y="3701948"/>
            <a:ext cx="165962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354AD63-0E24-4370-B175-2DB0C91E9611}" type="datetime'''''''$''7''7''''''''''''''0''''''''''M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$770M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BFC00E47-025E-7244-EED8-C44B43B4AE46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3256434" y="3701948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43EB470-BD5A-48FC-88AF-67EACB256684}" type="datetime'''''''''''''$''''2'''',''''''''0''''''''8''''''''0''''M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$2,080M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28809AFA-7730-74F2-3BA0-8A4A5861E8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3707984" y="3701948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A8222E7-4EE8-417E-9C52-5EA98DF2D1D2}" type="datetime'''''$''''2'''''''''''''',''0''''''''''''''''''''90''''''M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$2,090M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79" name="Freeform: Shape 78">
            <a:extLst>
              <a:ext uri="{FF2B5EF4-FFF2-40B4-BE49-F238E27FC236}">
                <a16:creationId xmlns:a16="http://schemas.microsoft.com/office/drawing/2014/main" id="{CA68FF3C-83C1-24AA-FA4B-3B8658C0059B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4867189" y="3652696"/>
            <a:ext cx="51389" cy="5149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80" name="Freeform: Shape 79">
            <a:extLst>
              <a:ext uri="{FF2B5EF4-FFF2-40B4-BE49-F238E27FC236}">
                <a16:creationId xmlns:a16="http://schemas.microsoft.com/office/drawing/2014/main" id="{48D18874-7D23-3F67-CEB9-9B86CB92403D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3282549" y="3652696"/>
            <a:ext cx="51390" cy="51491"/>
          </a:xfrm>
          <a:custGeom>
            <a:avLst/>
            <a:gdLst/>
            <a:ahLst/>
            <a:cxnLst/>
            <a:rect l="0" t="0" r="0" b="0"/>
            <a:pathLst>
              <a:path w="96839" h="146051">
                <a:moveTo>
                  <a:pt x="96838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8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81" name="Freeform: Shape 80">
            <a:extLst>
              <a:ext uri="{FF2B5EF4-FFF2-40B4-BE49-F238E27FC236}">
                <a16:creationId xmlns:a16="http://schemas.microsoft.com/office/drawing/2014/main" id="{E87E2AC0-C077-E0BF-FF61-30C8A3C811CE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1984342" y="3652696"/>
            <a:ext cx="51389" cy="5149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52991B5A-D69A-3E53-1D3C-70689A526BDD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3312877" y="3652696"/>
            <a:ext cx="21062" cy="5149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24968809-1561-30EE-CA80-F92563D61B76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1984342" y="3652696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403153B-EB30-9A5E-3C74-72E7F4FC54DA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2014670" y="3652696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74B34FDA-9975-73CA-19F4-EEAD8CBCBD23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867189" y="3652696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C87B111E-0467-9DEC-CA85-A4D4B524F1CC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4897517" y="3652696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0505A23A-2B89-E722-C7BA-0441052001BE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282549" y="3652696"/>
            <a:ext cx="21062" cy="5149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9EAC80-3578-ACD5-9E41-3F393C6E0767}"/>
              </a:ext>
            </a:extLst>
          </p:cNvPr>
          <p:cNvCxnSpPr/>
          <p:nvPr>
            <p:custDataLst>
              <p:tags r:id="rId29"/>
            </p:custDataLst>
          </p:nvPr>
        </p:nvCxnSpPr>
        <p:spPr bwMode="gray">
          <a:xfrm>
            <a:off x="585040" y="2879217"/>
            <a:ext cx="1424575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B653C6-6DCD-E29A-7932-B1C39C470E38}"/>
              </a:ext>
            </a:extLst>
          </p:cNvPr>
          <p:cNvCxnSpPr/>
          <p:nvPr>
            <p:custDataLst>
              <p:tags r:id="rId30"/>
            </p:custDataLst>
          </p:nvPr>
        </p:nvCxnSpPr>
        <p:spPr bwMode="gray">
          <a:xfrm>
            <a:off x="2009615" y="2879217"/>
            <a:ext cx="1298208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022FCC-411B-7D4A-7BDA-2B8CF25A2B80}"/>
              </a:ext>
            </a:extLst>
          </p:cNvPr>
          <p:cNvCxnSpPr/>
          <p:nvPr>
            <p:custDataLst>
              <p:tags r:id="rId31"/>
            </p:custDataLst>
          </p:nvPr>
        </p:nvCxnSpPr>
        <p:spPr bwMode="gray">
          <a:xfrm>
            <a:off x="3307822" y="2879217"/>
            <a:ext cx="1584639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8E0563E-CD19-6069-F6BB-27B7357744EA}"/>
              </a:ext>
            </a:extLst>
          </p:cNvPr>
          <p:cNvCxnSpPr/>
          <p:nvPr>
            <p:custDataLst>
              <p:tags r:id="rId32"/>
            </p:custDataLst>
          </p:nvPr>
        </p:nvCxnSpPr>
        <p:spPr bwMode="gray">
          <a:xfrm>
            <a:off x="4892462" y="2879217"/>
            <a:ext cx="1042947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620A70AF-403F-271C-F708-AB806567FCF6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3796784" y="3267541"/>
            <a:ext cx="448181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8C00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(4)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E7500F87-F947-B47B-BB9A-8BD6A81A076B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2196681" y="2410182"/>
            <a:ext cx="347087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FFD5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(2)</a:t>
            </a:r>
          </a:p>
        </p:txBody>
      </p:sp>
      <p:sp>
        <p:nvSpPr>
          <p:cNvPr id="90" name="Text Placeholder 2">
            <a:extLst>
              <a:ext uri="{FF2B5EF4-FFF2-40B4-BE49-F238E27FC236}">
                <a16:creationId xmlns:a16="http://schemas.microsoft.com/office/drawing/2014/main" id="{8F09DF3E-EAE4-371B-51C6-F6BD6399EA1A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1210776" y="3093041"/>
            <a:ext cx="309178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(1)</a:t>
            </a:r>
          </a:p>
        </p:txBody>
      </p:sp>
      <p:sp>
        <p:nvSpPr>
          <p:cNvPr id="91" name="Text Placeholder 2">
            <a:extLst>
              <a:ext uri="{FF2B5EF4-FFF2-40B4-BE49-F238E27FC236}">
                <a16:creationId xmlns:a16="http://schemas.microsoft.com/office/drawing/2014/main" id="{D5E4B4CD-ADC6-23B2-95D7-26924DDE8D81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4929872" y="2674839"/>
            <a:ext cx="539165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ED6A7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(3)</a:t>
            </a: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B946476E-E4C3-64C5-78B1-2ECF89BADFA0}"/>
              </a:ext>
            </a:extLst>
          </p:cNvPr>
          <p:cNvSpPr txBox="1"/>
          <p:nvPr/>
        </p:nvSpPr>
        <p:spPr>
          <a:xfrm rot="16200000">
            <a:off x="-494583" y="2791396"/>
            <a:ext cx="16887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Carrier Rank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486" name="tc_columnhead">
            <a:extLst>
              <a:ext uri="{FF2B5EF4-FFF2-40B4-BE49-F238E27FC236}">
                <a16:creationId xmlns:a16="http://schemas.microsoft.com/office/drawing/2014/main" id="{2F2EDD13-DBC9-4449-9BCB-C6C4726D41CA}"/>
              </a:ext>
            </a:extLst>
          </p:cNvPr>
          <p:cNvSpPr txBox="1">
            <a:spLocks/>
          </p:cNvSpPr>
          <p:nvPr/>
        </p:nvSpPr>
        <p:spPr>
          <a:xfrm>
            <a:off x="467873" y="872307"/>
            <a:ext cx="5288956" cy="251795"/>
          </a:xfrm>
          <a:prstGeom prst="leftRightArrow">
            <a:avLst>
              <a:gd name="adj1" fmla="val 100000"/>
              <a:gd name="adj2" fmla="val 0"/>
            </a:avLst>
          </a:prstGeom>
          <a:noFill/>
        </p:spPr>
        <p:txBody>
          <a:bodyPr vert="horz" wrap="square" lIns="0" tIns="0" rIns="0" bIns="36000" rtlCol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sz="1400" dirty="0">
                <a:solidFill>
                  <a:srgbClr val="000F47"/>
                </a:solidFill>
                <a:latin typeface="Arial" panose="020B0604020202020204"/>
              </a:rPr>
              <a:t>Carrier</a:t>
            </a:r>
            <a:r>
              <a:rPr kumimoji="0" lang="da-DK" sz="14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Rank vs Marsh GWP: LoB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CB663898-F6F9-3FF5-92F2-70801BC21B1B}"/>
              </a:ext>
            </a:extLst>
          </p:cNvPr>
          <p:cNvSpPr txBox="1"/>
          <p:nvPr/>
        </p:nvSpPr>
        <p:spPr>
          <a:xfrm>
            <a:off x="1593604" y="3785359"/>
            <a:ext cx="34410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Size of Marsh Portfolio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B93617-950A-D0AA-9C8F-BD276F63AFC3}"/>
              </a:ext>
            </a:extLst>
          </p:cNvPr>
          <p:cNvGrpSpPr/>
          <p:nvPr/>
        </p:nvGrpSpPr>
        <p:grpSpPr>
          <a:xfrm>
            <a:off x="6297380" y="2219929"/>
            <a:ext cx="5371484" cy="1472189"/>
            <a:chOff x="622613" y="2162161"/>
            <a:chExt cx="6497010" cy="1990712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7F273CF-E710-688A-2121-3FDDC6EC9C6B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 bwMode="auto">
            <a:xfrm>
              <a:off x="3737567" y="2162161"/>
              <a:ext cx="3382056" cy="905205"/>
            </a:xfrm>
            <a:custGeom>
              <a:avLst/>
              <a:gdLst/>
              <a:ahLst/>
              <a:cxnLst/>
              <a:rect l="0" t="0" r="0" b="0"/>
              <a:pathLst>
                <a:path w="1682751" h="1562101">
                  <a:moveTo>
                    <a:pt x="1682750" y="1562100"/>
                  </a:moveTo>
                  <a:lnTo>
                    <a:pt x="0" y="1562100"/>
                  </a:lnTo>
                  <a:lnTo>
                    <a:pt x="0" y="0"/>
                  </a:lnTo>
                  <a:lnTo>
                    <a:pt x="1682750" y="0"/>
                  </a:lnTo>
                  <a:close/>
                </a:path>
              </a:pathLst>
            </a:custGeom>
            <a:solidFill>
              <a:srgbClr val="B0DC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8F270EE-2835-5E0A-6C28-DD439C0744D8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 bwMode="auto">
            <a:xfrm>
              <a:off x="3737567" y="3067365"/>
              <a:ext cx="3382056" cy="1085508"/>
            </a:xfrm>
            <a:custGeom>
              <a:avLst/>
              <a:gdLst/>
              <a:ahLst/>
              <a:cxnLst/>
              <a:rect l="0" t="0" r="0" b="0"/>
              <a:pathLst>
                <a:path w="1682751" h="1873251">
                  <a:moveTo>
                    <a:pt x="1682750" y="1873250"/>
                  </a:moveTo>
                  <a:lnTo>
                    <a:pt x="0" y="1873250"/>
                  </a:lnTo>
                  <a:lnTo>
                    <a:pt x="0" y="0"/>
                  </a:lnTo>
                  <a:lnTo>
                    <a:pt x="1682750" y="0"/>
                  </a:lnTo>
                  <a:close/>
                </a:path>
              </a:pathLst>
            </a:custGeom>
            <a:solidFill>
              <a:srgbClr val="E6A0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BD3F786-DFAB-A2DD-2EA2-C9753EE631FF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 bwMode="auto">
            <a:xfrm>
              <a:off x="622613" y="2162161"/>
              <a:ext cx="3310823" cy="905205"/>
            </a:xfrm>
            <a:custGeom>
              <a:avLst/>
              <a:gdLst/>
              <a:ahLst/>
              <a:cxnLst/>
              <a:rect l="0" t="0" r="0" b="0"/>
              <a:pathLst>
                <a:path w="1500188" h="1562101">
                  <a:moveTo>
                    <a:pt x="1500187" y="1562100"/>
                  </a:moveTo>
                  <a:lnTo>
                    <a:pt x="0" y="1562100"/>
                  </a:lnTo>
                  <a:lnTo>
                    <a:pt x="0" y="0"/>
                  </a:lnTo>
                  <a:lnTo>
                    <a:pt x="1500187" y="0"/>
                  </a:lnTo>
                  <a:close/>
                </a:path>
              </a:pathLst>
            </a:custGeom>
            <a:solidFill>
              <a:srgbClr val="DFEC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A24563A-C00E-EB57-4970-4EE237696912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 bwMode="auto">
            <a:xfrm>
              <a:off x="622613" y="3067364"/>
              <a:ext cx="3310820" cy="1085509"/>
            </a:xfrm>
            <a:custGeom>
              <a:avLst/>
              <a:gdLst/>
              <a:ahLst/>
              <a:cxnLst/>
              <a:rect l="0" t="0" r="0" b="0"/>
              <a:pathLst>
                <a:path w="1500188" h="1873251">
                  <a:moveTo>
                    <a:pt x="1500187" y="1873250"/>
                  </a:moveTo>
                  <a:lnTo>
                    <a:pt x="0" y="1873250"/>
                  </a:lnTo>
                  <a:lnTo>
                    <a:pt x="0" y="0"/>
                  </a:lnTo>
                  <a:lnTo>
                    <a:pt x="1500187" y="0"/>
                  </a:lnTo>
                  <a:close/>
                </a:path>
              </a:pathLst>
            </a:custGeom>
            <a:solidFill>
              <a:srgbClr val="F0C3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F09D649F-A2EA-706B-2E20-F8913450F1A1}"/>
              </a:ext>
            </a:extLst>
          </p:cNvPr>
          <p:cNvGraphicFramePr>
            <a:graphicFrameLocks/>
          </p:cNvGraphicFramePr>
          <p:nvPr>
            <p:custDataLst>
              <p:tags r:id="rId37"/>
            </p:custDataLst>
          </p:nvPr>
        </p:nvGraphicFramePr>
        <p:xfrm>
          <a:off x="6050510" y="2146820"/>
          <a:ext cx="5657861" cy="1610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1"/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F86951-52D6-8569-7F21-35D457195E5D}"/>
              </a:ext>
            </a:extLst>
          </p:cNvPr>
          <p:cNvCxnSpPr>
            <a:cxnSpLocks/>
          </p:cNvCxnSpPr>
          <p:nvPr>
            <p:custDataLst>
              <p:tags r:id="rId38"/>
            </p:custDataLst>
          </p:nvPr>
        </p:nvCxnSpPr>
        <p:spPr bwMode="auto">
          <a:xfrm flipV="1">
            <a:off x="9036977" y="2219578"/>
            <a:ext cx="0" cy="1465244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AA28A64-04DE-3123-E52C-FDD3B24EB563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gray">
          <a:xfrm>
            <a:off x="9888690" y="3708329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43E73F3-0975-49F4-A09D-86233BACB4CF}" type="datetime'$2'',1''''''''''''''''''''0''''''''''''0''''''M''''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$2,100M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EA5981C-3E11-5B03-F967-7594577656DD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gray">
          <a:xfrm>
            <a:off x="7149901" y="3708329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9D1787C-0DFB-4290-AE77-E8264B6D2085}" type="datetime'''$''''''''''''''''''''''2''''''''''''''''0''''''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E7E06F0B-D6E1-D461-2934-21C451A9FE31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gray">
          <a:xfrm>
            <a:off x="10320346" y="3708329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B12C805-A72F-4581-8A21-288CA3E4DD76}" type="datetime'$2'''''''',''''''''''''''1''''10''''''''''''M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$2,110M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ECB29A5-5EBB-BDFD-A96C-0D5F03BD7C49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gray">
          <a:xfrm>
            <a:off x="6261963" y="3708329"/>
            <a:ext cx="105306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1EA5F0-47FC-430F-8996-2CE05DFEBA91}" type="datetime'''$''''''''''''''''''''''''''''''''''''0''''''''''''''M'''''''">
              <a:rPr kumimoji="0" lang="en-US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$0M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1FF9BCD-C062-3862-3D30-6592C8E1D740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gray">
          <a:xfrm>
            <a:off x="10714026" y="3708329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9EB467E-8167-4A67-8264-5A7813DA6B35}" type="datetime'''''$2'',''''''2''''7''''''''''''5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$2,275M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21528F75-DAD1-E1C0-AE8C-B050EE64E637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gray">
          <a:xfrm>
            <a:off x="6698350" y="3708329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8A3FED2-957E-4437-861D-CC28FC01981E}" type="datetime'$1''0''''''''''''''''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$10M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31567CB-E816-00CF-42B8-0D7FD8778CED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gray">
          <a:xfrm>
            <a:off x="11107707" y="3708329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21CF926-F71E-439F-8394-5F82C4276985}" type="datetime'''''''''''$''2'''',''2''''''8''''''5''''''''M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$2,285M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6B563DEB-09D1-EFE4-BD87-656E5DC82F4A}"/>
              </a:ext>
            </a:extLst>
          </p:cNvPr>
          <p:cNvSpPr>
            <a:spLocks/>
          </p:cNvSpPr>
          <p:nvPr>
            <p:custDataLst>
              <p:tags r:id="rId46"/>
            </p:custDataLst>
          </p:nvPr>
        </p:nvSpPr>
        <p:spPr bwMode="gray">
          <a:xfrm>
            <a:off x="11559258" y="3708329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5A7439F-A596-4844-9236-F09A4A1DF703}" type="datetime'''$''''''''''''''''2,''2''9''5''''''''''''''''''M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$2,295M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3231F36-B293-0E9B-B71B-B7DB707EAFE1}"/>
              </a:ext>
            </a:extLst>
          </p:cNvPr>
          <p:cNvSpPr>
            <a:spLocks/>
          </p:cNvSpPr>
          <p:nvPr>
            <p:custDataLst>
              <p:tags r:id="rId47"/>
            </p:custDataLst>
          </p:nvPr>
        </p:nvSpPr>
        <p:spPr bwMode="gray">
          <a:xfrm>
            <a:off x="7601451" y="3708329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4458C30-1443-4655-A55B-97C2F2F9F1FE}" type="datetime'''''$''''''3''''''''''''''''''''0M''''''''''''''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$30M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A110FE9B-AF22-AF12-201C-0D0F5FAA8937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gray">
          <a:xfrm>
            <a:off x="8123767" y="3708329"/>
            <a:ext cx="165962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236C8BA-4695-4C7A-80A7-66E9F3B6C752}" type="datetime'''''''''''''$7''''''''''''''''6''''''0''''''''''M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$760M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92EBDCAF-8C72-CBE4-D1C3-EF2671894B03}"/>
              </a:ext>
            </a:extLst>
          </p:cNvPr>
          <p:cNvSpPr>
            <a:spLocks/>
          </p:cNvSpPr>
          <p:nvPr>
            <p:custDataLst>
              <p:tags r:id="rId49"/>
            </p:custDataLst>
          </p:nvPr>
        </p:nvSpPr>
        <p:spPr bwMode="gray">
          <a:xfrm>
            <a:off x="8575318" y="3708329"/>
            <a:ext cx="165962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354AD63-0E24-4370-B175-2DB0C91E9611}" type="datetime'''''''$''7''7''''''''''''''0''''''''''M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$770M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E131D3A6-1C35-CB47-B66D-04414DE374B6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gray">
          <a:xfrm>
            <a:off x="8985589" y="3708329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43EB470-BD5A-48FC-88AF-67EACB256684}" type="datetime'''''''''''''$''''2'''',''''''''0''''''''8''''''''0''''M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$2,080M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9E35C2E-39ED-1684-D5CD-22BCF13C9F63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gray">
          <a:xfrm>
            <a:off x="9437139" y="3708329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A8222E7-4EE8-417E-9C52-5EA98DF2D1D2}" type="datetime'''''$''''2'''''''''''''',''0''''''''''''''''''''90''''''M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$2,090M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4F630063-E3E2-A983-AFE5-17B87EEE3B72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10596344" y="3659077"/>
            <a:ext cx="51389" cy="5149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46B1EB9C-2B64-01DC-E55B-127DD18229E8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9011704" y="3659077"/>
            <a:ext cx="51390" cy="51491"/>
          </a:xfrm>
          <a:custGeom>
            <a:avLst/>
            <a:gdLst/>
            <a:ahLst/>
            <a:cxnLst/>
            <a:rect l="0" t="0" r="0" b="0"/>
            <a:pathLst>
              <a:path w="96839" h="146051">
                <a:moveTo>
                  <a:pt x="96838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8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E4611749-3141-E004-144A-387887110B54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7713497" y="3659077"/>
            <a:ext cx="51389" cy="5149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DA3875E-7AA9-7AFA-263A-2D155FD19308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9042032" y="3659077"/>
            <a:ext cx="21062" cy="5149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271D846-F3B7-D424-F14B-BDD62A38FE16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7713497" y="3659077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257C76E-B347-C3F1-B478-B73DEF8CFDF8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7743825" y="3659077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DEFE307-F446-1790-F2DA-3BE2D79FE9EC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10596344" y="3659077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23EEA23-100E-A552-C2C0-469BBEC117E2}"/>
              </a:ext>
            </a:extLst>
          </p:cNvPr>
          <p:cNvSpPr/>
          <p:nvPr>
            <p:custDataLst>
              <p:tags r:id="rId59"/>
            </p:custDataLst>
          </p:nvPr>
        </p:nvSpPr>
        <p:spPr bwMode="auto">
          <a:xfrm>
            <a:off x="10626672" y="3659077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CEB048F-BFF4-6C9C-30E1-D7457AE4BF8A}"/>
              </a:ext>
            </a:extLst>
          </p:cNvPr>
          <p:cNvSpPr/>
          <p:nvPr>
            <p:custDataLst>
              <p:tags r:id="rId60"/>
            </p:custDataLst>
          </p:nvPr>
        </p:nvSpPr>
        <p:spPr bwMode="auto">
          <a:xfrm>
            <a:off x="9011704" y="3659077"/>
            <a:ext cx="21062" cy="5149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019812F-2099-559A-0C23-10210DA53714}"/>
              </a:ext>
            </a:extLst>
          </p:cNvPr>
          <p:cNvCxnSpPr/>
          <p:nvPr>
            <p:custDataLst>
              <p:tags r:id="rId61"/>
            </p:custDataLst>
          </p:nvPr>
        </p:nvCxnSpPr>
        <p:spPr bwMode="gray">
          <a:xfrm>
            <a:off x="6314195" y="2885598"/>
            <a:ext cx="1424575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7DAE792-1692-8355-ED8F-60DAC741E168}"/>
              </a:ext>
            </a:extLst>
          </p:cNvPr>
          <p:cNvCxnSpPr/>
          <p:nvPr>
            <p:custDataLst>
              <p:tags r:id="rId62"/>
            </p:custDataLst>
          </p:nvPr>
        </p:nvCxnSpPr>
        <p:spPr bwMode="gray">
          <a:xfrm>
            <a:off x="7738770" y="2885598"/>
            <a:ext cx="1298208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C03215B-B480-EA86-E04F-C6C353DEEA5E}"/>
              </a:ext>
            </a:extLst>
          </p:cNvPr>
          <p:cNvCxnSpPr/>
          <p:nvPr>
            <p:custDataLst>
              <p:tags r:id="rId63"/>
            </p:custDataLst>
          </p:nvPr>
        </p:nvCxnSpPr>
        <p:spPr bwMode="gray">
          <a:xfrm>
            <a:off x="9036977" y="2885598"/>
            <a:ext cx="1584639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388E5AE-1960-CFB7-E552-718612567BB7}"/>
              </a:ext>
            </a:extLst>
          </p:cNvPr>
          <p:cNvCxnSpPr/>
          <p:nvPr>
            <p:custDataLst>
              <p:tags r:id="rId64"/>
            </p:custDataLst>
          </p:nvPr>
        </p:nvCxnSpPr>
        <p:spPr bwMode="gray">
          <a:xfrm>
            <a:off x="10621617" y="2885598"/>
            <a:ext cx="1042947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F8F548BE-93B5-AA11-D815-87DC66B01E2C}"/>
              </a:ext>
            </a:extLst>
          </p:cNvPr>
          <p:cNvSpPr>
            <a:spLocks/>
          </p:cNvSpPr>
          <p:nvPr>
            <p:custDataLst>
              <p:tags r:id="rId65"/>
            </p:custDataLst>
          </p:nvPr>
        </p:nvSpPr>
        <p:spPr bwMode="gray">
          <a:xfrm>
            <a:off x="9525939" y="3273922"/>
            <a:ext cx="448181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8C00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(4)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4F397AC9-E220-AAEC-F851-68C172B0BEAA}"/>
              </a:ext>
            </a:extLst>
          </p:cNvPr>
          <p:cNvSpPr>
            <a:spLocks/>
          </p:cNvSpPr>
          <p:nvPr>
            <p:custDataLst>
              <p:tags r:id="rId66"/>
            </p:custDataLst>
          </p:nvPr>
        </p:nvSpPr>
        <p:spPr bwMode="gray">
          <a:xfrm>
            <a:off x="7925836" y="2416563"/>
            <a:ext cx="347087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FFD5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(2)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F7FAB7E-8D59-8FDE-3578-DCAD657797E3}"/>
              </a:ext>
            </a:extLst>
          </p:cNvPr>
          <p:cNvSpPr>
            <a:spLocks/>
          </p:cNvSpPr>
          <p:nvPr>
            <p:custDataLst>
              <p:tags r:id="rId67"/>
            </p:custDataLst>
          </p:nvPr>
        </p:nvSpPr>
        <p:spPr bwMode="gray">
          <a:xfrm>
            <a:off x="6939931" y="3099422"/>
            <a:ext cx="309178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(1)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5AE9E4D5-0608-8D3D-7B93-79246C5404DE}"/>
              </a:ext>
            </a:extLst>
          </p:cNvPr>
          <p:cNvSpPr>
            <a:spLocks/>
          </p:cNvSpPr>
          <p:nvPr>
            <p:custDataLst>
              <p:tags r:id="rId68"/>
            </p:custDataLst>
          </p:nvPr>
        </p:nvSpPr>
        <p:spPr bwMode="gray">
          <a:xfrm>
            <a:off x="10659027" y="2681220"/>
            <a:ext cx="539165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ED6A7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(3)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8B9B01-1620-0F7D-6F3E-9535B0F4D03D}"/>
              </a:ext>
            </a:extLst>
          </p:cNvPr>
          <p:cNvSpPr txBox="1"/>
          <p:nvPr/>
        </p:nvSpPr>
        <p:spPr>
          <a:xfrm rot="16200000">
            <a:off x="5234572" y="2797777"/>
            <a:ext cx="16887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Carrier Rank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3296C0D9-20D5-3F63-DC38-8E1D47E0C232}"/>
              </a:ext>
            </a:extLst>
          </p:cNvPr>
          <p:cNvSpPr txBox="1"/>
          <p:nvPr/>
        </p:nvSpPr>
        <p:spPr>
          <a:xfrm>
            <a:off x="7322759" y="3791740"/>
            <a:ext cx="34410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Size of Marsh Portfolio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8AECE6EF-2F19-9CD2-C6C9-E7E0D04CE50B}"/>
              </a:ext>
            </a:extLst>
          </p:cNvPr>
          <p:cNvGrpSpPr/>
          <p:nvPr/>
        </p:nvGrpSpPr>
        <p:grpSpPr>
          <a:xfrm>
            <a:off x="6419702" y="4379601"/>
            <a:ext cx="5371484" cy="1472189"/>
            <a:chOff x="622613" y="2162161"/>
            <a:chExt cx="6497010" cy="1990712"/>
          </a:xfrm>
        </p:grpSpPr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5EE72D67-6F3A-872F-8458-C031D1E9466B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 bwMode="auto">
            <a:xfrm>
              <a:off x="3737567" y="2162161"/>
              <a:ext cx="3382056" cy="905205"/>
            </a:xfrm>
            <a:custGeom>
              <a:avLst/>
              <a:gdLst/>
              <a:ahLst/>
              <a:cxnLst/>
              <a:rect l="0" t="0" r="0" b="0"/>
              <a:pathLst>
                <a:path w="1682751" h="1562101">
                  <a:moveTo>
                    <a:pt x="1682750" y="1562100"/>
                  </a:moveTo>
                  <a:lnTo>
                    <a:pt x="0" y="1562100"/>
                  </a:lnTo>
                  <a:lnTo>
                    <a:pt x="0" y="0"/>
                  </a:lnTo>
                  <a:lnTo>
                    <a:pt x="1682750" y="0"/>
                  </a:lnTo>
                  <a:close/>
                </a:path>
              </a:pathLst>
            </a:custGeom>
            <a:solidFill>
              <a:srgbClr val="B0DC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C5870CB4-FCAC-DCD5-A765-E951E781DE1D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 bwMode="auto">
            <a:xfrm>
              <a:off x="3737567" y="3067365"/>
              <a:ext cx="3382056" cy="1085508"/>
            </a:xfrm>
            <a:custGeom>
              <a:avLst/>
              <a:gdLst/>
              <a:ahLst/>
              <a:cxnLst/>
              <a:rect l="0" t="0" r="0" b="0"/>
              <a:pathLst>
                <a:path w="1682751" h="1873251">
                  <a:moveTo>
                    <a:pt x="1682750" y="1873250"/>
                  </a:moveTo>
                  <a:lnTo>
                    <a:pt x="0" y="1873250"/>
                  </a:lnTo>
                  <a:lnTo>
                    <a:pt x="0" y="0"/>
                  </a:lnTo>
                  <a:lnTo>
                    <a:pt x="1682750" y="0"/>
                  </a:lnTo>
                  <a:close/>
                </a:path>
              </a:pathLst>
            </a:custGeom>
            <a:solidFill>
              <a:srgbClr val="E6A0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2E887A11-52F4-8BD8-A4A8-09CA9682AB54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 bwMode="auto">
            <a:xfrm>
              <a:off x="622613" y="2162161"/>
              <a:ext cx="3310823" cy="905205"/>
            </a:xfrm>
            <a:custGeom>
              <a:avLst/>
              <a:gdLst/>
              <a:ahLst/>
              <a:cxnLst/>
              <a:rect l="0" t="0" r="0" b="0"/>
              <a:pathLst>
                <a:path w="1500188" h="1562101">
                  <a:moveTo>
                    <a:pt x="1500187" y="1562100"/>
                  </a:moveTo>
                  <a:lnTo>
                    <a:pt x="0" y="1562100"/>
                  </a:lnTo>
                  <a:lnTo>
                    <a:pt x="0" y="0"/>
                  </a:lnTo>
                  <a:lnTo>
                    <a:pt x="1500187" y="0"/>
                  </a:lnTo>
                  <a:close/>
                </a:path>
              </a:pathLst>
            </a:custGeom>
            <a:solidFill>
              <a:srgbClr val="DFEC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28D62148-D398-3ACB-9884-8BB6DC5E279D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 bwMode="auto">
            <a:xfrm>
              <a:off x="622613" y="3067364"/>
              <a:ext cx="3310820" cy="1085509"/>
            </a:xfrm>
            <a:custGeom>
              <a:avLst/>
              <a:gdLst/>
              <a:ahLst/>
              <a:cxnLst/>
              <a:rect l="0" t="0" r="0" b="0"/>
              <a:pathLst>
                <a:path w="1500188" h="1873251">
                  <a:moveTo>
                    <a:pt x="1500187" y="1873250"/>
                  </a:moveTo>
                  <a:lnTo>
                    <a:pt x="0" y="1873250"/>
                  </a:lnTo>
                  <a:lnTo>
                    <a:pt x="0" y="0"/>
                  </a:lnTo>
                  <a:lnTo>
                    <a:pt x="1500187" y="0"/>
                  </a:lnTo>
                  <a:close/>
                </a:path>
              </a:pathLst>
            </a:custGeom>
            <a:solidFill>
              <a:srgbClr val="F0C3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aphicFrame>
        <p:nvGraphicFramePr>
          <p:cNvPr id="454" name="Chart 453">
            <a:extLst>
              <a:ext uri="{FF2B5EF4-FFF2-40B4-BE49-F238E27FC236}">
                <a16:creationId xmlns:a16="http://schemas.microsoft.com/office/drawing/2014/main" id="{368666D7-BA38-4431-1FAC-F484621968F0}"/>
              </a:ext>
            </a:extLst>
          </p:cNvPr>
          <p:cNvGraphicFramePr>
            <a:graphicFrameLocks/>
          </p:cNvGraphicFramePr>
          <p:nvPr>
            <p:custDataLst>
              <p:tags r:id="rId69"/>
            </p:custDataLst>
          </p:nvPr>
        </p:nvGraphicFramePr>
        <p:xfrm>
          <a:off x="6172832" y="4306492"/>
          <a:ext cx="5657861" cy="1610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2"/>
          </a:graphicData>
        </a:graphic>
      </p:graphicFrame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598EB229-A8B8-CAB6-D580-819575C58065}"/>
              </a:ext>
            </a:extLst>
          </p:cNvPr>
          <p:cNvCxnSpPr>
            <a:cxnSpLocks/>
          </p:cNvCxnSpPr>
          <p:nvPr>
            <p:custDataLst>
              <p:tags r:id="rId70"/>
            </p:custDataLst>
          </p:nvPr>
        </p:nvCxnSpPr>
        <p:spPr bwMode="auto">
          <a:xfrm flipV="1">
            <a:off x="9159299" y="4379250"/>
            <a:ext cx="0" cy="1465244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6" name="Text Placeholder 2">
            <a:extLst>
              <a:ext uri="{FF2B5EF4-FFF2-40B4-BE49-F238E27FC236}">
                <a16:creationId xmlns:a16="http://schemas.microsoft.com/office/drawing/2014/main" id="{6CECB516-370F-E605-519C-E3F4245260BF}"/>
              </a:ext>
            </a:extLst>
          </p:cNvPr>
          <p:cNvSpPr>
            <a:spLocks/>
          </p:cNvSpPr>
          <p:nvPr>
            <p:custDataLst>
              <p:tags r:id="rId71"/>
            </p:custDataLst>
          </p:nvPr>
        </p:nvSpPr>
        <p:spPr bwMode="gray">
          <a:xfrm>
            <a:off x="10011012" y="5868001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43E73F3-0975-49F4-A09D-86233BACB4CF}" type="datetime'$2'',1''''''''''''''''''''0''''''''''''0''''''M''''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$2,100M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7" name="Text Placeholder 2">
            <a:extLst>
              <a:ext uri="{FF2B5EF4-FFF2-40B4-BE49-F238E27FC236}">
                <a16:creationId xmlns:a16="http://schemas.microsoft.com/office/drawing/2014/main" id="{E6B38B3D-347B-785B-3BC1-4F073C206635}"/>
              </a:ext>
            </a:extLst>
          </p:cNvPr>
          <p:cNvSpPr>
            <a:spLocks/>
          </p:cNvSpPr>
          <p:nvPr>
            <p:custDataLst>
              <p:tags r:id="rId72"/>
            </p:custDataLst>
          </p:nvPr>
        </p:nvSpPr>
        <p:spPr bwMode="gray">
          <a:xfrm>
            <a:off x="7272223" y="5868001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9D1787C-0DFB-4290-AE77-E8264B6D2085}" type="datetime'''$''''''''''''''''''''''2''''''''''''''''0''''''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8" name="Text Placeholder 2">
            <a:extLst>
              <a:ext uri="{FF2B5EF4-FFF2-40B4-BE49-F238E27FC236}">
                <a16:creationId xmlns:a16="http://schemas.microsoft.com/office/drawing/2014/main" id="{B248E48A-59AC-155B-6C90-4BF1A2ED1353}"/>
              </a:ext>
            </a:extLst>
          </p:cNvPr>
          <p:cNvSpPr>
            <a:spLocks/>
          </p:cNvSpPr>
          <p:nvPr>
            <p:custDataLst>
              <p:tags r:id="rId73"/>
            </p:custDataLst>
          </p:nvPr>
        </p:nvSpPr>
        <p:spPr bwMode="gray">
          <a:xfrm>
            <a:off x="10442668" y="5868001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B12C805-A72F-4581-8A21-288CA3E4DD76}" type="datetime'$2'''''''',''''''''''''''1''''10''''''''''''M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$2,110M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9" name="Text Placeholder 2">
            <a:extLst>
              <a:ext uri="{FF2B5EF4-FFF2-40B4-BE49-F238E27FC236}">
                <a16:creationId xmlns:a16="http://schemas.microsoft.com/office/drawing/2014/main" id="{BA37BB0E-E143-AA13-48DD-68E711541511}"/>
              </a:ext>
            </a:extLst>
          </p:cNvPr>
          <p:cNvSpPr>
            <a:spLocks/>
          </p:cNvSpPr>
          <p:nvPr>
            <p:custDataLst>
              <p:tags r:id="rId74"/>
            </p:custDataLst>
          </p:nvPr>
        </p:nvSpPr>
        <p:spPr bwMode="gray">
          <a:xfrm>
            <a:off x="6384285" y="5868001"/>
            <a:ext cx="105306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1EA5F0-47FC-430F-8996-2CE05DFEBA91}" type="datetime'''$''''''''''''''''''''''''''''''''''''0''''''''''''''M'''''''">
              <a:rPr kumimoji="0" lang="en-US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$0M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0" name="Text Placeholder 2">
            <a:extLst>
              <a:ext uri="{FF2B5EF4-FFF2-40B4-BE49-F238E27FC236}">
                <a16:creationId xmlns:a16="http://schemas.microsoft.com/office/drawing/2014/main" id="{10643626-5A0B-4564-2CD2-ED70E6C4C946}"/>
              </a:ext>
            </a:extLst>
          </p:cNvPr>
          <p:cNvSpPr>
            <a:spLocks/>
          </p:cNvSpPr>
          <p:nvPr>
            <p:custDataLst>
              <p:tags r:id="rId75"/>
            </p:custDataLst>
          </p:nvPr>
        </p:nvSpPr>
        <p:spPr bwMode="gray">
          <a:xfrm>
            <a:off x="10836348" y="5868001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9EB467E-8167-4A67-8264-5A7813DA6B35}" type="datetime'''''$2'',''''''2''''7''''''''''''5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$2,275M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1" name="Text Placeholder 2">
            <a:extLst>
              <a:ext uri="{FF2B5EF4-FFF2-40B4-BE49-F238E27FC236}">
                <a16:creationId xmlns:a16="http://schemas.microsoft.com/office/drawing/2014/main" id="{B5904909-0ED2-71CB-4713-FF62D39A4169}"/>
              </a:ext>
            </a:extLst>
          </p:cNvPr>
          <p:cNvSpPr>
            <a:spLocks/>
          </p:cNvSpPr>
          <p:nvPr>
            <p:custDataLst>
              <p:tags r:id="rId76"/>
            </p:custDataLst>
          </p:nvPr>
        </p:nvSpPr>
        <p:spPr bwMode="gray">
          <a:xfrm>
            <a:off x="6820672" y="5868001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8A3FED2-957E-4437-861D-CC28FC01981E}" type="datetime'$1''0''''''''''''''''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$10M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2" name="Text Placeholder 2">
            <a:extLst>
              <a:ext uri="{FF2B5EF4-FFF2-40B4-BE49-F238E27FC236}">
                <a16:creationId xmlns:a16="http://schemas.microsoft.com/office/drawing/2014/main" id="{C9383F0F-7184-3402-D991-AFD68C43A16E}"/>
              </a:ext>
            </a:extLst>
          </p:cNvPr>
          <p:cNvSpPr>
            <a:spLocks/>
          </p:cNvSpPr>
          <p:nvPr>
            <p:custDataLst>
              <p:tags r:id="rId77"/>
            </p:custDataLst>
          </p:nvPr>
        </p:nvSpPr>
        <p:spPr bwMode="gray">
          <a:xfrm>
            <a:off x="11230029" y="5868001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21CF926-F71E-439F-8394-5F82C4276985}" type="datetime'''''''''''$''2'''',''2''''''8''''''5''''''''M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$2,285M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3" name="Text Placeholder 2">
            <a:extLst>
              <a:ext uri="{FF2B5EF4-FFF2-40B4-BE49-F238E27FC236}">
                <a16:creationId xmlns:a16="http://schemas.microsoft.com/office/drawing/2014/main" id="{24BD3F10-0039-46ED-7369-E1316418D0D0}"/>
              </a:ext>
            </a:extLst>
          </p:cNvPr>
          <p:cNvSpPr>
            <a:spLocks/>
          </p:cNvSpPr>
          <p:nvPr>
            <p:custDataLst>
              <p:tags r:id="rId78"/>
            </p:custDataLst>
          </p:nvPr>
        </p:nvSpPr>
        <p:spPr bwMode="gray">
          <a:xfrm>
            <a:off x="11681580" y="5868001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5A7439F-A596-4844-9236-F09A4A1DF703}" type="datetime'''$''''''''''''''''2,''2''9''5''''''''''''''''''M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$2,295M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4" name="Text Placeholder 2">
            <a:extLst>
              <a:ext uri="{FF2B5EF4-FFF2-40B4-BE49-F238E27FC236}">
                <a16:creationId xmlns:a16="http://schemas.microsoft.com/office/drawing/2014/main" id="{D1380D7D-8123-13A4-50B4-0C7CF71EB3BE}"/>
              </a:ext>
            </a:extLst>
          </p:cNvPr>
          <p:cNvSpPr>
            <a:spLocks/>
          </p:cNvSpPr>
          <p:nvPr>
            <p:custDataLst>
              <p:tags r:id="rId79"/>
            </p:custDataLst>
          </p:nvPr>
        </p:nvSpPr>
        <p:spPr bwMode="gray">
          <a:xfrm>
            <a:off x="7723773" y="5868001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4458C30-1443-4655-A55B-97C2F2F9F1FE}" type="datetime'''''$''''''3''''''''''''''''''''0M''''''''''''''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$30M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5" name="Text Placeholder 2">
            <a:extLst>
              <a:ext uri="{FF2B5EF4-FFF2-40B4-BE49-F238E27FC236}">
                <a16:creationId xmlns:a16="http://schemas.microsoft.com/office/drawing/2014/main" id="{96B1E3EC-9B0F-B038-7585-BAC08BF320C2}"/>
              </a:ext>
            </a:extLst>
          </p:cNvPr>
          <p:cNvSpPr>
            <a:spLocks/>
          </p:cNvSpPr>
          <p:nvPr>
            <p:custDataLst>
              <p:tags r:id="rId80"/>
            </p:custDataLst>
          </p:nvPr>
        </p:nvSpPr>
        <p:spPr bwMode="gray">
          <a:xfrm>
            <a:off x="8246089" y="5868001"/>
            <a:ext cx="165962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236C8BA-4695-4C7A-80A7-66E9F3B6C752}" type="datetime'''''''''''''$7''''''''''''''''6''''''0''''''''''M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$760M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6" name="Text Placeholder 2">
            <a:extLst>
              <a:ext uri="{FF2B5EF4-FFF2-40B4-BE49-F238E27FC236}">
                <a16:creationId xmlns:a16="http://schemas.microsoft.com/office/drawing/2014/main" id="{967542E2-1DFA-F203-8A30-05474128F841}"/>
              </a:ext>
            </a:extLst>
          </p:cNvPr>
          <p:cNvSpPr>
            <a:spLocks/>
          </p:cNvSpPr>
          <p:nvPr>
            <p:custDataLst>
              <p:tags r:id="rId81"/>
            </p:custDataLst>
          </p:nvPr>
        </p:nvSpPr>
        <p:spPr bwMode="gray">
          <a:xfrm>
            <a:off x="8697640" y="5868001"/>
            <a:ext cx="165962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354AD63-0E24-4370-B175-2DB0C91E9611}" type="datetime'''''''$''7''7''''''''''''''0''''''''''M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$770M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7" name="Text Placeholder 2">
            <a:extLst>
              <a:ext uri="{FF2B5EF4-FFF2-40B4-BE49-F238E27FC236}">
                <a16:creationId xmlns:a16="http://schemas.microsoft.com/office/drawing/2014/main" id="{AF4FA74C-06A8-F1E4-C8D3-0F758BF1FB1B}"/>
              </a:ext>
            </a:extLst>
          </p:cNvPr>
          <p:cNvSpPr>
            <a:spLocks/>
          </p:cNvSpPr>
          <p:nvPr>
            <p:custDataLst>
              <p:tags r:id="rId82"/>
            </p:custDataLst>
          </p:nvPr>
        </p:nvSpPr>
        <p:spPr bwMode="gray">
          <a:xfrm>
            <a:off x="9107911" y="5868001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43EB470-BD5A-48FC-88AF-67EACB256684}" type="datetime'''''''''''''$''''2'''',''''''''0''''''''8''''''''0''''M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$2,080M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8" name="Text Placeholder 2">
            <a:extLst>
              <a:ext uri="{FF2B5EF4-FFF2-40B4-BE49-F238E27FC236}">
                <a16:creationId xmlns:a16="http://schemas.microsoft.com/office/drawing/2014/main" id="{7E0EEBB3-5753-6C8C-89FF-415CC67835F2}"/>
              </a:ext>
            </a:extLst>
          </p:cNvPr>
          <p:cNvSpPr>
            <a:spLocks/>
          </p:cNvSpPr>
          <p:nvPr>
            <p:custDataLst>
              <p:tags r:id="rId83"/>
            </p:custDataLst>
          </p:nvPr>
        </p:nvSpPr>
        <p:spPr bwMode="gray">
          <a:xfrm>
            <a:off x="9559461" y="5868001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A8222E7-4EE8-417E-9C52-5EA98DF2D1D2}" type="datetime'''''$''''2'''''''''''''',''0''''''''''''''''''''90''''''M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$2,090M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469" name="Freeform: Shape 468">
            <a:extLst>
              <a:ext uri="{FF2B5EF4-FFF2-40B4-BE49-F238E27FC236}">
                <a16:creationId xmlns:a16="http://schemas.microsoft.com/office/drawing/2014/main" id="{48FF6B2C-58B0-22E3-F0F5-C23F166A0E59}"/>
              </a:ext>
            </a:extLst>
          </p:cNvPr>
          <p:cNvSpPr/>
          <p:nvPr>
            <p:custDataLst>
              <p:tags r:id="rId84"/>
            </p:custDataLst>
          </p:nvPr>
        </p:nvSpPr>
        <p:spPr bwMode="auto">
          <a:xfrm>
            <a:off x="10718666" y="5818749"/>
            <a:ext cx="51389" cy="5149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470" name="Freeform: Shape 469">
            <a:extLst>
              <a:ext uri="{FF2B5EF4-FFF2-40B4-BE49-F238E27FC236}">
                <a16:creationId xmlns:a16="http://schemas.microsoft.com/office/drawing/2014/main" id="{1AE25D21-BAEA-1B43-EB3F-A5E2EA54697B}"/>
              </a:ext>
            </a:extLst>
          </p:cNvPr>
          <p:cNvSpPr/>
          <p:nvPr>
            <p:custDataLst>
              <p:tags r:id="rId85"/>
            </p:custDataLst>
          </p:nvPr>
        </p:nvSpPr>
        <p:spPr bwMode="auto">
          <a:xfrm>
            <a:off x="9134026" y="5818749"/>
            <a:ext cx="51390" cy="51491"/>
          </a:xfrm>
          <a:custGeom>
            <a:avLst/>
            <a:gdLst/>
            <a:ahLst/>
            <a:cxnLst/>
            <a:rect l="0" t="0" r="0" b="0"/>
            <a:pathLst>
              <a:path w="96839" h="146051">
                <a:moveTo>
                  <a:pt x="96838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8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471" name="Freeform: Shape 470">
            <a:extLst>
              <a:ext uri="{FF2B5EF4-FFF2-40B4-BE49-F238E27FC236}">
                <a16:creationId xmlns:a16="http://schemas.microsoft.com/office/drawing/2014/main" id="{F9872B72-41B4-BB6F-5F82-0DD540F0F1B1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7835819" y="5818749"/>
            <a:ext cx="51389" cy="5149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2" name="Freeform: Shape 471">
            <a:extLst>
              <a:ext uri="{FF2B5EF4-FFF2-40B4-BE49-F238E27FC236}">
                <a16:creationId xmlns:a16="http://schemas.microsoft.com/office/drawing/2014/main" id="{F10DCE21-55C0-1AF6-70B4-2C4A87ADFF83}"/>
              </a:ext>
            </a:extLst>
          </p:cNvPr>
          <p:cNvSpPr/>
          <p:nvPr>
            <p:custDataLst>
              <p:tags r:id="rId87"/>
            </p:custDataLst>
          </p:nvPr>
        </p:nvSpPr>
        <p:spPr bwMode="auto">
          <a:xfrm>
            <a:off x="9164354" y="5818749"/>
            <a:ext cx="21062" cy="5149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3" name="Freeform: Shape 472">
            <a:extLst>
              <a:ext uri="{FF2B5EF4-FFF2-40B4-BE49-F238E27FC236}">
                <a16:creationId xmlns:a16="http://schemas.microsoft.com/office/drawing/2014/main" id="{F5BC5A57-0745-ED22-30A1-D684FEC9CCB7}"/>
              </a:ext>
            </a:extLst>
          </p:cNvPr>
          <p:cNvSpPr/>
          <p:nvPr>
            <p:custDataLst>
              <p:tags r:id="rId88"/>
            </p:custDataLst>
          </p:nvPr>
        </p:nvSpPr>
        <p:spPr bwMode="auto">
          <a:xfrm>
            <a:off x="7835819" y="5818749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4" name="Freeform: Shape 473">
            <a:extLst>
              <a:ext uri="{FF2B5EF4-FFF2-40B4-BE49-F238E27FC236}">
                <a16:creationId xmlns:a16="http://schemas.microsoft.com/office/drawing/2014/main" id="{10A73724-FC8A-F296-5021-4A34E107A4C5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7866147" y="5818749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5" name="Freeform: Shape 474">
            <a:extLst>
              <a:ext uri="{FF2B5EF4-FFF2-40B4-BE49-F238E27FC236}">
                <a16:creationId xmlns:a16="http://schemas.microsoft.com/office/drawing/2014/main" id="{3AEDE573-9F0A-2187-4541-CB9CDCCDD6F3}"/>
              </a:ext>
            </a:extLst>
          </p:cNvPr>
          <p:cNvSpPr/>
          <p:nvPr>
            <p:custDataLst>
              <p:tags r:id="rId90"/>
            </p:custDataLst>
          </p:nvPr>
        </p:nvSpPr>
        <p:spPr bwMode="auto">
          <a:xfrm>
            <a:off x="10718666" y="5818749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6" name="Freeform: Shape 475">
            <a:extLst>
              <a:ext uri="{FF2B5EF4-FFF2-40B4-BE49-F238E27FC236}">
                <a16:creationId xmlns:a16="http://schemas.microsoft.com/office/drawing/2014/main" id="{24BDA3C3-9135-AF9D-8E4F-7B5CB7DAE793}"/>
              </a:ext>
            </a:extLst>
          </p:cNvPr>
          <p:cNvSpPr/>
          <p:nvPr>
            <p:custDataLst>
              <p:tags r:id="rId91"/>
            </p:custDataLst>
          </p:nvPr>
        </p:nvSpPr>
        <p:spPr bwMode="auto">
          <a:xfrm>
            <a:off x="10748994" y="5818749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7" name="Freeform: Shape 476">
            <a:extLst>
              <a:ext uri="{FF2B5EF4-FFF2-40B4-BE49-F238E27FC236}">
                <a16:creationId xmlns:a16="http://schemas.microsoft.com/office/drawing/2014/main" id="{40AC4F82-D78B-3495-6614-8ECE3C3E050E}"/>
              </a:ext>
            </a:extLst>
          </p:cNvPr>
          <p:cNvSpPr/>
          <p:nvPr>
            <p:custDataLst>
              <p:tags r:id="rId92"/>
            </p:custDataLst>
          </p:nvPr>
        </p:nvSpPr>
        <p:spPr bwMode="auto">
          <a:xfrm>
            <a:off x="9134026" y="5818749"/>
            <a:ext cx="21062" cy="5149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EC3A4C2E-9AB4-907D-05AF-FB03C0A94FFD}"/>
              </a:ext>
            </a:extLst>
          </p:cNvPr>
          <p:cNvCxnSpPr/>
          <p:nvPr>
            <p:custDataLst>
              <p:tags r:id="rId93"/>
            </p:custDataLst>
          </p:nvPr>
        </p:nvCxnSpPr>
        <p:spPr bwMode="gray">
          <a:xfrm>
            <a:off x="6436517" y="5045270"/>
            <a:ext cx="1424575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7CA54356-6FBA-313C-6FDD-1E2FB565F44C}"/>
              </a:ext>
            </a:extLst>
          </p:cNvPr>
          <p:cNvCxnSpPr/>
          <p:nvPr>
            <p:custDataLst>
              <p:tags r:id="rId94"/>
            </p:custDataLst>
          </p:nvPr>
        </p:nvCxnSpPr>
        <p:spPr bwMode="gray">
          <a:xfrm>
            <a:off x="7861092" y="5045270"/>
            <a:ext cx="1298208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569917D2-F482-34EF-682C-528EDA701E70}"/>
              </a:ext>
            </a:extLst>
          </p:cNvPr>
          <p:cNvCxnSpPr/>
          <p:nvPr>
            <p:custDataLst>
              <p:tags r:id="rId95"/>
            </p:custDataLst>
          </p:nvPr>
        </p:nvCxnSpPr>
        <p:spPr bwMode="gray">
          <a:xfrm>
            <a:off x="9159299" y="5045270"/>
            <a:ext cx="1584639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1" name="Straight Connector 480">
            <a:extLst>
              <a:ext uri="{FF2B5EF4-FFF2-40B4-BE49-F238E27FC236}">
                <a16:creationId xmlns:a16="http://schemas.microsoft.com/office/drawing/2014/main" id="{0C7491A1-02B7-5B57-3978-30A433609731}"/>
              </a:ext>
            </a:extLst>
          </p:cNvPr>
          <p:cNvCxnSpPr/>
          <p:nvPr>
            <p:custDataLst>
              <p:tags r:id="rId96"/>
            </p:custDataLst>
          </p:nvPr>
        </p:nvCxnSpPr>
        <p:spPr bwMode="gray">
          <a:xfrm>
            <a:off x="10743939" y="5045270"/>
            <a:ext cx="1042947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7" name="Text Placeholder 2">
            <a:extLst>
              <a:ext uri="{FF2B5EF4-FFF2-40B4-BE49-F238E27FC236}">
                <a16:creationId xmlns:a16="http://schemas.microsoft.com/office/drawing/2014/main" id="{FE8D4F8A-2AAA-1E21-25FB-36EC64496DC0}"/>
              </a:ext>
            </a:extLst>
          </p:cNvPr>
          <p:cNvSpPr>
            <a:spLocks/>
          </p:cNvSpPr>
          <p:nvPr>
            <p:custDataLst>
              <p:tags r:id="rId97"/>
            </p:custDataLst>
          </p:nvPr>
        </p:nvSpPr>
        <p:spPr bwMode="gray">
          <a:xfrm>
            <a:off x="9648261" y="5433594"/>
            <a:ext cx="448181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8C00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(4)</a:t>
            </a:r>
          </a:p>
        </p:txBody>
      </p:sp>
      <p:sp>
        <p:nvSpPr>
          <p:cNvPr id="492" name="Text Placeholder 2">
            <a:extLst>
              <a:ext uri="{FF2B5EF4-FFF2-40B4-BE49-F238E27FC236}">
                <a16:creationId xmlns:a16="http://schemas.microsoft.com/office/drawing/2014/main" id="{1E0BEB9F-EC0F-5942-2574-F7CCCD67A5E4}"/>
              </a:ext>
            </a:extLst>
          </p:cNvPr>
          <p:cNvSpPr>
            <a:spLocks/>
          </p:cNvSpPr>
          <p:nvPr>
            <p:custDataLst>
              <p:tags r:id="rId98"/>
            </p:custDataLst>
          </p:nvPr>
        </p:nvSpPr>
        <p:spPr bwMode="gray">
          <a:xfrm>
            <a:off x="8048158" y="4576235"/>
            <a:ext cx="347087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FFD5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(2)</a:t>
            </a:r>
          </a:p>
        </p:txBody>
      </p:sp>
      <p:sp>
        <p:nvSpPr>
          <p:cNvPr id="493" name="Text Placeholder 2">
            <a:extLst>
              <a:ext uri="{FF2B5EF4-FFF2-40B4-BE49-F238E27FC236}">
                <a16:creationId xmlns:a16="http://schemas.microsoft.com/office/drawing/2014/main" id="{BC2CF049-BDC1-B9C8-310D-0528BEBC93E5}"/>
              </a:ext>
            </a:extLst>
          </p:cNvPr>
          <p:cNvSpPr>
            <a:spLocks/>
          </p:cNvSpPr>
          <p:nvPr>
            <p:custDataLst>
              <p:tags r:id="rId99"/>
            </p:custDataLst>
          </p:nvPr>
        </p:nvSpPr>
        <p:spPr bwMode="gray">
          <a:xfrm>
            <a:off x="7062253" y="5259094"/>
            <a:ext cx="309178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(1)</a:t>
            </a:r>
          </a:p>
        </p:txBody>
      </p:sp>
      <p:sp>
        <p:nvSpPr>
          <p:cNvPr id="494" name="Text Placeholder 2">
            <a:extLst>
              <a:ext uri="{FF2B5EF4-FFF2-40B4-BE49-F238E27FC236}">
                <a16:creationId xmlns:a16="http://schemas.microsoft.com/office/drawing/2014/main" id="{4A0C63AF-1470-4D1D-DE69-D558CD996748}"/>
              </a:ext>
            </a:extLst>
          </p:cNvPr>
          <p:cNvSpPr>
            <a:spLocks/>
          </p:cNvSpPr>
          <p:nvPr>
            <p:custDataLst>
              <p:tags r:id="rId100"/>
            </p:custDataLst>
          </p:nvPr>
        </p:nvSpPr>
        <p:spPr bwMode="gray">
          <a:xfrm>
            <a:off x="10781349" y="4840892"/>
            <a:ext cx="539165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ED6A7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(3)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247F57A6-8CA8-6EC6-C754-434DA372D0FA}"/>
              </a:ext>
            </a:extLst>
          </p:cNvPr>
          <p:cNvSpPr txBox="1"/>
          <p:nvPr/>
        </p:nvSpPr>
        <p:spPr>
          <a:xfrm rot="16200000">
            <a:off x="5356894" y="4957449"/>
            <a:ext cx="16887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Carrier Rank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AF3687FD-B680-7225-BD8E-5D778EC312E4}"/>
              </a:ext>
            </a:extLst>
          </p:cNvPr>
          <p:cNvSpPr txBox="1"/>
          <p:nvPr/>
        </p:nvSpPr>
        <p:spPr>
          <a:xfrm>
            <a:off x="7445081" y="5951412"/>
            <a:ext cx="34410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Size of Marsh Portfolio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D4B06C5C-BFC5-8A23-5B49-C60C0897DC68}"/>
              </a:ext>
            </a:extLst>
          </p:cNvPr>
          <p:cNvGrpSpPr/>
          <p:nvPr/>
        </p:nvGrpSpPr>
        <p:grpSpPr>
          <a:xfrm>
            <a:off x="621683" y="4379332"/>
            <a:ext cx="5371484" cy="1472189"/>
            <a:chOff x="622613" y="2162161"/>
            <a:chExt cx="6497010" cy="1990712"/>
          </a:xfrm>
        </p:grpSpPr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5BEE2931-4330-54B1-399D-8FA14AC541CE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 bwMode="auto">
            <a:xfrm>
              <a:off x="3737567" y="2162161"/>
              <a:ext cx="3382056" cy="905205"/>
            </a:xfrm>
            <a:custGeom>
              <a:avLst/>
              <a:gdLst/>
              <a:ahLst/>
              <a:cxnLst/>
              <a:rect l="0" t="0" r="0" b="0"/>
              <a:pathLst>
                <a:path w="1682751" h="1562101">
                  <a:moveTo>
                    <a:pt x="1682750" y="1562100"/>
                  </a:moveTo>
                  <a:lnTo>
                    <a:pt x="0" y="1562100"/>
                  </a:lnTo>
                  <a:lnTo>
                    <a:pt x="0" y="0"/>
                  </a:lnTo>
                  <a:lnTo>
                    <a:pt x="1682750" y="0"/>
                  </a:lnTo>
                  <a:close/>
                </a:path>
              </a:pathLst>
            </a:custGeom>
            <a:solidFill>
              <a:srgbClr val="B0DC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6D28CD5B-7870-0011-EE4C-4322FD8A1462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 bwMode="auto">
            <a:xfrm>
              <a:off x="3737567" y="3067365"/>
              <a:ext cx="3382056" cy="1085508"/>
            </a:xfrm>
            <a:custGeom>
              <a:avLst/>
              <a:gdLst/>
              <a:ahLst/>
              <a:cxnLst/>
              <a:rect l="0" t="0" r="0" b="0"/>
              <a:pathLst>
                <a:path w="1682751" h="1873251">
                  <a:moveTo>
                    <a:pt x="1682750" y="1873250"/>
                  </a:moveTo>
                  <a:lnTo>
                    <a:pt x="0" y="1873250"/>
                  </a:lnTo>
                  <a:lnTo>
                    <a:pt x="0" y="0"/>
                  </a:lnTo>
                  <a:lnTo>
                    <a:pt x="1682750" y="0"/>
                  </a:lnTo>
                  <a:close/>
                </a:path>
              </a:pathLst>
            </a:custGeom>
            <a:solidFill>
              <a:srgbClr val="E6A0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72299660-9EB4-F76D-7EEF-0CC2E1374BED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 bwMode="auto">
            <a:xfrm>
              <a:off x="622613" y="2162161"/>
              <a:ext cx="3310823" cy="905205"/>
            </a:xfrm>
            <a:custGeom>
              <a:avLst/>
              <a:gdLst/>
              <a:ahLst/>
              <a:cxnLst/>
              <a:rect l="0" t="0" r="0" b="0"/>
              <a:pathLst>
                <a:path w="1500188" h="1562101">
                  <a:moveTo>
                    <a:pt x="1500187" y="1562100"/>
                  </a:moveTo>
                  <a:lnTo>
                    <a:pt x="0" y="1562100"/>
                  </a:lnTo>
                  <a:lnTo>
                    <a:pt x="0" y="0"/>
                  </a:lnTo>
                  <a:lnTo>
                    <a:pt x="1500187" y="0"/>
                  </a:lnTo>
                  <a:close/>
                </a:path>
              </a:pathLst>
            </a:custGeom>
            <a:solidFill>
              <a:srgbClr val="DFEC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8DFC61CD-5627-BE88-8F5F-E7747672FEB4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 bwMode="auto">
            <a:xfrm>
              <a:off x="622613" y="3067364"/>
              <a:ext cx="3310820" cy="1085509"/>
            </a:xfrm>
            <a:custGeom>
              <a:avLst/>
              <a:gdLst/>
              <a:ahLst/>
              <a:cxnLst/>
              <a:rect l="0" t="0" r="0" b="0"/>
              <a:pathLst>
                <a:path w="1500188" h="1873251">
                  <a:moveTo>
                    <a:pt x="1500187" y="1873250"/>
                  </a:moveTo>
                  <a:lnTo>
                    <a:pt x="0" y="1873250"/>
                  </a:lnTo>
                  <a:lnTo>
                    <a:pt x="0" y="0"/>
                  </a:lnTo>
                  <a:lnTo>
                    <a:pt x="1500187" y="0"/>
                  </a:lnTo>
                  <a:close/>
                </a:path>
              </a:pathLst>
            </a:custGeom>
            <a:solidFill>
              <a:srgbClr val="F0C3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aphicFrame>
        <p:nvGraphicFramePr>
          <p:cNvPr id="502" name="Chart 501">
            <a:extLst>
              <a:ext uri="{FF2B5EF4-FFF2-40B4-BE49-F238E27FC236}">
                <a16:creationId xmlns:a16="http://schemas.microsoft.com/office/drawing/2014/main" id="{9A4C62D2-D9FB-D3D1-1220-4A6C3D3CAE44}"/>
              </a:ext>
            </a:extLst>
          </p:cNvPr>
          <p:cNvGraphicFramePr>
            <a:graphicFrameLocks/>
          </p:cNvGraphicFramePr>
          <p:nvPr>
            <p:custDataLst>
              <p:tags r:id="rId101"/>
            </p:custDataLst>
          </p:nvPr>
        </p:nvGraphicFramePr>
        <p:xfrm>
          <a:off x="374813" y="4306223"/>
          <a:ext cx="5657861" cy="1610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3"/>
          </a:graphicData>
        </a:graphic>
      </p:graphicFrame>
      <p:cxnSp>
        <p:nvCxnSpPr>
          <p:cNvPr id="503" name="Straight Connector 502">
            <a:extLst>
              <a:ext uri="{FF2B5EF4-FFF2-40B4-BE49-F238E27FC236}">
                <a16:creationId xmlns:a16="http://schemas.microsoft.com/office/drawing/2014/main" id="{E8D6ABDF-B7AF-7294-E2E2-968128499D66}"/>
              </a:ext>
            </a:extLst>
          </p:cNvPr>
          <p:cNvCxnSpPr>
            <a:cxnSpLocks/>
          </p:cNvCxnSpPr>
          <p:nvPr>
            <p:custDataLst>
              <p:tags r:id="rId102"/>
            </p:custDataLst>
          </p:nvPr>
        </p:nvCxnSpPr>
        <p:spPr bwMode="auto">
          <a:xfrm flipV="1">
            <a:off x="3361280" y="4378981"/>
            <a:ext cx="0" cy="1465244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4" name="Text Placeholder 2">
            <a:extLst>
              <a:ext uri="{FF2B5EF4-FFF2-40B4-BE49-F238E27FC236}">
                <a16:creationId xmlns:a16="http://schemas.microsoft.com/office/drawing/2014/main" id="{543AFD72-3996-A994-6569-01E1CFF0B4C8}"/>
              </a:ext>
            </a:extLst>
          </p:cNvPr>
          <p:cNvSpPr>
            <a:spLocks/>
          </p:cNvSpPr>
          <p:nvPr>
            <p:custDataLst>
              <p:tags r:id="rId103"/>
            </p:custDataLst>
          </p:nvPr>
        </p:nvSpPr>
        <p:spPr bwMode="gray">
          <a:xfrm>
            <a:off x="4212993" y="5867732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43E73F3-0975-49F4-A09D-86233BACB4CF}" type="datetime'$2'',1''''''''''''''''''''0''''''''''''0''''''M''''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$2,100M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5" name="Text Placeholder 2">
            <a:extLst>
              <a:ext uri="{FF2B5EF4-FFF2-40B4-BE49-F238E27FC236}">
                <a16:creationId xmlns:a16="http://schemas.microsoft.com/office/drawing/2014/main" id="{E021FEAA-1BC3-40DB-27E5-4666D930E75D}"/>
              </a:ext>
            </a:extLst>
          </p:cNvPr>
          <p:cNvSpPr>
            <a:spLocks/>
          </p:cNvSpPr>
          <p:nvPr>
            <p:custDataLst>
              <p:tags r:id="rId104"/>
            </p:custDataLst>
          </p:nvPr>
        </p:nvSpPr>
        <p:spPr bwMode="gray">
          <a:xfrm>
            <a:off x="1474204" y="5867732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9D1787C-0DFB-4290-AE77-E8264B6D2085}" type="datetime'''$''''''''''''''''''''''2''''''''''''''''0''''''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6" name="Text Placeholder 2">
            <a:extLst>
              <a:ext uri="{FF2B5EF4-FFF2-40B4-BE49-F238E27FC236}">
                <a16:creationId xmlns:a16="http://schemas.microsoft.com/office/drawing/2014/main" id="{241439B4-B5FD-99CA-7FDA-B3542AE8C18A}"/>
              </a:ext>
            </a:extLst>
          </p:cNvPr>
          <p:cNvSpPr>
            <a:spLocks/>
          </p:cNvSpPr>
          <p:nvPr>
            <p:custDataLst>
              <p:tags r:id="rId105"/>
            </p:custDataLst>
          </p:nvPr>
        </p:nvSpPr>
        <p:spPr bwMode="gray">
          <a:xfrm>
            <a:off x="4644649" y="5867732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B12C805-A72F-4581-8A21-288CA3E4DD76}" type="datetime'$2'''''''',''''''''''''''1''''10''''''''''''M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$2,110M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7" name="Text Placeholder 2">
            <a:extLst>
              <a:ext uri="{FF2B5EF4-FFF2-40B4-BE49-F238E27FC236}">
                <a16:creationId xmlns:a16="http://schemas.microsoft.com/office/drawing/2014/main" id="{4168250F-F239-CF79-73F9-34F1FEF95185}"/>
              </a:ext>
            </a:extLst>
          </p:cNvPr>
          <p:cNvSpPr>
            <a:spLocks/>
          </p:cNvSpPr>
          <p:nvPr>
            <p:custDataLst>
              <p:tags r:id="rId106"/>
            </p:custDataLst>
          </p:nvPr>
        </p:nvSpPr>
        <p:spPr bwMode="gray">
          <a:xfrm>
            <a:off x="586266" y="5867732"/>
            <a:ext cx="105306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1EA5F0-47FC-430F-8996-2CE05DFEBA91}" type="datetime'''$''''''''''''''''''''''''''''''''''''0''''''''''''''M'''''''">
              <a:rPr kumimoji="0" lang="en-US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$0M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8" name="Text Placeholder 2">
            <a:extLst>
              <a:ext uri="{FF2B5EF4-FFF2-40B4-BE49-F238E27FC236}">
                <a16:creationId xmlns:a16="http://schemas.microsoft.com/office/drawing/2014/main" id="{95407D00-C178-729B-BCA4-DFB72612368C}"/>
              </a:ext>
            </a:extLst>
          </p:cNvPr>
          <p:cNvSpPr>
            <a:spLocks/>
          </p:cNvSpPr>
          <p:nvPr>
            <p:custDataLst>
              <p:tags r:id="rId107"/>
            </p:custDataLst>
          </p:nvPr>
        </p:nvSpPr>
        <p:spPr bwMode="gray">
          <a:xfrm>
            <a:off x="5038329" y="5867732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9EB467E-8167-4A67-8264-5A7813DA6B35}" type="datetime'''''$2'',''''''2''''7''''''''''''5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$2,275M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9" name="Text Placeholder 2">
            <a:extLst>
              <a:ext uri="{FF2B5EF4-FFF2-40B4-BE49-F238E27FC236}">
                <a16:creationId xmlns:a16="http://schemas.microsoft.com/office/drawing/2014/main" id="{04F45248-BD0B-D052-4EA5-B6624C9DF6CD}"/>
              </a:ext>
            </a:extLst>
          </p:cNvPr>
          <p:cNvSpPr>
            <a:spLocks/>
          </p:cNvSpPr>
          <p:nvPr>
            <p:custDataLst>
              <p:tags r:id="rId108"/>
            </p:custDataLst>
          </p:nvPr>
        </p:nvSpPr>
        <p:spPr bwMode="gray">
          <a:xfrm>
            <a:off x="1022653" y="5867732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8A3FED2-957E-4437-861D-CC28FC01981E}" type="datetime'$1''0''''''''''''''''''M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$10M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0" name="Text Placeholder 2">
            <a:extLst>
              <a:ext uri="{FF2B5EF4-FFF2-40B4-BE49-F238E27FC236}">
                <a16:creationId xmlns:a16="http://schemas.microsoft.com/office/drawing/2014/main" id="{5E0E8A7E-4CA9-FC9A-76B8-9220D052C2DE}"/>
              </a:ext>
            </a:extLst>
          </p:cNvPr>
          <p:cNvSpPr>
            <a:spLocks/>
          </p:cNvSpPr>
          <p:nvPr>
            <p:custDataLst>
              <p:tags r:id="rId109"/>
            </p:custDataLst>
          </p:nvPr>
        </p:nvSpPr>
        <p:spPr bwMode="gray">
          <a:xfrm>
            <a:off x="5432010" y="5867732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21CF926-F71E-439F-8394-5F82C4276985}" type="datetime'''''''''''$''2'''',''2''''''8''''''5''''''''M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$2,285M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1" name="Text Placeholder 2">
            <a:extLst>
              <a:ext uri="{FF2B5EF4-FFF2-40B4-BE49-F238E27FC236}">
                <a16:creationId xmlns:a16="http://schemas.microsoft.com/office/drawing/2014/main" id="{F7436045-9540-C105-3EB8-5A1C4720F593}"/>
              </a:ext>
            </a:extLst>
          </p:cNvPr>
          <p:cNvSpPr>
            <a:spLocks/>
          </p:cNvSpPr>
          <p:nvPr>
            <p:custDataLst>
              <p:tags r:id="rId110"/>
            </p:custDataLst>
          </p:nvPr>
        </p:nvSpPr>
        <p:spPr bwMode="gray">
          <a:xfrm>
            <a:off x="5883561" y="5867732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5A7439F-A596-4844-9236-F09A4A1DF703}" type="datetime'''$''''''''''''''''2,''2''9''5''''''''''''''''''M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$2,295M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9910DC66-9435-284A-E9B0-58136203DDF1}"/>
              </a:ext>
            </a:extLst>
          </p:cNvPr>
          <p:cNvSpPr>
            <a:spLocks/>
          </p:cNvSpPr>
          <p:nvPr>
            <p:custDataLst>
              <p:tags r:id="rId111"/>
            </p:custDataLst>
          </p:nvPr>
        </p:nvSpPr>
        <p:spPr bwMode="gray">
          <a:xfrm>
            <a:off x="1925754" y="5867732"/>
            <a:ext cx="13563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4458C30-1443-4655-A55B-97C2F2F9F1FE}" type="datetime'''''$''''''3''''''''''''''''''''0M''''''''''''''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$30M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EBD6BBB8-4FFD-3AA8-1622-BD36519D63A2}"/>
              </a:ext>
            </a:extLst>
          </p:cNvPr>
          <p:cNvSpPr>
            <a:spLocks/>
          </p:cNvSpPr>
          <p:nvPr>
            <p:custDataLst>
              <p:tags r:id="rId112"/>
            </p:custDataLst>
          </p:nvPr>
        </p:nvSpPr>
        <p:spPr bwMode="gray">
          <a:xfrm>
            <a:off x="2448070" y="5867732"/>
            <a:ext cx="165962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236C8BA-4695-4C7A-80A7-66E9F3B6C752}" type="datetime'''''''''''''$7''''''''''''''''6''''''0''''''''''M''''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$760M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EBD816ED-92AD-2F19-E48B-C822D7A1514B}"/>
              </a:ext>
            </a:extLst>
          </p:cNvPr>
          <p:cNvSpPr>
            <a:spLocks/>
          </p:cNvSpPr>
          <p:nvPr>
            <p:custDataLst>
              <p:tags r:id="rId113"/>
            </p:custDataLst>
          </p:nvPr>
        </p:nvSpPr>
        <p:spPr bwMode="gray">
          <a:xfrm>
            <a:off x="2899621" y="5867732"/>
            <a:ext cx="165962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354AD63-0E24-4370-B175-2DB0C91E9611}" type="datetime'''''''$''7''7''''''''''''''0''''''''''M''''''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$770M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6" name="Text Placeholder 2">
            <a:extLst>
              <a:ext uri="{FF2B5EF4-FFF2-40B4-BE49-F238E27FC236}">
                <a16:creationId xmlns:a16="http://schemas.microsoft.com/office/drawing/2014/main" id="{078AF833-A720-BFE9-0590-9B0504DD6665}"/>
              </a:ext>
            </a:extLst>
          </p:cNvPr>
          <p:cNvSpPr>
            <a:spLocks/>
          </p:cNvSpPr>
          <p:nvPr>
            <p:custDataLst>
              <p:tags r:id="rId114"/>
            </p:custDataLst>
          </p:nvPr>
        </p:nvSpPr>
        <p:spPr bwMode="gray">
          <a:xfrm>
            <a:off x="3309892" y="5867732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43EB470-BD5A-48FC-88AF-67EACB256684}" type="datetime'''''''''''''$''''2'''',''''''''0''''''''8''''''''0''''M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$2,080M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0" name="Text Placeholder 2">
            <a:extLst>
              <a:ext uri="{FF2B5EF4-FFF2-40B4-BE49-F238E27FC236}">
                <a16:creationId xmlns:a16="http://schemas.microsoft.com/office/drawing/2014/main" id="{1569E98E-753D-63FE-D66F-E535259B5E45}"/>
              </a:ext>
            </a:extLst>
          </p:cNvPr>
          <p:cNvSpPr>
            <a:spLocks/>
          </p:cNvSpPr>
          <p:nvPr>
            <p:custDataLst>
              <p:tags r:id="rId115"/>
            </p:custDataLst>
          </p:nvPr>
        </p:nvSpPr>
        <p:spPr bwMode="gray">
          <a:xfrm>
            <a:off x="3761442" y="5867732"/>
            <a:ext cx="211454" cy="4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A8222E7-4EE8-417E-9C52-5EA98DF2D1D2}" type="datetime'''''$''''2'''''''''''''',''0''''''''''''''''''''90''''''M'">
              <a:rPr kumimoji="0" lang="en-GB" alt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$2,090M</a:t>
            </a:fld>
            <a:endParaRPr kumimoji="0" lang="en-GB" sz="6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81" name="Freeform: Shape 180">
            <a:extLst>
              <a:ext uri="{FF2B5EF4-FFF2-40B4-BE49-F238E27FC236}">
                <a16:creationId xmlns:a16="http://schemas.microsoft.com/office/drawing/2014/main" id="{CC8B74FA-1979-1861-FA4D-16B1ECE31D7D}"/>
              </a:ext>
            </a:extLst>
          </p:cNvPr>
          <p:cNvSpPr/>
          <p:nvPr>
            <p:custDataLst>
              <p:tags r:id="rId116"/>
            </p:custDataLst>
          </p:nvPr>
        </p:nvSpPr>
        <p:spPr bwMode="auto">
          <a:xfrm>
            <a:off x="4920647" y="5818480"/>
            <a:ext cx="51389" cy="5149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83" name="Freeform: Shape 182">
            <a:extLst>
              <a:ext uri="{FF2B5EF4-FFF2-40B4-BE49-F238E27FC236}">
                <a16:creationId xmlns:a16="http://schemas.microsoft.com/office/drawing/2014/main" id="{45CF9903-010F-FD41-2F94-D63F1EA77365}"/>
              </a:ext>
            </a:extLst>
          </p:cNvPr>
          <p:cNvSpPr/>
          <p:nvPr>
            <p:custDataLst>
              <p:tags r:id="rId117"/>
            </p:custDataLst>
          </p:nvPr>
        </p:nvSpPr>
        <p:spPr bwMode="auto">
          <a:xfrm>
            <a:off x="3336007" y="5818480"/>
            <a:ext cx="51390" cy="51491"/>
          </a:xfrm>
          <a:custGeom>
            <a:avLst/>
            <a:gdLst/>
            <a:ahLst/>
            <a:cxnLst/>
            <a:rect l="0" t="0" r="0" b="0"/>
            <a:pathLst>
              <a:path w="96839" h="146051">
                <a:moveTo>
                  <a:pt x="96838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8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84" name="Freeform: Shape 183">
            <a:extLst>
              <a:ext uri="{FF2B5EF4-FFF2-40B4-BE49-F238E27FC236}">
                <a16:creationId xmlns:a16="http://schemas.microsoft.com/office/drawing/2014/main" id="{E1E2CFA2-7D10-443A-AEDD-8D684E260F89}"/>
              </a:ext>
            </a:extLst>
          </p:cNvPr>
          <p:cNvSpPr/>
          <p:nvPr>
            <p:custDataLst>
              <p:tags r:id="rId118"/>
            </p:custDataLst>
          </p:nvPr>
        </p:nvSpPr>
        <p:spPr bwMode="auto">
          <a:xfrm>
            <a:off x="2037800" y="5818480"/>
            <a:ext cx="51389" cy="5149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5" name="Freeform: Shape 184">
            <a:extLst>
              <a:ext uri="{FF2B5EF4-FFF2-40B4-BE49-F238E27FC236}">
                <a16:creationId xmlns:a16="http://schemas.microsoft.com/office/drawing/2014/main" id="{1FA03096-0FBA-51B2-75B4-6A7932A8B6E1}"/>
              </a:ext>
            </a:extLst>
          </p:cNvPr>
          <p:cNvSpPr/>
          <p:nvPr>
            <p:custDataLst>
              <p:tags r:id="rId119"/>
            </p:custDataLst>
          </p:nvPr>
        </p:nvSpPr>
        <p:spPr bwMode="auto">
          <a:xfrm>
            <a:off x="3366335" y="5818480"/>
            <a:ext cx="21062" cy="5149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6" name="Freeform: Shape 185">
            <a:extLst>
              <a:ext uri="{FF2B5EF4-FFF2-40B4-BE49-F238E27FC236}">
                <a16:creationId xmlns:a16="http://schemas.microsoft.com/office/drawing/2014/main" id="{E69916D5-2A21-FA06-1F97-5CDE8EDEC10E}"/>
              </a:ext>
            </a:extLst>
          </p:cNvPr>
          <p:cNvSpPr/>
          <p:nvPr>
            <p:custDataLst>
              <p:tags r:id="rId120"/>
            </p:custDataLst>
          </p:nvPr>
        </p:nvSpPr>
        <p:spPr bwMode="auto">
          <a:xfrm>
            <a:off x="2037800" y="5818480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7" name="Freeform: Shape 186">
            <a:extLst>
              <a:ext uri="{FF2B5EF4-FFF2-40B4-BE49-F238E27FC236}">
                <a16:creationId xmlns:a16="http://schemas.microsoft.com/office/drawing/2014/main" id="{928959CB-82D0-00D6-2130-066520948B83}"/>
              </a:ext>
            </a:extLst>
          </p:cNvPr>
          <p:cNvSpPr/>
          <p:nvPr>
            <p:custDataLst>
              <p:tags r:id="rId121"/>
            </p:custDataLst>
          </p:nvPr>
        </p:nvSpPr>
        <p:spPr bwMode="auto">
          <a:xfrm>
            <a:off x="2068128" y="5818480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8" name="Freeform: Shape 187">
            <a:extLst>
              <a:ext uri="{FF2B5EF4-FFF2-40B4-BE49-F238E27FC236}">
                <a16:creationId xmlns:a16="http://schemas.microsoft.com/office/drawing/2014/main" id="{DBFF65AA-4BE8-E267-A2D3-06F00705CE66}"/>
              </a:ext>
            </a:extLst>
          </p:cNvPr>
          <p:cNvSpPr/>
          <p:nvPr>
            <p:custDataLst>
              <p:tags r:id="rId122"/>
            </p:custDataLst>
          </p:nvPr>
        </p:nvSpPr>
        <p:spPr bwMode="auto">
          <a:xfrm>
            <a:off x="4920647" y="5818480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9" name="Freeform: Shape 188">
            <a:extLst>
              <a:ext uri="{FF2B5EF4-FFF2-40B4-BE49-F238E27FC236}">
                <a16:creationId xmlns:a16="http://schemas.microsoft.com/office/drawing/2014/main" id="{94B358C1-BA10-7744-B264-1A38D0CF19F4}"/>
              </a:ext>
            </a:extLst>
          </p:cNvPr>
          <p:cNvSpPr/>
          <p:nvPr>
            <p:custDataLst>
              <p:tags r:id="rId123"/>
            </p:custDataLst>
          </p:nvPr>
        </p:nvSpPr>
        <p:spPr bwMode="auto">
          <a:xfrm>
            <a:off x="4950975" y="5818480"/>
            <a:ext cx="21061" cy="5149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0" name="Freeform: Shape 189">
            <a:extLst>
              <a:ext uri="{FF2B5EF4-FFF2-40B4-BE49-F238E27FC236}">
                <a16:creationId xmlns:a16="http://schemas.microsoft.com/office/drawing/2014/main" id="{474137BF-FE23-4625-5DD9-F4C5FF0D9AD5}"/>
              </a:ext>
            </a:extLst>
          </p:cNvPr>
          <p:cNvSpPr/>
          <p:nvPr>
            <p:custDataLst>
              <p:tags r:id="rId124"/>
            </p:custDataLst>
          </p:nvPr>
        </p:nvSpPr>
        <p:spPr bwMode="auto">
          <a:xfrm>
            <a:off x="3336007" y="5818480"/>
            <a:ext cx="21062" cy="51491"/>
          </a:xfrm>
          <a:custGeom>
            <a:avLst/>
            <a:gdLst/>
            <a:ahLst/>
            <a:cxnLst/>
            <a:rect l="0" t="0" r="0" b="0"/>
            <a:pathLst>
              <a:path w="39689" h="146051">
                <a:moveTo>
                  <a:pt x="39688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7F15E345-9BB3-2B73-904C-8B252B0A8C7F}"/>
              </a:ext>
            </a:extLst>
          </p:cNvPr>
          <p:cNvCxnSpPr/>
          <p:nvPr>
            <p:custDataLst>
              <p:tags r:id="rId125"/>
            </p:custDataLst>
          </p:nvPr>
        </p:nvCxnSpPr>
        <p:spPr bwMode="gray">
          <a:xfrm>
            <a:off x="638498" y="5045001"/>
            <a:ext cx="1424575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EA84247A-1735-0E1B-4E32-51A8D501130C}"/>
              </a:ext>
            </a:extLst>
          </p:cNvPr>
          <p:cNvCxnSpPr/>
          <p:nvPr>
            <p:custDataLst>
              <p:tags r:id="rId126"/>
            </p:custDataLst>
          </p:nvPr>
        </p:nvCxnSpPr>
        <p:spPr bwMode="gray">
          <a:xfrm>
            <a:off x="2063073" y="5045001"/>
            <a:ext cx="1298208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7C131536-4FF5-95B0-601A-674898C07E98}"/>
              </a:ext>
            </a:extLst>
          </p:cNvPr>
          <p:cNvCxnSpPr/>
          <p:nvPr>
            <p:custDataLst>
              <p:tags r:id="rId127"/>
            </p:custDataLst>
          </p:nvPr>
        </p:nvCxnSpPr>
        <p:spPr bwMode="gray">
          <a:xfrm>
            <a:off x="3361280" y="5045001"/>
            <a:ext cx="1584639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AC25EEBD-226B-3347-36D4-335E15A7A6D1}"/>
              </a:ext>
            </a:extLst>
          </p:cNvPr>
          <p:cNvCxnSpPr/>
          <p:nvPr>
            <p:custDataLst>
              <p:tags r:id="rId128"/>
            </p:custDataLst>
          </p:nvPr>
        </p:nvCxnSpPr>
        <p:spPr bwMode="gray">
          <a:xfrm>
            <a:off x="4945920" y="5045001"/>
            <a:ext cx="1042947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5" name="Text Placeholder 2">
            <a:extLst>
              <a:ext uri="{FF2B5EF4-FFF2-40B4-BE49-F238E27FC236}">
                <a16:creationId xmlns:a16="http://schemas.microsoft.com/office/drawing/2014/main" id="{087E2A6E-B939-22C8-3A1E-8B3C44398C51}"/>
              </a:ext>
            </a:extLst>
          </p:cNvPr>
          <p:cNvSpPr>
            <a:spLocks/>
          </p:cNvSpPr>
          <p:nvPr>
            <p:custDataLst>
              <p:tags r:id="rId129"/>
            </p:custDataLst>
          </p:nvPr>
        </p:nvSpPr>
        <p:spPr bwMode="gray">
          <a:xfrm>
            <a:off x="3850242" y="5433325"/>
            <a:ext cx="448181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8C00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(4)</a:t>
            </a:r>
          </a:p>
        </p:txBody>
      </p:sp>
      <p:sp>
        <p:nvSpPr>
          <p:cNvPr id="196" name="Text Placeholder 2">
            <a:extLst>
              <a:ext uri="{FF2B5EF4-FFF2-40B4-BE49-F238E27FC236}">
                <a16:creationId xmlns:a16="http://schemas.microsoft.com/office/drawing/2014/main" id="{0C5D24B1-C780-CDA0-D433-6A0C8E106172}"/>
              </a:ext>
            </a:extLst>
          </p:cNvPr>
          <p:cNvSpPr>
            <a:spLocks/>
          </p:cNvSpPr>
          <p:nvPr>
            <p:custDataLst>
              <p:tags r:id="rId130"/>
            </p:custDataLst>
          </p:nvPr>
        </p:nvSpPr>
        <p:spPr bwMode="gray">
          <a:xfrm>
            <a:off x="2250139" y="4575966"/>
            <a:ext cx="347087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FFD5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(2)</a:t>
            </a:r>
          </a:p>
        </p:txBody>
      </p:sp>
      <p:sp>
        <p:nvSpPr>
          <p:cNvPr id="197" name="Text Placeholder 2">
            <a:extLst>
              <a:ext uri="{FF2B5EF4-FFF2-40B4-BE49-F238E27FC236}">
                <a16:creationId xmlns:a16="http://schemas.microsoft.com/office/drawing/2014/main" id="{DCA3D5E3-E83C-C3AD-4023-7B3A7FE7403C}"/>
              </a:ext>
            </a:extLst>
          </p:cNvPr>
          <p:cNvSpPr>
            <a:spLocks/>
          </p:cNvSpPr>
          <p:nvPr>
            <p:custDataLst>
              <p:tags r:id="rId131"/>
            </p:custDataLst>
          </p:nvPr>
        </p:nvSpPr>
        <p:spPr bwMode="gray">
          <a:xfrm>
            <a:off x="1264234" y="5258825"/>
            <a:ext cx="309178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(1)</a:t>
            </a:r>
          </a:p>
        </p:txBody>
      </p:sp>
      <p:sp>
        <p:nvSpPr>
          <p:cNvPr id="198" name="Text Placeholder 2">
            <a:extLst>
              <a:ext uri="{FF2B5EF4-FFF2-40B4-BE49-F238E27FC236}">
                <a16:creationId xmlns:a16="http://schemas.microsoft.com/office/drawing/2014/main" id="{44F5BBC5-136B-9272-B045-18BF724A22ED}"/>
              </a:ext>
            </a:extLst>
          </p:cNvPr>
          <p:cNvSpPr>
            <a:spLocks/>
          </p:cNvSpPr>
          <p:nvPr>
            <p:custDataLst>
              <p:tags r:id="rId132"/>
            </p:custDataLst>
          </p:nvPr>
        </p:nvSpPr>
        <p:spPr bwMode="gray">
          <a:xfrm>
            <a:off x="4983330" y="4840623"/>
            <a:ext cx="539165" cy="5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ED6A7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Country (3)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BDDE767E-5ED1-EE48-6439-C5215BE7A60F}"/>
              </a:ext>
            </a:extLst>
          </p:cNvPr>
          <p:cNvSpPr txBox="1"/>
          <p:nvPr/>
        </p:nvSpPr>
        <p:spPr>
          <a:xfrm rot="16200000">
            <a:off x="-441125" y="4957180"/>
            <a:ext cx="16887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Carrier Rank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72A6DF90-8D69-9678-5242-C8D41A3DEB65}"/>
              </a:ext>
            </a:extLst>
          </p:cNvPr>
          <p:cNvSpPr txBox="1"/>
          <p:nvPr/>
        </p:nvSpPr>
        <p:spPr>
          <a:xfrm>
            <a:off x="1647062" y="5951143"/>
            <a:ext cx="34410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Size of Marsh Portfolio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84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13023-723B-3BE0-5243-E293D8145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4A9C58-F192-1CBD-88BB-3285C8E575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CE691-C0E3-8B3F-4B18-14523E454737}"/>
              </a:ext>
            </a:extLst>
          </p:cNvPr>
          <p:cNvSpPr txBox="1">
            <a:spLocks/>
          </p:cNvSpPr>
          <p:nvPr/>
        </p:nvSpPr>
        <p:spPr>
          <a:xfrm>
            <a:off x="489601" y="321336"/>
            <a:ext cx="7428850" cy="7255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400" b="0" i="0" kern="1200">
                <a:solidFill>
                  <a:schemeClr val="dk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CEECFF"/>
                </a:solidFill>
                <a:latin typeface="Georgia Pro Light"/>
              </a:rPr>
              <a:t>Country (1)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srgbClr val="CEECFF"/>
              </a:solidFill>
              <a:effectLst/>
              <a:uLnTx/>
              <a:uFillTx/>
              <a:latin typeface="Georgia Pro Light"/>
              <a:ea typeface="+mj-ea"/>
              <a:cs typeface="+mj-cs"/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A852ADCD-5496-BAFE-3699-3CCA76796108}"/>
              </a:ext>
            </a:extLst>
          </p:cNvPr>
          <p:cNvSpPr txBox="1">
            <a:spLocks/>
          </p:cNvSpPr>
          <p:nvPr/>
        </p:nvSpPr>
        <p:spPr>
          <a:xfrm>
            <a:off x="3676407" y="3390501"/>
            <a:ext cx="4190021" cy="4031873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 marL="228600" indent="-228600" algn="r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600" b="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5600" b="0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Georgia Pro Light"/>
                <a:ea typeface="+mn-ea"/>
                <a:cs typeface="+mn-cs"/>
              </a:rPr>
              <a:t>03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7D4A645-6D94-694C-4E39-4D3A148A7B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0" y="0"/>
            <a:ext cx="4064000" cy="6858000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231335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752CE-CD14-A974-401A-22D8141AE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8AB48F1D-8348-8215-94DE-E24CA8135743}"/>
              </a:ext>
            </a:extLst>
          </p:cNvPr>
          <p:cNvGrpSpPr/>
          <p:nvPr/>
        </p:nvGrpSpPr>
        <p:grpSpPr>
          <a:xfrm>
            <a:off x="-1" y="-1"/>
            <a:ext cx="12192001" cy="1405052"/>
            <a:chOff x="-1" y="-1"/>
            <a:chExt cx="12192001" cy="1405052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BE1AAE6E-7361-01C5-0284-88845D852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"/>
              <a:ext cx="12192000" cy="1405050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BCC4EBC-0BDD-4EE0-F55B-33595075B696}"/>
                </a:ext>
              </a:extLst>
            </p:cNvPr>
            <p:cNvSpPr/>
            <p:nvPr/>
          </p:nvSpPr>
          <p:spPr>
            <a:xfrm>
              <a:off x="-1" y="-1"/>
              <a:ext cx="12191999" cy="1405051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A7D73F6-A12E-2B89-8199-036AED961AE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4" imgW="384" imgH="384" progId="TCLayout.ActiveDocument.1">
                  <p:embed/>
                </p:oleObj>
              </mc:Choice>
              <mc:Fallback>
                <p:oleObj name="think-cell Slide" r:id="rId64" imgW="384" imgH="38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7D73F6-A12E-2B89-8199-036AED961A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F5872-D589-9420-D8DC-2CD23E77BC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Carrier breakdown – Country (1)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197794-64D1-D19C-219F-4F86B5CCD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2"/>
                </a:solidFill>
              </a:rPr>
              <a:t>Carrier breakdown</a:t>
            </a:r>
            <a:r>
              <a:rPr lang="en-GB" sz="1600" dirty="0">
                <a:solidFill>
                  <a:schemeClr val="bg2"/>
                </a:solidFill>
                <a:latin typeface="Arial"/>
              </a:rPr>
              <a:t> </a:t>
            </a:r>
            <a:r>
              <a:rPr lang="en-GB" dirty="0">
                <a:solidFill>
                  <a:schemeClr val="bg2"/>
                </a:solidFill>
              </a:rPr>
              <a:t>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FEF96-7656-5B7F-69ED-9FD5E908A1D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23384-2074-4C75-9031-ACAC8BCA8354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E324B281-7E8E-0D17-C890-5F67F0B1FF4D}"/>
              </a:ext>
            </a:extLst>
          </p:cNvPr>
          <p:cNvSpPr txBox="1">
            <a:spLocks/>
          </p:cNvSpPr>
          <p:nvPr/>
        </p:nvSpPr>
        <p:spPr>
          <a:xfrm>
            <a:off x="11368800" y="6620400"/>
            <a:ext cx="3636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23384-2074-4C75-9031-ACAC8BCA8354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Freeform 5" descr="Clipboard with magnifying glass.">
            <a:extLst>
              <a:ext uri="{FF2B5EF4-FFF2-40B4-BE49-F238E27FC236}">
                <a16:creationId xmlns:a16="http://schemas.microsoft.com/office/drawing/2014/main" id="{EBA15FB7-D374-166B-83B5-3E4E8937A3E7}"/>
              </a:ext>
            </a:extLst>
          </p:cNvPr>
          <p:cNvSpPr>
            <a:spLocks noEditPoints="1"/>
          </p:cNvSpPr>
          <p:nvPr>
            <p:custDataLst>
              <p:custData r:id="rId2"/>
            </p:custDataLst>
          </p:nvPr>
        </p:nvSpPr>
        <p:spPr bwMode="auto">
          <a:xfrm>
            <a:off x="10969782" y="284700"/>
            <a:ext cx="798036" cy="870916"/>
          </a:xfrm>
          <a:custGeom>
            <a:avLst/>
            <a:gdLst>
              <a:gd name="T0" fmla="*/ 755 w 953"/>
              <a:gd name="T1" fmla="*/ 901 h 1042"/>
              <a:gd name="T2" fmla="*/ 637 w 953"/>
              <a:gd name="T3" fmla="*/ 936 h 1042"/>
              <a:gd name="T4" fmla="*/ 427 w 953"/>
              <a:gd name="T5" fmla="*/ 727 h 1042"/>
              <a:gd name="T6" fmla="*/ 637 w 953"/>
              <a:gd name="T7" fmla="*/ 517 h 1042"/>
              <a:gd name="T8" fmla="*/ 847 w 953"/>
              <a:gd name="T9" fmla="*/ 727 h 1042"/>
              <a:gd name="T10" fmla="*/ 811 w 953"/>
              <a:gd name="T11" fmla="*/ 844 h 1042"/>
              <a:gd name="T12" fmla="*/ 897 w 953"/>
              <a:gd name="T13" fmla="*/ 1042 h 1042"/>
              <a:gd name="T14" fmla="*/ 729 w 953"/>
              <a:gd name="T15" fmla="*/ 819 h 1042"/>
              <a:gd name="T16" fmla="*/ 730 w 953"/>
              <a:gd name="T17" fmla="*/ 634 h 1042"/>
              <a:gd name="T18" fmla="*/ 545 w 953"/>
              <a:gd name="T19" fmla="*/ 634 h 1042"/>
              <a:gd name="T20" fmla="*/ 545 w 953"/>
              <a:gd name="T21" fmla="*/ 819 h 1042"/>
              <a:gd name="T22" fmla="*/ 900 w 953"/>
              <a:gd name="T23" fmla="*/ 452 h 1042"/>
              <a:gd name="T24" fmla="*/ 820 w 953"/>
              <a:gd name="T25" fmla="*/ 185 h 1042"/>
              <a:gd name="T26" fmla="*/ 804 w 953"/>
              <a:gd name="T27" fmla="*/ 169 h 1042"/>
              <a:gd name="T28" fmla="*/ 688 w 953"/>
              <a:gd name="T29" fmla="*/ 307 h 1042"/>
              <a:gd name="T30" fmla="*/ 212 w 953"/>
              <a:gd name="T31" fmla="*/ 169 h 1042"/>
              <a:gd name="T32" fmla="*/ 84 w 953"/>
              <a:gd name="T33" fmla="*/ 174 h 1042"/>
              <a:gd name="T34" fmla="*/ 79 w 953"/>
              <a:gd name="T35" fmla="*/ 893 h 1042"/>
              <a:gd name="T36" fmla="*/ 96 w 953"/>
              <a:gd name="T37" fmla="*/ 910 h 1042"/>
              <a:gd name="T38" fmla="*/ 357 w 953"/>
              <a:gd name="T39" fmla="*/ 989 h 1042"/>
              <a:gd name="T40" fmla="*/ 28 w 953"/>
              <a:gd name="T41" fmla="*/ 961 h 1042"/>
              <a:gd name="T42" fmla="*/ 0 w 953"/>
              <a:gd name="T43" fmla="*/ 185 h 1042"/>
              <a:gd name="T44" fmla="*/ 96 w 953"/>
              <a:gd name="T45" fmla="*/ 90 h 1042"/>
              <a:gd name="T46" fmla="*/ 374 w 953"/>
              <a:gd name="T47" fmla="*/ 25 h 1042"/>
              <a:gd name="T48" fmla="*/ 527 w 953"/>
              <a:gd name="T49" fmla="*/ 25 h 1042"/>
              <a:gd name="T50" fmla="*/ 804 w 953"/>
              <a:gd name="T51" fmla="*/ 90 h 1042"/>
              <a:gd name="T52" fmla="*/ 900 w 953"/>
              <a:gd name="T53" fmla="*/ 185 h 1042"/>
              <a:gd name="T54" fmla="*/ 450 w 953"/>
              <a:gd name="T55" fmla="*/ 175 h 1042"/>
              <a:gd name="T56" fmla="*/ 498 w 953"/>
              <a:gd name="T57" fmla="*/ 127 h 1042"/>
              <a:gd name="T58" fmla="*/ 450 w 953"/>
              <a:gd name="T59" fmla="*/ 79 h 1042"/>
              <a:gd name="T60" fmla="*/ 402 w 953"/>
              <a:gd name="T61" fmla="*/ 127 h 1042"/>
              <a:gd name="T62" fmla="*/ 450 w 953"/>
              <a:gd name="T63" fmla="*/ 175 h 10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53" h="1042">
                <a:moveTo>
                  <a:pt x="897" y="1042"/>
                </a:moveTo>
                <a:lnTo>
                  <a:pt x="755" y="901"/>
                </a:lnTo>
                <a:cubicBezTo>
                  <a:pt x="737" y="911"/>
                  <a:pt x="718" y="920"/>
                  <a:pt x="699" y="927"/>
                </a:cubicBezTo>
                <a:cubicBezTo>
                  <a:pt x="679" y="933"/>
                  <a:pt x="658" y="936"/>
                  <a:pt x="637" y="936"/>
                </a:cubicBezTo>
                <a:cubicBezTo>
                  <a:pt x="579" y="936"/>
                  <a:pt x="530" y="916"/>
                  <a:pt x="489" y="875"/>
                </a:cubicBezTo>
                <a:cubicBezTo>
                  <a:pt x="448" y="834"/>
                  <a:pt x="427" y="785"/>
                  <a:pt x="427" y="727"/>
                </a:cubicBezTo>
                <a:cubicBezTo>
                  <a:pt x="427" y="669"/>
                  <a:pt x="448" y="619"/>
                  <a:pt x="489" y="578"/>
                </a:cubicBezTo>
                <a:cubicBezTo>
                  <a:pt x="530" y="537"/>
                  <a:pt x="579" y="517"/>
                  <a:pt x="637" y="517"/>
                </a:cubicBezTo>
                <a:cubicBezTo>
                  <a:pt x="695" y="517"/>
                  <a:pt x="744" y="537"/>
                  <a:pt x="785" y="578"/>
                </a:cubicBezTo>
                <a:cubicBezTo>
                  <a:pt x="826" y="619"/>
                  <a:pt x="847" y="669"/>
                  <a:pt x="847" y="727"/>
                </a:cubicBezTo>
                <a:cubicBezTo>
                  <a:pt x="847" y="748"/>
                  <a:pt x="844" y="768"/>
                  <a:pt x="838" y="788"/>
                </a:cubicBezTo>
                <a:cubicBezTo>
                  <a:pt x="831" y="808"/>
                  <a:pt x="822" y="827"/>
                  <a:pt x="811" y="844"/>
                </a:cubicBezTo>
                <a:lnTo>
                  <a:pt x="953" y="986"/>
                </a:lnTo>
                <a:lnTo>
                  <a:pt x="897" y="1042"/>
                </a:lnTo>
                <a:close/>
                <a:moveTo>
                  <a:pt x="637" y="857"/>
                </a:moveTo>
                <a:cubicBezTo>
                  <a:pt x="673" y="857"/>
                  <a:pt x="704" y="844"/>
                  <a:pt x="729" y="819"/>
                </a:cubicBezTo>
                <a:cubicBezTo>
                  <a:pt x="755" y="794"/>
                  <a:pt x="767" y="763"/>
                  <a:pt x="767" y="727"/>
                </a:cubicBezTo>
                <a:cubicBezTo>
                  <a:pt x="767" y="690"/>
                  <a:pt x="755" y="659"/>
                  <a:pt x="730" y="634"/>
                </a:cubicBezTo>
                <a:cubicBezTo>
                  <a:pt x="704" y="609"/>
                  <a:pt x="674" y="596"/>
                  <a:pt x="637" y="596"/>
                </a:cubicBezTo>
                <a:cubicBezTo>
                  <a:pt x="601" y="596"/>
                  <a:pt x="570" y="609"/>
                  <a:pt x="545" y="634"/>
                </a:cubicBezTo>
                <a:cubicBezTo>
                  <a:pt x="519" y="659"/>
                  <a:pt x="507" y="690"/>
                  <a:pt x="507" y="726"/>
                </a:cubicBezTo>
                <a:cubicBezTo>
                  <a:pt x="507" y="763"/>
                  <a:pt x="519" y="794"/>
                  <a:pt x="545" y="819"/>
                </a:cubicBezTo>
                <a:cubicBezTo>
                  <a:pt x="570" y="844"/>
                  <a:pt x="600" y="857"/>
                  <a:pt x="637" y="857"/>
                </a:cubicBezTo>
                <a:close/>
                <a:moveTo>
                  <a:pt x="900" y="452"/>
                </a:moveTo>
                <a:lnTo>
                  <a:pt x="820" y="452"/>
                </a:lnTo>
                <a:lnTo>
                  <a:pt x="820" y="185"/>
                </a:lnTo>
                <a:cubicBezTo>
                  <a:pt x="820" y="181"/>
                  <a:pt x="819" y="177"/>
                  <a:pt x="815" y="174"/>
                </a:cubicBezTo>
                <a:cubicBezTo>
                  <a:pt x="812" y="171"/>
                  <a:pt x="808" y="169"/>
                  <a:pt x="804" y="169"/>
                </a:cubicBezTo>
                <a:lnTo>
                  <a:pt x="688" y="169"/>
                </a:lnTo>
                <a:lnTo>
                  <a:pt x="688" y="307"/>
                </a:lnTo>
                <a:lnTo>
                  <a:pt x="212" y="307"/>
                </a:lnTo>
                <a:lnTo>
                  <a:pt x="212" y="169"/>
                </a:lnTo>
                <a:lnTo>
                  <a:pt x="96" y="169"/>
                </a:lnTo>
                <a:cubicBezTo>
                  <a:pt x="92" y="169"/>
                  <a:pt x="88" y="171"/>
                  <a:pt x="84" y="174"/>
                </a:cubicBezTo>
                <a:cubicBezTo>
                  <a:pt x="81" y="177"/>
                  <a:pt x="79" y="181"/>
                  <a:pt x="79" y="185"/>
                </a:cubicBezTo>
                <a:lnTo>
                  <a:pt x="79" y="893"/>
                </a:lnTo>
                <a:cubicBezTo>
                  <a:pt x="79" y="898"/>
                  <a:pt x="81" y="901"/>
                  <a:pt x="84" y="905"/>
                </a:cubicBezTo>
                <a:cubicBezTo>
                  <a:pt x="88" y="908"/>
                  <a:pt x="92" y="910"/>
                  <a:pt x="96" y="910"/>
                </a:cubicBezTo>
                <a:lnTo>
                  <a:pt x="357" y="910"/>
                </a:lnTo>
                <a:lnTo>
                  <a:pt x="357" y="989"/>
                </a:lnTo>
                <a:lnTo>
                  <a:pt x="96" y="989"/>
                </a:lnTo>
                <a:cubicBezTo>
                  <a:pt x="69" y="989"/>
                  <a:pt x="47" y="980"/>
                  <a:pt x="28" y="961"/>
                </a:cubicBezTo>
                <a:cubicBezTo>
                  <a:pt x="9" y="942"/>
                  <a:pt x="0" y="920"/>
                  <a:pt x="0" y="893"/>
                </a:cubicBezTo>
                <a:lnTo>
                  <a:pt x="0" y="185"/>
                </a:lnTo>
                <a:cubicBezTo>
                  <a:pt x="0" y="159"/>
                  <a:pt x="9" y="136"/>
                  <a:pt x="28" y="118"/>
                </a:cubicBezTo>
                <a:cubicBezTo>
                  <a:pt x="47" y="99"/>
                  <a:pt x="69" y="90"/>
                  <a:pt x="96" y="90"/>
                </a:cubicBezTo>
                <a:lnTo>
                  <a:pt x="329" y="90"/>
                </a:lnTo>
                <a:cubicBezTo>
                  <a:pt x="336" y="64"/>
                  <a:pt x="351" y="42"/>
                  <a:pt x="374" y="25"/>
                </a:cubicBezTo>
                <a:cubicBezTo>
                  <a:pt x="396" y="8"/>
                  <a:pt x="422" y="0"/>
                  <a:pt x="450" y="0"/>
                </a:cubicBezTo>
                <a:cubicBezTo>
                  <a:pt x="479" y="0"/>
                  <a:pt x="505" y="8"/>
                  <a:pt x="527" y="25"/>
                </a:cubicBezTo>
                <a:cubicBezTo>
                  <a:pt x="549" y="42"/>
                  <a:pt x="564" y="64"/>
                  <a:pt x="572" y="90"/>
                </a:cubicBezTo>
                <a:lnTo>
                  <a:pt x="804" y="90"/>
                </a:lnTo>
                <a:cubicBezTo>
                  <a:pt x="830" y="90"/>
                  <a:pt x="853" y="99"/>
                  <a:pt x="872" y="118"/>
                </a:cubicBezTo>
                <a:cubicBezTo>
                  <a:pt x="890" y="136"/>
                  <a:pt x="900" y="159"/>
                  <a:pt x="900" y="185"/>
                </a:cubicBezTo>
                <a:lnTo>
                  <a:pt x="900" y="452"/>
                </a:lnTo>
                <a:close/>
                <a:moveTo>
                  <a:pt x="450" y="175"/>
                </a:moveTo>
                <a:cubicBezTo>
                  <a:pt x="463" y="175"/>
                  <a:pt x="475" y="170"/>
                  <a:pt x="484" y="161"/>
                </a:cubicBezTo>
                <a:cubicBezTo>
                  <a:pt x="493" y="152"/>
                  <a:pt x="498" y="141"/>
                  <a:pt x="498" y="127"/>
                </a:cubicBezTo>
                <a:cubicBezTo>
                  <a:pt x="498" y="114"/>
                  <a:pt x="493" y="102"/>
                  <a:pt x="484" y="93"/>
                </a:cubicBezTo>
                <a:cubicBezTo>
                  <a:pt x="475" y="84"/>
                  <a:pt x="463" y="79"/>
                  <a:pt x="450" y="79"/>
                </a:cubicBezTo>
                <a:cubicBezTo>
                  <a:pt x="436" y="79"/>
                  <a:pt x="425" y="84"/>
                  <a:pt x="416" y="93"/>
                </a:cubicBezTo>
                <a:cubicBezTo>
                  <a:pt x="407" y="102"/>
                  <a:pt x="402" y="114"/>
                  <a:pt x="402" y="127"/>
                </a:cubicBezTo>
                <a:cubicBezTo>
                  <a:pt x="402" y="141"/>
                  <a:pt x="407" y="152"/>
                  <a:pt x="416" y="161"/>
                </a:cubicBezTo>
                <a:cubicBezTo>
                  <a:pt x="425" y="170"/>
                  <a:pt x="436" y="175"/>
                  <a:pt x="450" y="17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ADDD846-7D63-0627-9247-75EA20305281}"/>
              </a:ext>
            </a:extLst>
          </p:cNvPr>
          <p:cNvGrpSpPr/>
          <p:nvPr/>
        </p:nvGrpSpPr>
        <p:grpSpPr>
          <a:xfrm>
            <a:off x="457200" y="1647274"/>
            <a:ext cx="11275200" cy="4451352"/>
            <a:chOff x="457200" y="1647274"/>
            <a:chExt cx="8856683" cy="445135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47D270D-2E93-C8D0-2B7B-A9561472DB28}"/>
                </a:ext>
              </a:extLst>
            </p:cNvPr>
            <p:cNvSpPr/>
            <p:nvPr/>
          </p:nvSpPr>
          <p:spPr>
            <a:xfrm>
              <a:off x="6837363" y="1647274"/>
              <a:ext cx="2463795" cy="57308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Text Placeholder 2">
              <a:extLst>
                <a:ext uri="{FF2B5EF4-FFF2-40B4-BE49-F238E27FC236}">
                  <a16:creationId xmlns:a16="http://schemas.microsoft.com/office/drawing/2014/main" id="{20C74EC5-FA88-4591-AF49-2F11ED48983A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7292974" y="1893195"/>
              <a:ext cx="1423988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0" rIns="0" bIns="0" rtlCol="0" anchor="b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Runway to Top 5 Average</a:t>
              </a:r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66471A2-557F-C3F3-AF1A-883E1A63EE37}"/>
                </a:ext>
              </a:extLst>
            </p:cNvPr>
            <p:cNvGrpSpPr/>
            <p:nvPr/>
          </p:nvGrpSpPr>
          <p:grpSpPr>
            <a:xfrm>
              <a:off x="6954527" y="2215877"/>
              <a:ext cx="2359356" cy="3877392"/>
              <a:chOff x="6954527" y="2215877"/>
              <a:chExt cx="2359356" cy="3877392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59000F38-37FB-BB2F-57CC-53377914D4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6"/>
              <a:stretch>
                <a:fillRect/>
              </a:stretch>
            </p:blipFill>
            <p:spPr>
              <a:xfrm flipH="1">
                <a:off x="6954527" y="2215877"/>
                <a:ext cx="2359356" cy="3877392"/>
              </a:xfrm>
              <a:prstGeom prst="rect">
                <a:avLst/>
              </a:prstGeom>
            </p:spPr>
          </p:pic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278D450F-65E2-D8DD-D7D6-24C8FE77E211}"/>
                  </a:ext>
                </a:extLst>
              </p:cNvPr>
              <p:cNvCxnSpPr/>
              <p:nvPr>
                <p:custDataLst>
                  <p:tags r:id="rId53"/>
                </p:custDataLst>
              </p:nvPr>
            </p:nvCxnSpPr>
            <p:spPr bwMode="white">
              <a:xfrm>
                <a:off x="7396163" y="3680863"/>
                <a:ext cx="0" cy="254000"/>
              </a:xfrm>
              <a:prstGeom prst="line">
                <a:avLst/>
              </a:prstGeom>
              <a:ln w="3175" cap="flat" cmpd="sng" algn="ctr">
                <a:solidFill>
                  <a:schemeClr val="bg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6" name="Text Placeholder 2">
                <a:extLst>
                  <a:ext uri="{FF2B5EF4-FFF2-40B4-BE49-F238E27FC236}">
                    <a16:creationId xmlns:a16="http://schemas.microsoft.com/office/drawing/2014/main" id="{D109CACE-993B-1445-3DB2-25F4E58551CF}"/>
                  </a:ext>
                </a:extLst>
              </p:cNvPr>
              <p:cNvSpPr>
                <a:spLocks/>
              </p:cNvSpPr>
              <p:nvPr>
                <p:custDataLst>
                  <p:tags r:id="rId54"/>
                </p:custDataLst>
              </p:nvPr>
            </p:nvSpPr>
            <p:spPr bwMode="gray">
              <a:xfrm>
                <a:off x="8370889" y="3023041"/>
                <a:ext cx="568325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none" lIns="17463" tIns="0" rIns="17463" bIns="0" rtlCol="0" anchor="ctr">
                <a:noAutofit/>
              </a:bodyPr>
              <a:lstStyle>
                <a:lvl1pPr marL="2286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 b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5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20574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-$</a:t>
                </a:r>
                <a:r>
                  <a:rPr kumimoji="0" lang="en-GB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xxx.xm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5" name="Text Placeholder 2">
                <a:extLst>
                  <a:ext uri="{FF2B5EF4-FFF2-40B4-BE49-F238E27FC236}">
                    <a16:creationId xmlns:a16="http://schemas.microsoft.com/office/drawing/2014/main" id="{BD5E043A-4770-7C60-29C4-2BA9D02C29E4}"/>
                  </a:ext>
                </a:extLst>
              </p:cNvPr>
              <p:cNvSpPr>
                <a:spLocks/>
              </p:cNvSpPr>
              <p:nvPr>
                <p:custDataLst>
                  <p:tags r:id="rId55"/>
                </p:custDataLst>
              </p:nvPr>
            </p:nvSpPr>
            <p:spPr bwMode="gray">
              <a:xfrm>
                <a:off x="7670800" y="3543199"/>
                <a:ext cx="568325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none" lIns="17463" tIns="0" rIns="17463" bIns="0" rtlCol="0" anchor="ctr">
                <a:noAutofit/>
              </a:bodyPr>
              <a:lstStyle>
                <a:lvl1pPr marL="2286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 b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5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20574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-$</a:t>
                </a:r>
                <a:r>
                  <a:rPr kumimoji="0" lang="en-GB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xxx.xm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7" name="Text Placeholder 2">
                <a:extLst>
                  <a:ext uri="{FF2B5EF4-FFF2-40B4-BE49-F238E27FC236}">
                    <a16:creationId xmlns:a16="http://schemas.microsoft.com/office/drawing/2014/main" id="{51E0C745-C47D-258C-5646-181C8B523415}"/>
                  </a:ext>
                </a:extLst>
              </p:cNvPr>
              <p:cNvSpPr>
                <a:spLocks/>
              </p:cNvSpPr>
              <p:nvPr>
                <p:custDataLst>
                  <p:tags r:id="rId56"/>
                </p:custDataLst>
              </p:nvPr>
            </p:nvSpPr>
            <p:spPr bwMode="gray">
              <a:xfrm>
                <a:off x="8218487" y="4087655"/>
                <a:ext cx="498475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none" lIns="17463" tIns="0" rIns="17463" bIns="0" rtlCol="0" anchor="ctr">
                <a:noAutofit/>
              </a:bodyPr>
              <a:lstStyle>
                <a:lvl1pPr marL="2286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 b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5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20574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-$</a:t>
                </a:r>
                <a:r>
                  <a:rPr kumimoji="0" lang="en-GB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xx.xm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5" name="Text Placeholder 2">
                <a:extLst>
                  <a:ext uri="{FF2B5EF4-FFF2-40B4-BE49-F238E27FC236}">
                    <a16:creationId xmlns:a16="http://schemas.microsoft.com/office/drawing/2014/main" id="{7434974B-D710-0EDF-926A-7508B5EB4599}"/>
                  </a:ext>
                </a:extLst>
              </p:cNvPr>
              <p:cNvSpPr>
                <a:spLocks/>
              </p:cNvSpPr>
              <p:nvPr>
                <p:custDataLst>
                  <p:tags r:id="rId57"/>
                </p:custDataLst>
              </p:nvPr>
            </p:nvSpPr>
            <p:spPr bwMode="gray">
              <a:xfrm>
                <a:off x="8385431" y="4568062"/>
                <a:ext cx="498475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none" lIns="17463" tIns="0" rIns="17463" bIns="0" rtlCol="0" anchor="ctr">
                <a:noAutofit/>
              </a:bodyPr>
              <a:lstStyle>
                <a:lvl1pPr marL="2286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 b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5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20574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-$</a:t>
                </a:r>
                <a:r>
                  <a:rPr kumimoji="0" lang="en-GB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xx.xm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6" name="Text Placeholder 2">
                <a:extLst>
                  <a:ext uri="{FF2B5EF4-FFF2-40B4-BE49-F238E27FC236}">
                    <a16:creationId xmlns:a16="http://schemas.microsoft.com/office/drawing/2014/main" id="{80840D96-B066-E056-EC7C-7697B84B3C34}"/>
                  </a:ext>
                </a:extLst>
              </p:cNvPr>
              <p:cNvSpPr>
                <a:spLocks/>
              </p:cNvSpPr>
              <p:nvPr>
                <p:custDataLst>
                  <p:tags r:id="rId58"/>
                </p:custDataLst>
              </p:nvPr>
            </p:nvSpPr>
            <p:spPr bwMode="gray">
              <a:xfrm>
                <a:off x="8513444" y="5136665"/>
                <a:ext cx="498475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none" lIns="17463" tIns="0" rIns="17463" bIns="0" rtlCol="0" anchor="ctr">
                <a:noAutofit/>
              </a:bodyPr>
              <a:lstStyle>
                <a:lvl1pPr marL="2286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 b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5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20574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-$</a:t>
                </a:r>
                <a:r>
                  <a:rPr kumimoji="0" lang="en-GB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xx.xm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7" name="Text Placeholder 2">
                <a:extLst>
                  <a:ext uri="{FF2B5EF4-FFF2-40B4-BE49-F238E27FC236}">
                    <a16:creationId xmlns:a16="http://schemas.microsoft.com/office/drawing/2014/main" id="{2D3E1207-78AF-EE29-965B-0E0F106E62D5}"/>
                  </a:ext>
                </a:extLst>
              </p:cNvPr>
              <p:cNvSpPr>
                <a:spLocks/>
              </p:cNvSpPr>
              <p:nvPr>
                <p:custDataLst>
                  <p:tags r:id="rId59"/>
                </p:custDataLst>
              </p:nvPr>
            </p:nvSpPr>
            <p:spPr bwMode="gray">
              <a:xfrm>
                <a:off x="8655051" y="5676689"/>
                <a:ext cx="428625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none" lIns="17463" tIns="0" rIns="17463" bIns="0" rtlCol="0" anchor="ctr">
                <a:noAutofit/>
              </a:bodyPr>
              <a:lstStyle>
                <a:lvl1pPr marL="2286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 b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5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20574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-$</a:t>
                </a:r>
                <a:r>
                  <a:rPr kumimoji="0" lang="en-GB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x.xm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2" name="Text Placeholder 2">
                <a:extLst>
                  <a:ext uri="{FF2B5EF4-FFF2-40B4-BE49-F238E27FC236}">
                    <a16:creationId xmlns:a16="http://schemas.microsoft.com/office/drawing/2014/main" id="{09E5F456-64D4-C732-7A0B-CA50F6ADA120}"/>
                  </a:ext>
                </a:extLst>
              </p:cNvPr>
              <p:cNvSpPr>
                <a:spLocks/>
              </p:cNvSpPr>
              <p:nvPr>
                <p:custDataLst>
                  <p:tags r:id="rId60"/>
                </p:custDataLst>
              </p:nvPr>
            </p:nvSpPr>
            <p:spPr bwMode="gray">
              <a:xfrm>
                <a:off x="7864475" y="2469601"/>
                <a:ext cx="568325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none" lIns="17463" tIns="0" rIns="17463" bIns="0" rtlCol="0" anchor="ctr">
                <a:noAutofit/>
              </a:bodyPr>
              <a:lstStyle>
                <a:lvl1pPr marL="2286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 b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5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20574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-$</a:t>
                </a:r>
                <a:r>
                  <a:rPr kumimoji="0" lang="en-GB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xxx.xm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" name="Text Placeholder 2">
              <a:extLst>
                <a:ext uri="{FF2B5EF4-FFF2-40B4-BE49-F238E27FC236}">
                  <a16:creationId xmlns:a16="http://schemas.microsoft.com/office/drawing/2014/main" id="{5BAA6848-A971-4A90-F976-0830D762EBC2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457200" y="1647275"/>
              <a:ext cx="1065213" cy="5730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vert="horz" wrap="none" lIns="55563" tIns="55563" rIns="0" bIns="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Product</a:t>
              </a:r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Text Placeholder 2">
              <a:extLst>
                <a:ext uri="{FF2B5EF4-FFF2-40B4-BE49-F238E27FC236}">
                  <a16:creationId xmlns:a16="http://schemas.microsoft.com/office/drawing/2014/main" id="{51FEF116-E113-D973-4FD3-298DEBAFDE23}"/>
                </a:ext>
              </a:extLst>
            </p:cNvPr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1522413" y="1647275"/>
              <a:ext cx="1066800" cy="5730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vert="horz" wrap="none" lIns="0" tIns="55563" rIns="0" bIns="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GWP</a:t>
              </a:r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Text Placeholder 2">
              <a:extLst>
                <a:ext uri="{FF2B5EF4-FFF2-40B4-BE49-F238E27FC236}">
                  <a16:creationId xmlns:a16="http://schemas.microsoft.com/office/drawing/2014/main" id="{A2126E91-B387-B9B3-1E7E-349638833CBF}"/>
                </a:ext>
              </a:extLst>
            </p:cNvPr>
            <p:cNvSpPr>
              <a:spLocks/>
            </p:cNvSpPr>
            <p:nvPr>
              <p:custDataLst>
                <p:tags r:id="rId7"/>
              </p:custDataLst>
            </p:nvPr>
          </p:nvSpPr>
          <p:spPr bwMode="auto">
            <a:xfrm>
              <a:off x="457200" y="2220363"/>
              <a:ext cx="1065213" cy="5302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vert="horz" wrap="none" lIns="9144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8D36042A-9FCF-4DA0-B024-28E7245BBAEB}" type="datetime'Pr''''''ope''''r''''''''''''''''t''''''y'''''''''">
                <a:rPr kumimoji="0" lang="en-GB" altLang="en-US" sz="11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EEC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Property</a:t>
              </a:fld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Text Placeholder 2">
              <a:extLst>
                <a:ext uri="{FF2B5EF4-FFF2-40B4-BE49-F238E27FC236}">
                  <a16:creationId xmlns:a16="http://schemas.microsoft.com/office/drawing/2014/main" id="{482E7EEE-3AB1-9602-91D2-D8DB5523C80F}"/>
                </a:ext>
              </a:extLst>
            </p:cNvPr>
            <p:cNvSpPr>
              <a:spLocks/>
            </p:cNvSpPr>
            <p:nvPr>
              <p:custDataLst>
                <p:tags r:id="rId8"/>
              </p:custDataLst>
            </p:nvPr>
          </p:nvSpPr>
          <p:spPr bwMode="auto">
            <a:xfrm>
              <a:off x="1522413" y="2220363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$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</a:t>
              </a:r>
              <a:r>
                <a:rPr lang="en-GB" sz="1100" dirty="0">
                  <a:solidFill>
                    <a:srgbClr val="000000"/>
                  </a:solidFill>
                  <a:latin typeface="Arial"/>
                </a:rPr>
                <a:t>m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Text Placeholder 2">
              <a:extLst>
                <a:ext uri="{FF2B5EF4-FFF2-40B4-BE49-F238E27FC236}">
                  <a16:creationId xmlns:a16="http://schemas.microsoft.com/office/drawing/2014/main" id="{A3FB6DB8-E17F-4245-EA51-27FB62FBBECC}"/>
                </a:ext>
              </a:extLst>
            </p:cNvPr>
            <p:cNvSpPr>
              <a:spLocks/>
            </p:cNvSpPr>
            <p:nvPr>
              <p:custDataLst>
                <p:tags r:id="rId9"/>
              </p:custDataLst>
            </p:nvPr>
          </p:nvSpPr>
          <p:spPr bwMode="auto">
            <a:xfrm>
              <a:off x="457200" y="2750588"/>
              <a:ext cx="1065213" cy="5302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vert="horz" wrap="none" lIns="9144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57A568B9-2C69-457E-8216-91F028E9CD8A}" type="datetime'C''''''''a''''s''''u''''a''''''''''l''''t''y'''">
                <a:rPr kumimoji="0" lang="en-GB" altLang="en-US" sz="11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EEC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Casualty</a:t>
              </a:fld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Text Placeholder 2">
              <a:extLst>
                <a:ext uri="{FF2B5EF4-FFF2-40B4-BE49-F238E27FC236}">
                  <a16:creationId xmlns:a16="http://schemas.microsoft.com/office/drawing/2014/main" id="{20D93EE8-2888-7425-A24A-F7604544E7D3}"/>
                </a:ext>
              </a:extLst>
            </p:cNvPr>
            <p:cNvSpPr>
              <a:spLocks/>
            </p:cNvSpPr>
            <p:nvPr>
              <p:custDataLst>
                <p:tags r:id="rId10"/>
              </p:custDataLst>
            </p:nvPr>
          </p:nvSpPr>
          <p:spPr bwMode="auto">
            <a:xfrm>
              <a:off x="1522413" y="2750588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$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xx.xm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Text Placeholder 2">
              <a:extLst>
                <a:ext uri="{FF2B5EF4-FFF2-40B4-BE49-F238E27FC236}">
                  <a16:creationId xmlns:a16="http://schemas.microsoft.com/office/drawing/2014/main" id="{676C2160-9677-A923-5A9A-C9D748445C0B}"/>
                </a:ext>
              </a:extLst>
            </p:cNvPr>
            <p:cNvSpPr>
              <a:spLocks/>
            </p:cNvSpPr>
            <p:nvPr>
              <p:custDataLst>
                <p:tags r:id="rId11"/>
              </p:custDataLst>
            </p:nvPr>
          </p:nvSpPr>
          <p:spPr bwMode="auto">
            <a:xfrm>
              <a:off x="2589213" y="1647275"/>
              <a:ext cx="1065213" cy="5730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vert="horz" wrap="square" lIns="0" tIns="55563" rIns="0" bIns="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Var %</a:t>
              </a:r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Text Placeholder 2">
              <a:extLst>
                <a:ext uri="{FF2B5EF4-FFF2-40B4-BE49-F238E27FC236}">
                  <a16:creationId xmlns:a16="http://schemas.microsoft.com/office/drawing/2014/main" id="{A32847CE-4869-913F-A2D2-9FFAEE9B4A74}"/>
                </a:ext>
              </a:extLst>
            </p:cNvPr>
            <p:cNvSpPr>
              <a:spLocks/>
            </p:cNvSpPr>
            <p:nvPr>
              <p:custDataLst>
                <p:tags r:id="rId12"/>
              </p:custDataLst>
            </p:nvPr>
          </p:nvSpPr>
          <p:spPr bwMode="auto">
            <a:xfrm>
              <a:off x="3654425" y="1647275"/>
              <a:ext cx="1065213" cy="5730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vert="horz" wrap="square" lIns="0" tIns="55563" rIns="0" bIns="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SoW</a:t>
              </a:r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Text Placeholder 2">
              <a:extLst>
                <a:ext uri="{FF2B5EF4-FFF2-40B4-BE49-F238E27FC236}">
                  <a16:creationId xmlns:a16="http://schemas.microsoft.com/office/drawing/2014/main" id="{A8A6757E-026B-78BA-333D-67640734604D}"/>
                </a:ext>
              </a:extLst>
            </p:cNvPr>
            <p:cNvSpPr>
              <a:spLocks/>
            </p:cNvSpPr>
            <p:nvPr>
              <p:custDataLst>
                <p:tags r:id="rId13"/>
              </p:custDataLst>
            </p:nvPr>
          </p:nvSpPr>
          <p:spPr bwMode="auto">
            <a:xfrm>
              <a:off x="4719638" y="1647275"/>
              <a:ext cx="1066800" cy="5730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vert="horz" wrap="none" lIns="0" tIns="55563" rIns="0" bIns="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Rank</a:t>
              </a:r>
            </a:p>
          </p:txBody>
        </p:sp>
        <p:sp>
          <p:nvSpPr>
            <p:cNvPr id="36" name="Text Placeholder 2">
              <a:extLst>
                <a:ext uri="{FF2B5EF4-FFF2-40B4-BE49-F238E27FC236}">
                  <a16:creationId xmlns:a16="http://schemas.microsoft.com/office/drawing/2014/main" id="{A055FEF4-F78E-D595-CCE5-05EF2DC51E25}"/>
                </a:ext>
              </a:extLst>
            </p:cNvPr>
            <p:cNvSpPr>
              <a:spLocks/>
            </p:cNvSpPr>
            <p:nvPr>
              <p:custDataLst>
                <p:tags r:id="rId14"/>
              </p:custDataLst>
            </p:nvPr>
          </p:nvSpPr>
          <p:spPr bwMode="auto">
            <a:xfrm>
              <a:off x="5786438" y="1647275"/>
              <a:ext cx="1050925" cy="5730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vert="horz" wrap="none" lIns="0" tIns="55563" rIns="0" bIns="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Rank Change </a:t>
              </a:r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Text Placeholder 2">
              <a:extLst>
                <a:ext uri="{FF2B5EF4-FFF2-40B4-BE49-F238E27FC236}">
                  <a16:creationId xmlns:a16="http://schemas.microsoft.com/office/drawing/2014/main" id="{A6D6A72A-9D1B-A8EE-BD70-E1E57FE18EB8}"/>
                </a:ext>
              </a:extLst>
            </p:cNvPr>
            <p:cNvSpPr>
              <a:spLocks/>
            </p:cNvSpPr>
            <p:nvPr>
              <p:custDataLst>
                <p:tags r:id="rId15"/>
              </p:custDataLst>
            </p:nvPr>
          </p:nvSpPr>
          <p:spPr bwMode="auto">
            <a:xfrm>
              <a:off x="2589213" y="2220363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+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 </a:t>
              </a:r>
            </a:p>
          </p:txBody>
        </p:sp>
        <p:sp>
          <p:nvSpPr>
            <p:cNvPr id="38" name="Text Placeholder 2">
              <a:extLst>
                <a:ext uri="{FF2B5EF4-FFF2-40B4-BE49-F238E27FC236}">
                  <a16:creationId xmlns:a16="http://schemas.microsoft.com/office/drawing/2014/main" id="{B9CA8AA0-5A7D-650E-0620-CEB579A0450F}"/>
                </a:ext>
              </a:extLst>
            </p:cNvPr>
            <p:cNvSpPr>
              <a:spLocks/>
            </p:cNvSpPr>
            <p:nvPr>
              <p:custDataLst>
                <p:tags r:id="rId16"/>
              </p:custDataLst>
            </p:nvPr>
          </p:nvSpPr>
          <p:spPr bwMode="auto">
            <a:xfrm>
              <a:off x="3654425" y="2220363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1588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x.xx</a:t>
              </a:r>
              <a:r>
                <a:rPr kumimoji="0" lang="en-GB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Text Placeholder 2">
              <a:extLst>
                <a:ext uri="{FF2B5EF4-FFF2-40B4-BE49-F238E27FC236}">
                  <a16:creationId xmlns:a16="http://schemas.microsoft.com/office/drawing/2014/main" id="{0AA2D11D-933E-1E34-0A2B-2AAC22C26E3F}"/>
                </a:ext>
              </a:extLst>
            </p:cNvPr>
            <p:cNvSpPr>
              <a:spLocks/>
            </p:cNvSpPr>
            <p:nvPr>
              <p:custDataLst>
                <p:tags r:id="rId17"/>
              </p:custDataLst>
            </p:nvPr>
          </p:nvSpPr>
          <p:spPr bwMode="auto">
            <a:xfrm>
              <a:off x="4719638" y="2220363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90500" rIns="0" bIns="188913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</a:t>
              </a:r>
            </a:p>
          </p:txBody>
        </p:sp>
        <p:sp>
          <p:nvSpPr>
            <p:cNvPr id="42" name="Text Placeholder 2">
              <a:extLst>
                <a:ext uri="{FF2B5EF4-FFF2-40B4-BE49-F238E27FC236}">
                  <a16:creationId xmlns:a16="http://schemas.microsoft.com/office/drawing/2014/main" id="{99C88AF9-921F-A677-C802-6FED212B0308}"/>
                </a:ext>
              </a:extLst>
            </p:cNvPr>
            <p:cNvSpPr>
              <a:spLocks/>
            </p:cNvSpPr>
            <p:nvPr>
              <p:custDataLst>
                <p:tags r:id="rId18"/>
              </p:custDataLst>
            </p:nvPr>
          </p:nvSpPr>
          <p:spPr bwMode="auto">
            <a:xfrm>
              <a:off x="5786438" y="2220363"/>
              <a:ext cx="1050925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3F1AE51F-2F46-42D3-BE06-5CFC53865A65}" type="datetime'''''''''''''''''+''''''''''''1''''''''1''↑'''''''''''''">
                <a:rPr kumimoji="0" lang="en-GB" alt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+11↑</a:t>
              </a:fld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Text Placeholder 2">
              <a:extLst>
                <a:ext uri="{FF2B5EF4-FFF2-40B4-BE49-F238E27FC236}">
                  <a16:creationId xmlns:a16="http://schemas.microsoft.com/office/drawing/2014/main" id="{C8C39F9C-2D80-C39D-974C-3580228AC34C}"/>
                </a:ext>
              </a:extLst>
            </p:cNvPr>
            <p:cNvSpPr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2589213" y="2750588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+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%</a:t>
              </a:r>
            </a:p>
          </p:txBody>
        </p:sp>
        <p:sp>
          <p:nvSpPr>
            <p:cNvPr id="45" name="Text Placeholder 2">
              <a:extLst>
                <a:ext uri="{FF2B5EF4-FFF2-40B4-BE49-F238E27FC236}">
                  <a16:creationId xmlns:a16="http://schemas.microsoft.com/office/drawing/2014/main" id="{650AC429-792A-DF2E-1A4B-A8BF0C5159E6}"/>
                </a:ext>
              </a:extLst>
            </p:cNvPr>
            <p:cNvSpPr>
              <a:spLocks/>
            </p:cNvSpPr>
            <p:nvPr>
              <p:custDataLst>
                <p:tags r:id="rId20"/>
              </p:custDataLst>
            </p:nvPr>
          </p:nvSpPr>
          <p:spPr bwMode="auto">
            <a:xfrm>
              <a:off x="3654425" y="2750588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1588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x.xx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48" name="Text Placeholder 2">
              <a:extLst>
                <a:ext uri="{FF2B5EF4-FFF2-40B4-BE49-F238E27FC236}">
                  <a16:creationId xmlns:a16="http://schemas.microsoft.com/office/drawing/2014/main" id="{1BE941E6-C0ED-65AA-B472-27609A0403E6}"/>
                </a:ext>
              </a:extLst>
            </p:cNvPr>
            <p:cNvSpPr>
              <a:spLocks/>
            </p:cNvSpPr>
            <p:nvPr>
              <p:custDataLst>
                <p:tags r:id="rId21"/>
              </p:custDataLst>
            </p:nvPr>
          </p:nvSpPr>
          <p:spPr bwMode="auto">
            <a:xfrm>
              <a:off x="4719638" y="2750588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8913" rIns="0" bIns="19050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</a:t>
              </a:r>
            </a:p>
          </p:txBody>
        </p:sp>
        <p:sp>
          <p:nvSpPr>
            <p:cNvPr id="49" name="Text Placeholder 2">
              <a:extLst>
                <a:ext uri="{FF2B5EF4-FFF2-40B4-BE49-F238E27FC236}">
                  <a16:creationId xmlns:a16="http://schemas.microsoft.com/office/drawing/2014/main" id="{9187EB7B-0F5D-2CFF-B9E3-82AB946155CE}"/>
                </a:ext>
              </a:extLst>
            </p:cNvPr>
            <p:cNvSpPr>
              <a:spLocks/>
            </p:cNvSpPr>
            <p:nvPr>
              <p:custDataLst>
                <p:tags r:id="rId22"/>
              </p:custDataLst>
            </p:nvPr>
          </p:nvSpPr>
          <p:spPr bwMode="auto">
            <a:xfrm>
              <a:off x="5786438" y="2750588"/>
              <a:ext cx="1050925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81214D87-5F0A-4FD5-865E-7F47CC4B52B7}" type="datetime'''''''+''''''''1''''''''''''''''''''''''2''''''↑'''''''''''''">
                <a:rPr kumimoji="0" lang="en-GB" alt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+12↑</a:t>
              </a:fld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2" name="Text Placeholder 2">
              <a:extLst>
                <a:ext uri="{FF2B5EF4-FFF2-40B4-BE49-F238E27FC236}">
                  <a16:creationId xmlns:a16="http://schemas.microsoft.com/office/drawing/2014/main" id="{0BB7157D-7C42-0C72-35E2-E9A3614B2D36}"/>
                </a:ext>
              </a:extLst>
            </p:cNvPr>
            <p:cNvSpPr>
              <a:spLocks/>
            </p:cNvSpPr>
            <p:nvPr>
              <p:custDataLst>
                <p:tags r:id="rId23"/>
              </p:custDataLst>
            </p:nvPr>
          </p:nvSpPr>
          <p:spPr bwMode="auto">
            <a:xfrm>
              <a:off x="457200" y="3280813"/>
              <a:ext cx="1065213" cy="5302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vert="horz" wrap="none" lIns="9144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0F6B4FC9-0126-4A61-BFBB-32B98A904941}" type="datetime'''''''Ot''''h''''e''r ''''''''''''''''''''''''''''''Lo''B'''''">
                <a:rPr kumimoji="0" lang="en-GB" altLang="en-US" sz="11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EEC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Other LoB</a:t>
              </a:fld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3" name="Text Placeholder 2">
              <a:extLst>
                <a:ext uri="{FF2B5EF4-FFF2-40B4-BE49-F238E27FC236}">
                  <a16:creationId xmlns:a16="http://schemas.microsoft.com/office/drawing/2014/main" id="{7CABDEC1-9A74-D133-CA5C-4EE4453C3CC7}"/>
                </a:ext>
              </a:extLst>
            </p:cNvPr>
            <p:cNvSpPr>
              <a:spLocks/>
            </p:cNvSpPr>
            <p:nvPr>
              <p:custDataLst>
                <p:tags r:id="rId24"/>
              </p:custDataLst>
            </p:nvPr>
          </p:nvSpPr>
          <p:spPr bwMode="auto">
            <a:xfrm>
              <a:off x="1522413" y="3280813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$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xx.xm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4" name="Text Placeholder 2">
              <a:extLst>
                <a:ext uri="{FF2B5EF4-FFF2-40B4-BE49-F238E27FC236}">
                  <a16:creationId xmlns:a16="http://schemas.microsoft.com/office/drawing/2014/main" id="{4081A8BB-139E-51A3-0527-689C27A78AA7}"/>
                </a:ext>
              </a:extLst>
            </p:cNvPr>
            <p:cNvSpPr>
              <a:spLocks/>
            </p:cNvSpPr>
            <p:nvPr>
              <p:custDataLst>
                <p:tags r:id="rId25"/>
              </p:custDataLst>
            </p:nvPr>
          </p:nvSpPr>
          <p:spPr bwMode="auto">
            <a:xfrm>
              <a:off x="2589213" y="3280813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+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57" name="Text Placeholder 2">
              <a:extLst>
                <a:ext uri="{FF2B5EF4-FFF2-40B4-BE49-F238E27FC236}">
                  <a16:creationId xmlns:a16="http://schemas.microsoft.com/office/drawing/2014/main" id="{D7EE59F6-35D8-9BAC-035B-AE5EEA214E9F}"/>
                </a:ext>
              </a:extLst>
            </p:cNvPr>
            <p:cNvSpPr>
              <a:spLocks/>
            </p:cNvSpPr>
            <p:nvPr>
              <p:custDataLst>
                <p:tags r:id="rId26"/>
              </p:custDataLst>
            </p:nvPr>
          </p:nvSpPr>
          <p:spPr bwMode="auto">
            <a:xfrm>
              <a:off x="3654425" y="3280813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1588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x.xx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58" name="Text Placeholder 2">
              <a:extLst>
                <a:ext uri="{FF2B5EF4-FFF2-40B4-BE49-F238E27FC236}">
                  <a16:creationId xmlns:a16="http://schemas.microsoft.com/office/drawing/2014/main" id="{675C37F2-3FA3-A76B-B747-5C2B040D9CE3}"/>
                </a:ext>
              </a:extLst>
            </p:cNvPr>
            <p:cNvSpPr>
              <a:spLocks/>
            </p:cNvSpPr>
            <p:nvPr>
              <p:custDataLst>
                <p:tags r:id="rId27"/>
              </p:custDataLst>
            </p:nvPr>
          </p:nvSpPr>
          <p:spPr bwMode="auto">
            <a:xfrm>
              <a:off x="4719638" y="3280813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8913" rIns="0" bIns="19050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</a:t>
              </a:r>
            </a:p>
          </p:txBody>
        </p:sp>
        <p:sp>
          <p:nvSpPr>
            <p:cNvPr id="60" name="Text Placeholder 2">
              <a:extLst>
                <a:ext uri="{FF2B5EF4-FFF2-40B4-BE49-F238E27FC236}">
                  <a16:creationId xmlns:a16="http://schemas.microsoft.com/office/drawing/2014/main" id="{78C538B0-D7A9-0B2C-402E-17FD3BE3BB0D}"/>
                </a:ext>
              </a:extLst>
            </p:cNvPr>
            <p:cNvSpPr>
              <a:spLocks/>
            </p:cNvSpPr>
            <p:nvPr>
              <p:custDataLst>
                <p:tags r:id="rId28"/>
              </p:custDataLst>
            </p:nvPr>
          </p:nvSpPr>
          <p:spPr bwMode="auto">
            <a:xfrm>
              <a:off x="5786438" y="3280813"/>
              <a:ext cx="1050925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02F02283-F933-48A2-BF95-FD42D28A4872}" type="datetime'''''''''''''''+4''''1''↑'''''''''''''''''''''">
                <a:rPr kumimoji="0" lang="en-GB" alt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+41↑</a:t>
              </a:fld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Text Placeholder 2">
              <a:extLst>
                <a:ext uri="{FF2B5EF4-FFF2-40B4-BE49-F238E27FC236}">
                  <a16:creationId xmlns:a16="http://schemas.microsoft.com/office/drawing/2014/main" id="{4FF0C54B-1ABB-CE36-BEE3-9D3160A12285}"/>
                </a:ext>
              </a:extLst>
            </p:cNvPr>
            <p:cNvSpPr>
              <a:spLocks/>
            </p:cNvSpPr>
            <p:nvPr>
              <p:custDataLst>
                <p:tags r:id="rId29"/>
              </p:custDataLst>
            </p:nvPr>
          </p:nvSpPr>
          <p:spPr bwMode="auto">
            <a:xfrm>
              <a:off x="457200" y="3811038"/>
              <a:ext cx="1065213" cy="5286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vert="horz" wrap="none" lIns="91440" tIns="180975" rIns="0" bIns="179388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ED8C2A0F-DFAA-4467-B47F-6F55F9056CFC}" type="datetime'''''F''I''''N''''''P''''''''''''''R''''''''''O'''">
                <a:rPr kumimoji="0" lang="en-GB" altLang="en-US" sz="11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EEC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FINPRO</a:t>
              </a:fld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4" name="Text Placeholder 2">
              <a:extLst>
                <a:ext uri="{FF2B5EF4-FFF2-40B4-BE49-F238E27FC236}">
                  <a16:creationId xmlns:a16="http://schemas.microsoft.com/office/drawing/2014/main" id="{F11DBAF1-AC8A-9F86-9B21-C38A9E6E99DB}"/>
                </a:ext>
              </a:extLst>
            </p:cNvPr>
            <p:cNvSpPr>
              <a:spLocks/>
            </p:cNvSpPr>
            <p:nvPr>
              <p:custDataLst>
                <p:tags r:id="rId30"/>
              </p:custDataLst>
            </p:nvPr>
          </p:nvSpPr>
          <p:spPr bwMode="auto">
            <a:xfrm>
              <a:off x="1522413" y="3811038"/>
              <a:ext cx="1066800" cy="528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79388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100" dirty="0">
                  <a:solidFill>
                    <a:srgbClr val="000000"/>
                  </a:solidFill>
                  <a:latin typeface="Arial"/>
                </a:rPr>
                <a:t>$</a:t>
              </a:r>
              <a:r>
                <a:rPr lang="en-GB" sz="1100" dirty="0" err="1">
                  <a:solidFill>
                    <a:srgbClr val="000000"/>
                  </a:solidFill>
                  <a:latin typeface="Arial"/>
                </a:rPr>
                <a:t>xx.xm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7" name="Text Placeholder 2">
              <a:extLst>
                <a:ext uri="{FF2B5EF4-FFF2-40B4-BE49-F238E27FC236}">
                  <a16:creationId xmlns:a16="http://schemas.microsoft.com/office/drawing/2014/main" id="{F1017303-7006-AAAB-9734-F5F76CE503D2}"/>
                </a:ext>
              </a:extLst>
            </p:cNvPr>
            <p:cNvSpPr>
              <a:spLocks/>
            </p:cNvSpPr>
            <p:nvPr>
              <p:custDataLst>
                <p:tags r:id="rId31"/>
              </p:custDataLst>
            </p:nvPr>
          </p:nvSpPr>
          <p:spPr bwMode="auto">
            <a:xfrm>
              <a:off x="2589213" y="3811038"/>
              <a:ext cx="1065213" cy="528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79388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-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68" name="Text Placeholder 2">
              <a:extLst>
                <a:ext uri="{FF2B5EF4-FFF2-40B4-BE49-F238E27FC236}">
                  <a16:creationId xmlns:a16="http://schemas.microsoft.com/office/drawing/2014/main" id="{24F05A0C-D26D-87F7-0D89-E3030CB0506B}"/>
                </a:ext>
              </a:extLst>
            </p:cNvPr>
            <p:cNvSpPr>
              <a:spLocks/>
            </p:cNvSpPr>
            <p:nvPr>
              <p:custDataLst>
                <p:tags r:id="rId32"/>
              </p:custDataLst>
            </p:nvPr>
          </p:nvSpPr>
          <p:spPr bwMode="auto">
            <a:xfrm>
              <a:off x="3654425" y="3811038"/>
              <a:ext cx="1065213" cy="528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1588" tIns="180975" rIns="0" bIns="179388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x.xx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69" name="Text Placeholder 2">
              <a:extLst>
                <a:ext uri="{FF2B5EF4-FFF2-40B4-BE49-F238E27FC236}">
                  <a16:creationId xmlns:a16="http://schemas.microsoft.com/office/drawing/2014/main" id="{D465E0AB-F645-B593-848D-A59086514CAA}"/>
                </a:ext>
              </a:extLst>
            </p:cNvPr>
            <p:cNvSpPr>
              <a:spLocks/>
            </p:cNvSpPr>
            <p:nvPr>
              <p:custDataLst>
                <p:tags r:id="rId33"/>
              </p:custDataLst>
            </p:nvPr>
          </p:nvSpPr>
          <p:spPr bwMode="auto">
            <a:xfrm>
              <a:off x="4719638" y="3811038"/>
              <a:ext cx="1066800" cy="528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8913" rIns="0" bIns="188913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100" dirty="0">
                  <a:solidFill>
                    <a:srgbClr val="000000"/>
                  </a:solidFill>
                  <a:latin typeface="Arial"/>
                </a:rPr>
                <a:t>xx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2" name="Text Placeholder 2">
              <a:extLst>
                <a:ext uri="{FF2B5EF4-FFF2-40B4-BE49-F238E27FC236}">
                  <a16:creationId xmlns:a16="http://schemas.microsoft.com/office/drawing/2014/main" id="{A4CAEFB5-9494-75D0-6410-45B50C83EBE6}"/>
                </a:ext>
              </a:extLst>
            </p:cNvPr>
            <p:cNvSpPr>
              <a:spLocks/>
            </p:cNvSpPr>
            <p:nvPr>
              <p:custDataLst>
                <p:tags r:id="rId34"/>
              </p:custDataLst>
            </p:nvPr>
          </p:nvSpPr>
          <p:spPr bwMode="auto">
            <a:xfrm>
              <a:off x="5786438" y="3811038"/>
              <a:ext cx="1050925" cy="528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79388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70C04896-86CA-4210-8B7D-7104666BAD62}" type="datetime'''''+''''''''9''''''''''''''''''''''''↑'''''''''''''">
                <a:rPr kumimoji="0" lang="en-GB" alt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+9↑</a:t>
              </a:fld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3" name="Text Placeholder 2">
              <a:extLst>
                <a:ext uri="{FF2B5EF4-FFF2-40B4-BE49-F238E27FC236}">
                  <a16:creationId xmlns:a16="http://schemas.microsoft.com/office/drawing/2014/main" id="{52ED2DC9-B6A5-BA83-825E-D54F6CF761F0}"/>
                </a:ext>
              </a:extLst>
            </p:cNvPr>
            <p:cNvSpPr>
              <a:spLocks/>
            </p:cNvSpPr>
            <p:nvPr>
              <p:custDataLst>
                <p:tags r:id="rId35"/>
              </p:custDataLst>
            </p:nvPr>
          </p:nvSpPr>
          <p:spPr bwMode="auto">
            <a:xfrm>
              <a:off x="457200" y="4339676"/>
              <a:ext cx="1065213" cy="5302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vert="horz" wrap="none" lIns="9144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D57753EF-A813-4147-9B1E-D42B287CE26E}" type="datetime'M''''''''''''a''''''''''''r''''''''in''''''e'''">
                <a:rPr kumimoji="0" lang="en-GB" altLang="en-US" sz="11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EEC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Marine</a:t>
              </a:fld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Text Placeholder 2">
              <a:extLst>
                <a:ext uri="{FF2B5EF4-FFF2-40B4-BE49-F238E27FC236}">
                  <a16:creationId xmlns:a16="http://schemas.microsoft.com/office/drawing/2014/main" id="{489918E7-5284-EA9E-B4A7-3122531CA20E}"/>
                </a:ext>
              </a:extLst>
            </p:cNvPr>
            <p:cNvSpPr>
              <a:spLocks/>
            </p:cNvSpPr>
            <p:nvPr>
              <p:custDataLst>
                <p:tags r:id="rId36"/>
              </p:custDataLst>
            </p:nvPr>
          </p:nvSpPr>
          <p:spPr bwMode="auto">
            <a:xfrm>
              <a:off x="1522413" y="4339676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$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xx.xm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Text Placeholder 2">
              <a:extLst>
                <a:ext uri="{FF2B5EF4-FFF2-40B4-BE49-F238E27FC236}">
                  <a16:creationId xmlns:a16="http://schemas.microsoft.com/office/drawing/2014/main" id="{2A469E3C-2A6F-7AB4-17B6-80E1EC5BA121}"/>
                </a:ext>
              </a:extLst>
            </p:cNvPr>
            <p:cNvSpPr>
              <a:spLocks/>
            </p:cNvSpPr>
            <p:nvPr>
              <p:custDataLst>
                <p:tags r:id="rId37"/>
              </p:custDataLst>
            </p:nvPr>
          </p:nvSpPr>
          <p:spPr bwMode="auto">
            <a:xfrm>
              <a:off x="2589213" y="4339676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+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79" name="Text Placeholder 2">
              <a:extLst>
                <a:ext uri="{FF2B5EF4-FFF2-40B4-BE49-F238E27FC236}">
                  <a16:creationId xmlns:a16="http://schemas.microsoft.com/office/drawing/2014/main" id="{377FA9BF-0E56-16D1-1215-2CB153B97F07}"/>
                </a:ext>
              </a:extLst>
            </p:cNvPr>
            <p:cNvSpPr>
              <a:spLocks/>
            </p:cNvSpPr>
            <p:nvPr>
              <p:custDataLst>
                <p:tags r:id="rId38"/>
              </p:custDataLst>
            </p:nvPr>
          </p:nvSpPr>
          <p:spPr bwMode="auto">
            <a:xfrm>
              <a:off x="3654425" y="4339676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1588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x.xx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80" name="Text Placeholder 2">
              <a:extLst>
                <a:ext uri="{FF2B5EF4-FFF2-40B4-BE49-F238E27FC236}">
                  <a16:creationId xmlns:a16="http://schemas.microsoft.com/office/drawing/2014/main" id="{28704C57-20E7-CC90-DB2C-0E30B4EF86FF}"/>
                </a:ext>
              </a:extLst>
            </p:cNvPr>
            <p:cNvSpPr>
              <a:spLocks/>
            </p:cNvSpPr>
            <p:nvPr>
              <p:custDataLst>
                <p:tags r:id="rId39"/>
              </p:custDataLst>
            </p:nvPr>
          </p:nvSpPr>
          <p:spPr bwMode="auto">
            <a:xfrm>
              <a:off x="4719638" y="4339676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90500" rIns="0" bIns="188913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</a:t>
              </a:r>
            </a:p>
          </p:txBody>
        </p:sp>
        <p:sp>
          <p:nvSpPr>
            <p:cNvPr id="81" name="Text Placeholder 2">
              <a:extLst>
                <a:ext uri="{FF2B5EF4-FFF2-40B4-BE49-F238E27FC236}">
                  <a16:creationId xmlns:a16="http://schemas.microsoft.com/office/drawing/2014/main" id="{9033D8A0-A5BE-2D28-9FDA-F04585EA8D73}"/>
                </a:ext>
              </a:extLst>
            </p:cNvPr>
            <p:cNvSpPr>
              <a:spLocks/>
            </p:cNvSpPr>
            <p:nvPr>
              <p:custDataLst>
                <p:tags r:id="rId40"/>
              </p:custDataLst>
            </p:nvPr>
          </p:nvSpPr>
          <p:spPr bwMode="auto">
            <a:xfrm>
              <a:off x="5786438" y="4339676"/>
              <a:ext cx="1050925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53AC8170-9190-411F-B8CD-498720042580}" type="datetime'''''+''''''''''''''3''''''''''''4''''''''''↑'">
                <a:rPr kumimoji="0" lang="en-GB" alt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+34↑</a:t>
              </a:fld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Text Placeholder 2">
              <a:extLst>
                <a:ext uri="{FF2B5EF4-FFF2-40B4-BE49-F238E27FC236}">
                  <a16:creationId xmlns:a16="http://schemas.microsoft.com/office/drawing/2014/main" id="{C1E83AA9-3E92-3EC9-9F37-31A2C8788CBA}"/>
                </a:ext>
              </a:extLst>
            </p:cNvPr>
            <p:cNvSpPr>
              <a:spLocks/>
            </p:cNvSpPr>
            <p:nvPr>
              <p:custDataLst>
                <p:tags r:id="rId41"/>
              </p:custDataLst>
            </p:nvPr>
          </p:nvSpPr>
          <p:spPr bwMode="auto">
            <a:xfrm>
              <a:off x="457200" y="4869901"/>
              <a:ext cx="1065213" cy="5302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vert="horz" wrap="none" lIns="9144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55CB9BD4-E972-4C36-8B36-D2C2EA18ABC2}" type="datetime'''C''''''''''''y''''b''''''''''e''''''''''''''''''''''''''''r'">
                <a:rPr kumimoji="0" lang="en-GB" altLang="en-US" sz="11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EEC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Cyber</a:t>
              </a:fld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Text Placeholder 2">
              <a:extLst>
                <a:ext uri="{FF2B5EF4-FFF2-40B4-BE49-F238E27FC236}">
                  <a16:creationId xmlns:a16="http://schemas.microsoft.com/office/drawing/2014/main" id="{D84725AD-DCC7-9AF0-A0EF-119E72D7FC94}"/>
                </a:ext>
              </a:extLst>
            </p:cNvPr>
            <p:cNvSpPr>
              <a:spLocks/>
            </p:cNvSpPr>
            <p:nvPr>
              <p:custDataLst>
                <p:tags r:id="rId42"/>
              </p:custDataLst>
            </p:nvPr>
          </p:nvSpPr>
          <p:spPr bwMode="auto">
            <a:xfrm>
              <a:off x="1522413" y="4869901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$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xx.xm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Text Placeholder 2">
              <a:extLst>
                <a:ext uri="{FF2B5EF4-FFF2-40B4-BE49-F238E27FC236}">
                  <a16:creationId xmlns:a16="http://schemas.microsoft.com/office/drawing/2014/main" id="{14FD5F1A-6DB6-5B49-D058-16235255BA02}"/>
                </a:ext>
              </a:extLst>
            </p:cNvPr>
            <p:cNvSpPr>
              <a:spLocks/>
            </p:cNvSpPr>
            <p:nvPr>
              <p:custDataLst>
                <p:tags r:id="rId43"/>
              </p:custDataLst>
            </p:nvPr>
          </p:nvSpPr>
          <p:spPr bwMode="auto">
            <a:xfrm>
              <a:off x="2589213" y="4869901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-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85" name="Text Placeholder 2">
              <a:extLst>
                <a:ext uri="{FF2B5EF4-FFF2-40B4-BE49-F238E27FC236}">
                  <a16:creationId xmlns:a16="http://schemas.microsoft.com/office/drawing/2014/main" id="{E623C5F3-7A3B-09DD-04E5-2FDF84B33823}"/>
                </a:ext>
              </a:extLst>
            </p:cNvPr>
            <p:cNvSpPr>
              <a:spLocks/>
            </p:cNvSpPr>
            <p:nvPr>
              <p:custDataLst>
                <p:tags r:id="rId44"/>
              </p:custDataLst>
            </p:nvPr>
          </p:nvSpPr>
          <p:spPr bwMode="auto">
            <a:xfrm>
              <a:off x="3654425" y="4869901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1588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x.xx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86" name="Text Placeholder 2">
              <a:extLst>
                <a:ext uri="{FF2B5EF4-FFF2-40B4-BE49-F238E27FC236}">
                  <a16:creationId xmlns:a16="http://schemas.microsoft.com/office/drawing/2014/main" id="{AA4B290F-8A5F-6993-6CA6-CEB97336E2CD}"/>
                </a:ext>
              </a:extLst>
            </p:cNvPr>
            <p:cNvSpPr>
              <a:spLocks/>
            </p:cNvSpPr>
            <p:nvPr>
              <p:custDataLst>
                <p:tags r:id="rId45"/>
              </p:custDataLst>
            </p:nvPr>
          </p:nvSpPr>
          <p:spPr bwMode="auto">
            <a:xfrm>
              <a:off x="4719638" y="4869901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90500" rIns="0" bIns="188913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100" dirty="0">
                  <a:solidFill>
                    <a:srgbClr val="000000"/>
                  </a:solidFill>
                  <a:latin typeface="Arial"/>
                </a:rPr>
                <a:t>xx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Text Placeholder 2">
              <a:extLst>
                <a:ext uri="{FF2B5EF4-FFF2-40B4-BE49-F238E27FC236}">
                  <a16:creationId xmlns:a16="http://schemas.microsoft.com/office/drawing/2014/main" id="{9EC8A4CA-BC52-12A4-74AF-01C032F859B8}"/>
                </a:ext>
              </a:extLst>
            </p:cNvPr>
            <p:cNvSpPr>
              <a:spLocks/>
            </p:cNvSpPr>
            <p:nvPr>
              <p:custDataLst>
                <p:tags r:id="rId46"/>
              </p:custDataLst>
            </p:nvPr>
          </p:nvSpPr>
          <p:spPr bwMode="auto">
            <a:xfrm>
              <a:off x="5786438" y="4869901"/>
              <a:ext cx="1050925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74F8EAC8-68A5-44CA-93DD-5B9783E9DEB3}" type="datetime'''''''+7''''''''''''''''''''↑'''''''''''''''''''''''''">
                <a:rPr kumimoji="0" lang="en-GB" alt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+7↑</a:t>
              </a:fld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Text Placeholder 2">
              <a:extLst>
                <a:ext uri="{FF2B5EF4-FFF2-40B4-BE49-F238E27FC236}">
                  <a16:creationId xmlns:a16="http://schemas.microsoft.com/office/drawing/2014/main" id="{850DE526-78B8-48D0-1965-A70141190BF1}"/>
                </a:ext>
              </a:extLst>
            </p:cNvPr>
            <p:cNvSpPr>
              <a:spLocks/>
            </p:cNvSpPr>
            <p:nvPr>
              <p:custDataLst>
                <p:tags r:id="rId47"/>
              </p:custDataLst>
            </p:nvPr>
          </p:nvSpPr>
          <p:spPr bwMode="auto">
            <a:xfrm>
              <a:off x="457200" y="5400126"/>
              <a:ext cx="1065213" cy="698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vert="horz" wrap="square" lIns="91440" tIns="180975" rIns="19685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172CCC56-EC79-4FC8-98F5-9FEA78A20839}" type="datetime'Ene''''''rg''''''''''''y a''''nd P''o''w''''''''''''''''e''r'">
                <a:rPr kumimoji="0" lang="en-GB" altLang="en-US" sz="11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EEC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Energy and Power</a:t>
              </a:fld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Text Placeholder 2">
              <a:extLst>
                <a:ext uri="{FF2B5EF4-FFF2-40B4-BE49-F238E27FC236}">
                  <a16:creationId xmlns:a16="http://schemas.microsoft.com/office/drawing/2014/main" id="{5218C146-F303-0AB3-040E-CC119D33F197}"/>
                </a:ext>
              </a:extLst>
            </p:cNvPr>
            <p:cNvSpPr>
              <a:spLocks/>
            </p:cNvSpPr>
            <p:nvPr>
              <p:custDataLst>
                <p:tags r:id="rId48"/>
              </p:custDataLst>
            </p:nvPr>
          </p:nvSpPr>
          <p:spPr bwMode="auto">
            <a:xfrm>
              <a:off x="1522413" y="5400126"/>
              <a:ext cx="1066800" cy="698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265113" rIns="0" bIns="265113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$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xx.xm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Text Placeholder 2">
              <a:extLst>
                <a:ext uri="{FF2B5EF4-FFF2-40B4-BE49-F238E27FC236}">
                  <a16:creationId xmlns:a16="http://schemas.microsoft.com/office/drawing/2014/main" id="{4BCE4750-C188-0CB0-E14D-A3984A60A010}"/>
                </a:ext>
              </a:extLst>
            </p:cNvPr>
            <p:cNvSpPr>
              <a:spLocks/>
            </p:cNvSpPr>
            <p:nvPr>
              <p:custDataLst>
                <p:tags r:id="rId49"/>
              </p:custDataLst>
            </p:nvPr>
          </p:nvSpPr>
          <p:spPr bwMode="auto">
            <a:xfrm>
              <a:off x="2589213" y="5400126"/>
              <a:ext cx="1065213" cy="698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265113" rIns="0" bIns="265113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-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91" name="Text Placeholder 2">
              <a:extLst>
                <a:ext uri="{FF2B5EF4-FFF2-40B4-BE49-F238E27FC236}">
                  <a16:creationId xmlns:a16="http://schemas.microsoft.com/office/drawing/2014/main" id="{381ADCA2-B863-D005-9496-C51DDDD84350}"/>
                </a:ext>
              </a:extLst>
            </p:cNvPr>
            <p:cNvSpPr>
              <a:spLocks/>
            </p:cNvSpPr>
            <p:nvPr>
              <p:custDataLst>
                <p:tags r:id="rId50"/>
              </p:custDataLst>
            </p:nvPr>
          </p:nvSpPr>
          <p:spPr bwMode="auto">
            <a:xfrm>
              <a:off x="3654425" y="5400126"/>
              <a:ext cx="1065213" cy="698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1588" tIns="265113" rIns="0" bIns="265113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x.xx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92" name="Text Placeholder 2">
              <a:extLst>
                <a:ext uri="{FF2B5EF4-FFF2-40B4-BE49-F238E27FC236}">
                  <a16:creationId xmlns:a16="http://schemas.microsoft.com/office/drawing/2014/main" id="{FDE67A77-7423-5E03-1E71-F276A1D0F68F}"/>
                </a:ext>
              </a:extLst>
            </p:cNvPr>
            <p:cNvSpPr>
              <a:spLocks/>
            </p:cNvSpPr>
            <p:nvPr>
              <p:custDataLst>
                <p:tags r:id="rId51"/>
              </p:custDataLst>
            </p:nvPr>
          </p:nvSpPr>
          <p:spPr bwMode="auto">
            <a:xfrm>
              <a:off x="4719638" y="5400126"/>
              <a:ext cx="1066800" cy="698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274638" rIns="0" bIns="27305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</a:t>
              </a:r>
            </a:p>
          </p:txBody>
        </p:sp>
        <p:sp>
          <p:nvSpPr>
            <p:cNvPr id="93" name="Text Placeholder 2">
              <a:extLst>
                <a:ext uri="{FF2B5EF4-FFF2-40B4-BE49-F238E27FC236}">
                  <a16:creationId xmlns:a16="http://schemas.microsoft.com/office/drawing/2014/main" id="{94F5943A-D59C-4FB4-E3F4-297B5BEAD3E4}"/>
                </a:ext>
              </a:extLst>
            </p:cNvPr>
            <p:cNvSpPr>
              <a:spLocks/>
            </p:cNvSpPr>
            <p:nvPr>
              <p:custDataLst>
                <p:tags r:id="rId52"/>
              </p:custDataLst>
            </p:nvPr>
          </p:nvSpPr>
          <p:spPr bwMode="auto">
            <a:xfrm>
              <a:off x="5786438" y="5400126"/>
              <a:ext cx="1050925" cy="698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265113" rIns="0" bIns="265113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12E57F07-2A6C-4C5A-82BD-1FA564E3509B}" type="datetime'''''''''''''''''+''''1''''''''3''''''''''''↑'''">
                <a:rPr kumimoji="0" lang="en-GB" alt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+13↑</a:t>
              </a:fld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CAFA80B-43F3-6533-95BC-A53A1AC9B38F}"/>
                </a:ext>
              </a:extLst>
            </p:cNvPr>
            <p:cNvGrpSpPr/>
            <p:nvPr/>
          </p:nvGrpSpPr>
          <p:grpSpPr>
            <a:xfrm>
              <a:off x="457200" y="2826788"/>
              <a:ext cx="8791575" cy="2646680"/>
              <a:chOff x="457200" y="2709948"/>
              <a:chExt cx="8791575" cy="2763520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12061670-95D1-DACE-B4E4-CCA911933FDF}"/>
                  </a:ext>
                </a:extLst>
              </p:cNvPr>
              <p:cNvCxnSpPr/>
              <p:nvPr/>
            </p:nvCxnSpPr>
            <p:spPr>
              <a:xfrm>
                <a:off x="457200" y="2709948"/>
                <a:ext cx="87915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C4A295F5-EDA6-9D72-4D4A-5C9DA42857F0}"/>
                  </a:ext>
                </a:extLst>
              </p:cNvPr>
              <p:cNvCxnSpPr/>
              <p:nvPr/>
            </p:nvCxnSpPr>
            <p:spPr>
              <a:xfrm>
                <a:off x="457200" y="3268748"/>
                <a:ext cx="87915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EB90AEB3-C508-D621-8883-E5287D6B2155}"/>
                  </a:ext>
                </a:extLst>
              </p:cNvPr>
              <p:cNvCxnSpPr/>
              <p:nvPr/>
            </p:nvCxnSpPr>
            <p:spPr>
              <a:xfrm>
                <a:off x="457200" y="3797068"/>
                <a:ext cx="87915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3681AA45-9447-D5BB-3DFA-A0536A7C4C66}"/>
                  </a:ext>
                </a:extLst>
              </p:cNvPr>
              <p:cNvCxnSpPr/>
              <p:nvPr/>
            </p:nvCxnSpPr>
            <p:spPr>
              <a:xfrm>
                <a:off x="457200" y="4355868"/>
                <a:ext cx="87915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DB7BFCA7-997F-6EB1-2269-74CC5E50BA44}"/>
                  </a:ext>
                </a:extLst>
              </p:cNvPr>
              <p:cNvCxnSpPr/>
              <p:nvPr/>
            </p:nvCxnSpPr>
            <p:spPr>
              <a:xfrm>
                <a:off x="457200" y="4904508"/>
                <a:ext cx="87915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4EC5D58-4054-727F-9A0C-DD1DBDE111F4}"/>
                  </a:ext>
                </a:extLst>
              </p:cNvPr>
              <p:cNvCxnSpPr/>
              <p:nvPr/>
            </p:nvCxnSpPr>
            <p:spPr>
              <a:xfrm>
                <a:off x="457200" y="5473468"/>
                <a:ext cx="87915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96F689C-35F7-4F5D-4C15-EEDC607CBA6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7984808" y="6589920"/>
            <a:ext cx="514350" cy="16799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Note: Data source - Marsh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072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1CB01719-2E37-A11B-572F-5EF9832722F6}"/>
              </a:ext>
            </a:extLst>
          </p:cNvPr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84" imgH="384" progId="TCLayout.ActiveDocument.1">
                  <p:embed/>
                </p:oleObj>
              </mc:Choice>
              <mc:Fallback>
                <p:oleObj name="think-cell Slide" r:id="rId7" imgW="384" imgH="384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B01719-2E37-A11B-572F-5EF9832722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rIns="0"/>
          <a:lstStyle/>
          <a:p>
            <a:r>
              <a:rPr lang="en-GB" dirty="0"/>
              <a:t>Carrier</a:t>
            </a:r>
            <a:r>
              <a:rPr lang="en-GB" sz="3200" dirty="0"/>
              <a:t>: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  <p:custDataLst>
              <p:tags r:id="rId5"/>
            </p:custDataLst>
          </p:nvPr>
        </p:nvSpPr>
        <p:spPr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GB"/>
            </a:defPPr>
            <a:lvl1pPr marL="0" algn="r" defTabSz="457200" rtl="0" eaLnBrk="1" latinLnBrk="0" hangingPunct="1">
              <a:defRPr lang="en-GB" sz="8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66040D-6F20-4F4B-8995-856BEECD84BE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5AF692-DF03-5783-3F58-339FD64A0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925971"/>
              </p:ext>
            </p:extLst>
          </p:nvPr>
        </p:nvGraphicFramePr>
        <p:xfrm>
          <a:off x="504064" y="1653878"/>
          <a:ext cx="11223624" cy="4365922"/>
        </p:xfrm>
        <a:graphic>
          <a:graphicData uri="http://schemas.openxmlformats.org/drawingml/2006/table">
            <a:tbl>
              <a:tblPr firstRow="1" bandRow="1"/>
              <a:tblGrid>
                <a:gridCol w="2805906">
                  <a:extLst>
                    <a:ext uri="{9D8B030D-6E8A-4147-A177-3AD203B41FA5}">
                      <a16:colId xmlns:a16="http://schemas.microsoft.com/office/drawing/2014/main" val="4023639648"/>
                    </a:ext>
                  </a:extLst>
                </a:gridCol>
                <a:gridCol w="2805906">
                  <a:extLst>
                    <a:ext uri="{9D8B030D-6E8A-4147-A177-3AD203B41FA5}">
                      <a16:colId xmlns:a16="http://schemas.microsoft.com/office/drawing/2014/main" val="1581289497"/>
                    </a:ext>
                  </a:extLst>
                </a:gridCol>
                <a:gridCol w="2805906">
                  <a:extLst>
                    <a:ext uri="{9D8B030D-6E8A-4147-A177-3AD203B41FA5}">
                      <a16:colId xmlns:a16="http://schemas.microsoft.com/office/drawing/2014/main" val="2428619331"/>
                    </a:ext>
                  </a:extLst>
                </a:gridCol>
                <a:gridCol w="2805906">
                  <a:extLst>
                    <a:ext uri="{9D8B030D-6E8A-4147-A177-3AD203B41FA5}">
                      <a16:colId xmlns:a16="http://schemas.microsoft.com/office/drawing/2014/main" val="4219562303"/>
                    </a:ext>
                  </a:extLst>
                </a:gridCol>
              </a:tblGrid>
              <a:tr h="418762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accent1"/>
                          </a:solidFill>
                          <a:latin typeface="+mj-lt"/>
                        </a:rPr>
                        <a:t>Successes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C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Challenges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C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Opportunities for 2026</a:t>
                      </a:r>
                    </a:p>
                  </a:txBody>
                  <a:tcPr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Key Messages</a:t>
                      </a:r>
                    </a:p>
                  </a:txBody>
                  <a:tcPr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09023"/>
                  </a:ext>
                </a:extLst>
              </a:tr>
              <a:tr h="3947160">
                <a:tc>
                  <a:txBody>
                    <a:bodyPr/>
                    <a:lstStyle/>
                    <a:p>
                      <a:pPr marL="0" indent="0"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n-lt"/>
                        </a:rPr>
                        <a:t>Performance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en-GB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C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latin typeface="+mn-lt"/>
                          <a:ea typeface="Times New Roman" panose="02020603050405020304" pitchFamily="18" charset="0"/>
                          <a:cs typeface="Aptos" panose="020B0004020202020204" pitchFamily="34" charset="0"/>
                        </a:rPr>
                        <a:t>. </a:t>
                      </a:r>
                      <a:endParaRPr lang="fr-FR" sz="1000" kern="0" dirty="0">
                        <a:solidFill>
                          <a:schemeClr val="tx1"/>
                        </a:solidFill>
                        <a:latin typeface="+mn-lt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fr-FR" sz="100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  <a:p>
                      <a:pPr marL="171450" lvl="0" indent="-171450">
                        <a:spcBef>
                          <a:spcPts val="200"/>
                        </a:spcBef>
                        <a:spcAft>
                          <a:spcPts val="1200"/>
                        </a:spcAft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Char char="§"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CD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en-GB" sz="1000" b="0" i="0" u="none" strike="noStrike" kern="1200" cap="none" spc="5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200"/>
                        </a:spcAft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93049"/>
                  </a:ext>
                </a:extLst>
              </a:tr>
            </a:tbl>
          </a:graphicData>
        </a:graphic>
      </p:graphicFrame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8F300537-3DC2-081D-BFCE-D9356679E8B2}"/>
              </a:ext>
            </a:extLst>
          </p:cNvPr>
          <p:cNvSpPr txBox="1">
            <a:spLocks/>
          </p:cNvSpPr>
          <p:nvPr/>
        </p:nvSpPr>
        <p:spPr>
          <a:xfrm>
            <a:off x="11389317" y="6579371"/>
            <a:ext cx="36360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C704E18-2673-4E8C-9F04-16550C66BF79}" type="slidenum">
              <a:rPr kumimoji="0" lang="en-AU" sz="700" b="0" i="0" u="none" strike="noStrike" kern="1200" cap="none" spc="0" normalizeH="0" baseline="0" noProof="0" smtClean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11</a:t>
            </a:fld>
            <a:endParaRPr kumimoji="0" lang="en-AU" sz="700" b="0" i="0" u="none" strike="noStrike" kern="1200" cap="none" spc="0" normalizeH="0" baseline="0" noProof="0" dirty="0">
              <a:ln>
                <a:noFill/>
              </a:ln>
              <a:solidFill>
                <a:srgbClr val="CEEC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41499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F061C-3627-C010-0795-C638A5F31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ED14D1E-6241-1DAE-7ACD-B4C6D13EEDAC}"/>
              </a:ext>
            </a:extLst>
          </p:cNvPr>
          <p:cNvSpPr/>
          <p:nvPr/>
        </p:nvSpPr>
        <p:spPr>
          <a:xfrm>
            <a:off x="2862449" y="1745268"/>
            <a:ext cx="7220454" cy="2658931"/>
          </a:xfrm>
          <a:prstGeom prst="rect">
            <a:avLst/>
          </a:prstGeom>
          <a:pattFill prst="dkUpDiag">
            <a:fgClr>
              <a:srgbClr val="D7D1C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7882FB6-2F64-0F63-D291-F6D790192161}"/>
              </a:ext>
            </a:extLst>
          </p:cNvPr>
          <p:cNvGraphicFramePr>
            <a:graphicFrameLocks/>
          </p:cNvGraphicFramePr>
          <p:nvPr/>
        </p:nvGraphicFramePr>
        <p:xfrm>
          <a:off x="2325741" y="1607820"/>
          <a:ext cx="8057715" cy="4387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B55998B5-1737-7447-2374-A18194A61F99}"/>
              </a:ext>
            </a:extLst>
          </p:cNvPr>
          <p:cNvGrpSpPr/>
          <p:nvPr/>
        </p:nvGrpSpPr>
        <p:grpSpPr>
          <a:xfrm>
            <a:off x="-1" y="-1"/>
            <a:ext cx="12192001" cy="1405052"/>
            <a:chOff x="-1" y="-1"/>
            <a:chExt cx="12192001" cy="140505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33EFDF1-E67F-6729-4B9C-6996EC322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"/>
              <a:ext cx="12192000" cy="140505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0AFEB44-2E8E-53A9-496B-56B7AA193140}"/>
                </a:ext>
              </a:extLst>
            </p:cNvPr>
            <p:cNvSpPr/>
            <p:nvPr/>
          </p:nvSpPr>
          <p:spPr>
            <a:xfrm>
              <a:off x="-1" y="-1"/>
              <a:ext cx="12191999" cy="1405051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23A99D2E-3324-FB94-9F69-13D31A01448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384" imgH="384" progId="TCLayout.ActiveDocument.1">
                  <p:embed/>
                </p:oleObj>
              </mc:Choice>
              <mc:Fallback>
                <p:oleObj name="think-cell Slide" r:id="rId17" imgW="384" imgH="384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A99D2E-3324-FB94-9F69-13D31A0144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B4791-EBD2-E700-7B7E-2E529E59D3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>
                <a:solidFill>
                  <a:schemeClr val="bg2"/>
                </a:solidFill>
              </a:rPr>
              <a:t>Country (1)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CD2BA0-CA55-8783-EE2D-522E69415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 dirty="0">
                <a:solidFill>
                  <a:schemeClr val="bg2"/>
                </a:solidFill>
              </a:rPr>
              <a:t>Carrier vs Marsh growth rates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45BFB-50D5-B23B-E571-5A2C8749D54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23384-2074-4C75-9031-ACAC8BCA8354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Freeform 5" descr="Bar chart with plus symbol.">
            <a:extLst>
              <a:ext uri="{FF2B5EF4-FFF2-40B4-BE49-F238E27FC236}">
                <a16:creationId xmlns:a16="http://schemas.microsoft.com/office/drawing/2014/main" id="{36F2E19E-9C5C-E3D9-3DF0-F54349CDBDA8}"/>
              </a:ext>
            </a:extLst>
          </p:cNvPr>
          <p:cNvSpPr>
            <a:spLocks noEditPoints="1"/>
          </p:cNvSpPr>
          <p:nvPr>
            <p:custDataLst>
              <p:custData r:id="rId2"/>
            </p:custDataLst>
          </p:nvPr>
        </p:nvSpPr>
        <p:spPr bwMode="auto">
          <a:xfrm>
            <a:off x="11054080" y="298665"/>
            <a:ext cx="795020" cy="795020"/>
          </a:xfrm>
          <a:custGeom>
            <a:avLst/>
            <a:gdLst>
              <a:gd name="T0" fmla="*/ 96 w 926"/>
              <a:gd name="T1" fmla="*/ 926 h 926"/>
              <a:gd name="T2" fmla="*/ 28 w 926"/>
              <a:gd name="T3" fmla="*/ 898 h 926"/>
              <a:gd name="T4" fmla="*/ 0 w 926"/>
              <a:gd name="T5" fmla="*/ 830 h 926"/>
              <a:gd name="T6" fmla="*/ 0 w 926"/>
              <a:gd name="T7" fmla="*/ 122 h 926"/>
              <a:gd name="T8" fmla="*/ 28 w 926"/>
              <a:gd name="T9" fmla="*/ 54 h 926"/>
              <a:gd name="T10" fmla="*/ 96 w 926"/>
              <a:gd name="T11" fmla="*/ 26 h 926"/>
              <a:gd name="T12" fmla="*/ 580 w 926"/>
              <a:gd name="T13" fmla="*/ 26 h 926"/>
              <a:gd name="T14" fmla="*/ 580 w 926"/>
              <a:gd name="T15" fmla="*/ 106 h 926"/>
              <a:gd name="T16" fmla="*/ 96 w 926"/>
              <a:gd name="T17" fmla="*/ 106 h 926"/>
              <a:gd name="T18" fmla="*/ 84 w 926"/>
              <a:gd name="T19" fmla="*/ 110 h 926"/>
              <a:gd name="T20" fmla="*/ 79 w 926"/>
              <a:gd name="T21" fmla="*/ 122 h 926"/>
              <a:gd name="T22" fmla="*/ 79 w 926"/>
              <a:gd name="T23" fmla="*/ 830 h 926"/>
              <a:gd name="T24" fmla="*/ 84 w 926"/>
              <a:gd name="T25" fmla="*/ 842 h 926"/>
              <a:gd name="T26" fmla="*/ 96 w 926"/>
              <a:gd name="T27" fmla="*/ 847 h 926"/>
              <a:gd name="T28" fmla="*/ 804 w 926"/>
              <a:gd name="T29" fmla="*/ 847 h 926"/>
              <a:gd name="T30" fmla="*/ 816 w 926"/>
              <a:gd name="T31" fmla="*/ 842 h 926"/>
              <a:gd name="T32" fmla="*/ 820 w 926"/>
              <a:gd name="T33" fmla="*/ 830 h 926"/>
              <a:gd name="T34" fmla="*/ 820 w 926"/>
              <a:gd name="T35" fmla="*/ 346 h 926"/>
              <a:gd name="T36" fmla="*/ 900 w 926"/>
              <a:gd name="T37" fmla="*/ 346 h 926"/>
              <a:gd name="T38" fmla="*/ 900 w 926"/>
              <a:gd name="T39" fmla="*/ 830 h 926"/>
              <a:gd name="T40" fmla="*/ 872 w 926"/>
              <a:gd name="T41" fmla="*/ 898 h 926"/>
              <a:gd name="T42" fmla="*/ 804 w 926"/>
              <a:gd name="T43" fmla="*/ 926 h 926"/>
              <a:gd name="T44" fmla="*/ 96 w 926"/>
              <a:gd name="T45" fmla="*/ 926 h 926"/>
              <a:gd name="T46" fmla="*/ 205 w 926"/>
              <a:gd name="T47" fmla="*/ 728 h 926"/>
              <a:gd name="T48" fmla="*/ 284 w 926"/>
              <a:gd name="T49" fmla="*/ 728 h 926"/>
              <a:gd name="T50" fmla="*/ 284 w 926"/>
              <a:gd name="T51" fmla="*/ 384 h 926"/>
              <a:gd name="T52" fmla="*/ 205 w 926"/>
              <a:gd name="T53" fmla="*/ 384 h 926"/>
              <a:gd name="T54" fmla="*/ 205 w 926"/>
              <a:gd name="T55" fmla="*/ 728 h 926"/>
              <a:gd name="T56" fmla="*/ 410 w 926"/>
              <a:gd name="T57" fmla="*/ 728 h 926"/>
              <a:gd name="T58" fmla="*/ 489 w 926"/>
              <a:gd name="T59" fmla="*/ 728 h 926"/>
              <a:gd name="T60" fmla="*/ 489 w 926"/>
              <a:gd name="T61" fmla="*/ 225 h 926"/>
              <a:gd name="T62" fmla="*/ 410 w 926"/>
              <a:gd name="T63" fmla="*/ 225 h 926"/>
              <a:gd name="T64" fmla="*/ 410 w 926"/>
              <a:gd name="T65" fmla="*/ 728 h 926"/>
              <a:gd name="T66" fmla="*/ 616 w 926"/>
              <a:gd name="T67" fmla="*/ 728 h 926"/>
              <a:gd name="T68" fmla="*/ 695 w 926"/>
              <a:gd name="T69" fmla="*/ 728 h 926"/>
              <a:gd name="T70" fmla="*/ 695 w 926"/>
              <a:gd name="T71" fmla="*/ 542 h 926"/>
              <a:gd name="T72" fmla="*/ 616 w 926"/>
              <a:gd name="T73" fmla="*/ 542 h 926"/>
              <a:gd name="T74" fmla="*/ 616 w 926"/>
              <a:gd name="T75" fmla="*/ 728 h 926"/>
              <a:gd name="T76" fmla="*/ 741 w 926"/>
              <a:gd name="T77" fmla="*/ 291 h 926"/>
              <a:gd name="T78" fmla="*/ 741 w 926"/>
              <a:gd name="T79" fmla="*/ 185 h 926"/>
              <a:gd name="T80" fmla="*/ 635 w 926"/>
              <a:gd name="T81" fmla="*/ 185 h 926"/>
              <a:gd name="T82" fmla="*/ 635 w 926"/>
              <a:gd name="T83" fmla="*/ 106 h 926"/>
              <a:gd name="T84" fmla="*/ 741 w 926"/>
              <a:gd name="T85" fmla="*/ 106 h 926"/>
              <a:gd name="T86" fmla="*/ 741 w 926"/>
              <a:gd name="T87" fmla="*/ 0 h 926"/>
              <a:gd name="T88" fmla="*/ 820 w 926"/>
              <a:gd name="T89" fmla="*/ 0 h 926"/>
              <a:gd name="T90" fmla="*/ 820 w 926"/>
              <a:gd name="T91" fmla="*/ 106 h 926"/>
              <a:gd name="T92" fmla="*/ 926 w 926"/>
              <a:gd name="T93" fmla="*/ 106 h 926"/>
              <a:gd name="T94" fmla="*/ 926 w 926"/>
              <a:gd name="T95" fmla="*/ 185 h 926"/>
              <a:gd name="T96" fmla="*/ 820 w 926"/>
              <a:gd name="T97" fmla="*/ 185 h 926"/>
              <a:gd name="T98" fmla="*/ 820 w 926"/>
              <a:gd name="T99" fmla="*/ 291 h 926"/>
              <a:gd name="T100" fmla="*/ 741 w 926"/>
              <a:gd name="T101" fmla="*/ 291 h 926"/>
              <a:gd name="T102" fmla="*/ 450 w 926"/>
              <a:gd name="T103" fmla="*/ 476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26" h="926">
                <a:moveTo>
                  <a:pt x="96" y="926"/>
                </a:moveTo>
                <a:cubicBezTo>
                  <a:pt x="69" y="926"/>
                  <a:pt x="46" y="917"/>
                  <a:pt x="28" y="898"/>
                </a:cubicBezTo>
                <a:cubicBezTo>
                  <a:pt x="9" y="880"/>
                  <a:pt x="0" y="857"/>
                  <a:pt x="0" y="830"/>
                </a:cubicBezTo>
                <a:lnTo>
                  <a:pt x="0" y="122"/>
                </a:lnTo>
                <a:cubicBezTo>
                  <a:pt x="0" y="95"/>
                  <a:pt x="9" y="73"/>
                  <a:pt x="28" y="54"/>
                </a:cubicBezTo>
                <a:cubicBezTo>
                  <a:pt x="46" y="36"/>
                  <a:pt x="69" y="26"/>
                  <a:pt x="96" y="26"/>
                </a:cubicBezTo>
                <a:lnTo>
                  <a:pt x="580" y="26"/>
                </a:lnTo>
                <a:lnTo>
                  <a:pt x="580" y="106"/>
                </a:lnTo>
                <a:lnTo>
                  <a:pt x="96" y="106"/>
                </a:lnTo>
                <a:cubicBezTo>
                  <a:pt x="91" y="106"/>
                  <a:pt x="87" y="107"/>
                  <a:pt x="84" y="110"/>
                </a:cubicBezTo>
                <a:cubicBezTo>
                  <a:pt x="81" y="113"/>
                  <a:pt x="79" y="117"/>
                  <a:pt x="79" y="122"/>
                </a:cubicBezTo>
                <a:lnTo>
                  <a:pt x="79" y="830"/>
                </a:lnTo>
                <a:cubicBezTo>
                  <a:pt x="79" y="835"/>
                  <a:pt x="81" y="839"/>
                  <a:pt x="84" y="842"/>
                </a:cubicBezTo>
                <a:cubicBezTo>
                  <a:pt x="87" y="845"/>
                  <a:pt x="91" y="847"/>
                  <a:pt x="96" y="847"/>
                </a:cubicBezTo>
                <a:lnTo>
                  <a:pt x="804" y="847"/>
                </a:lnTo>
                <a:cubicBezTo>
                  <a:pt x="809" y="847"/>
                  <a:pt x="813" y="845"/>
                  <a:pt x="816" y="842"/>
                </a:cubicBezTo>
                <a:cubicBezTo>
                  <a:pt x="819" y="839"/>
                  <a:pt x="820" y="835"/>
                  <a:pt x="820" y="830"/>
                </a:cubicBezTo>
                <a:lnTo>
                  <a:pt x="820" y="346"/>
                </a:lnTo>
                <a:lnTo>
                  <a:pt x="900" y="346"/>
                </a:lnTo>
                <a:lnTo>
                  <a:pt x="900" y="830"/>
                </a:lnTo>
                <a:cubicBezTo>
                  <a:pt x="900" y="857"/>
                  <a:pt x="890" y="880"/>
                  <a:pt x="872" y="898"/>
                </a:cubicBezTo>
                <a:cubicBezTo>
                  <a:pt x="853" y="917"/>
                  <a:pt x="831" y="926"/>
                  <a:pt x="804" y="926"/>
                </a:cubicBezTo>
                <a:lnTo>
                  <a:pt x="96" y="926"/>
                </a:lnTo>
                <a:close/>
                <a:moveTo>
                  <a:pt x="205" y="728"/>
                </a:moveTo>
                <a:lnTo>
                  <a:pt x="284" y="728"/>
                </a:lnTo>
                <a:lnTo>
                  <a:pt x="284" y="384"/>
                </a:lnTo>
                <a:lnTo>
                  <a:pt x="205" y="384"/>
                </a:lnTo>
                <a:lnTo>
                  <a:pt x="205" y="728"/>
                </a:lnTo>
                <a:close/>
                <a:moveTo>
                  <a:pt x="410" y="728"/>
                </a:moveTo>
                <a:lnTo>
                  <a:pt x="489" y="728"/>
                </a:lnTo>
                <a:lnTo>
                  <a:pt x="489" y="225"/>
                </a:lnTo>
                <a:lnTo>
                  <a:pt x="410" y="225"/>
                </a:lnTo>
                <a:lnTo>
                  <a:pt x="410" y="728"/>
                </a:lnTo>
                <a:close/>
                <a:moveTo>
                  <a:pt x="616" y="728"/>
                </a:moveTo>
                <a:lnTo>
                  <a:pt x="695" y="728"/>
                </a:lnTo>
                <a:lnTo>
                  <a:pt x="695" y="542"/>
                </a:lnTo>
                <a:lnTo>
                  <a:pt x="616" y="542"/>
                </a:lnTo>
                <a:lnTo>
                  <a:pt x="616" y="728"/>
                </a:lnTo>
                <a:close/>
                <a:moveTo>
                  <a:pt x="741" y="291"/>
                </a:moveTo>
                <a:lnTo>
                  <a:pt x="741" y="185"/>
                </a:lnTo>
                <a:lnTo>
                  <a:pt x="635" y="185"/>
                </a:lnTo>
                <a:lnTo>
                  <a:pt x="635" y="106"/>
                </a:lnTo>
                <a:lnTo>
                  <a:pt x="741" y="106"/>
                </a:lnTo>
                <a:lnTo>
                  <a:pt x="741" y="0"/>
                </a:lnTo>
                <a:lnTo>
                  <a:pt x="820" y="0"/>
                </a:lnTo>
                <a:lnTo>
                  <a:pt x="820" y="106"/>
                </a:lnTo>
                <a:lnTo>
                  <a:pt x="926" y="106"/>
                </a:lnTo>
                <a:lnTo>
                  <a:pt x="926" y="185"/>
                </a:lnTo>
                <a:lnTo>
                  <a:pt x="820" y="185"/>
                </a:lnTo>
                <a:lnTo>
                  <a:pt x="820" y="291"/>
                </a:lnTo>
                <a:lnTo>
                  <a:pt x="741" y="291"/>
                </a:lnTo>
                <a:close/>
                <a:moveTo>
                  <a:pt x="450" y="476"/>
                </a:moveTo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3" name="Speech Bubble: Rectangle 702">
            <a:extLst>
              <a:ext uri="{FF2B5EF4-FFF2-40B4-BE49-F238E27FC236}">
                <a16:creationId xmlns:a16="http://schemas.microsoft.com/office/drawing/2014/main" id="{F1382E4D-5639-EC02-8639-E7A702F3C8EC}"/>
              </a:ext>
            </a:extLst>
          </p:cNvPr>
          <p:cNvSpPr/>
          <p:nvPr/>
        </p:nvSpPr>
        <p:spPr>
          <a:xfrm>
            <a:off x="7124042" y="4482765"/>
            <a:ext cx="1463673" cy="924851"/>
          </a:xfrm>
          <a:prstGeom prst="wedgeRectCallout">
            <a:avLst>
              <a:gd name="adj1" fmla="val -83942"/>
              <a:gd name="adj2" fmla="val -7215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 anything above this line, </a:t>
            </a:r>
            <a:r>
              <a:rPr lang="en-GB" sz="1000" i="1" dirty="0">
                <a:solidFill>
                  <a:srgbClr val="CEECFF"/>
                </a:solidFill>
                <a:latin typeface="Arial"/>
              </a:rPr>
              <a:t>Carrier</a:t>
            </a:r>
            <a:r>
              <a: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is growing faster (or declining slower) than Marsh</a:t>
            </a:r>
          </a:p>
        </p:txBody>
      </p:sp>
      <p:sp>
        <p:nvSpPr>
          <p:cNvPr id="534" name="Text Placeholder 2">
            <a:extLst>
              <a:ext uri="{FF2B5EF4-FFF2-40B4-BE49-F238E27FC236}">
                <a16:creationId xmlns:a16="http://schemas.microsoft.com/office/drawing/2014/main" id="{4F1F1597-AD26-A3F7-47F8-35CA507CECC2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6002173" y="2113555"/>
            <a:ext cx="609600" cy="16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17D4285-585E-42F3-9E2E-CE47979EABD1}" type="datetime'O''''''''''''''''''''''t''''''he''r'''' ''''''''L''o''''B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Other LoB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2" name="Text Placeholder 2">
            <a:extLst>
              <a:ext uri="{FF2B5EF4-FFF2-40B4-BE49-F238E27FC236}">
                <a16:creationId xmlns:a16="http://schemas.microsoft.com/office/drawing/2014/main" id="{8A9C28C3-B767-7FF7-477A-C55EDB24380B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6097423" y="3954371"/>
            <a:ext cx="514350" cy="16799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2FBF270-7B2F-4238-A641-121F7AFFB05D}" type="datetime'''''''''F''''''I''''''''''''''''''''N''''P''''R''''''''O''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FINPRO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3" name="Text Placeholder 2">
            <a:extLst>
              <a:ext uri="{FF2B5EF4-FFF2-40B4-BE49-F238E27FC236}">
                <a16:creationId xmlns:a16="http://schemas.microsoft.com/office/drawing/2014/main" id="{C069624C-69CF-1506-68CF-BD148BCF829A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6190700" y="3324777"/>
            <a:ext cx="422275" cy="16799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F9EDEAE-1038-4499-9084-1C6FB006D54A}" type="datetime'M''ar''i''''''''n''''''''e''''''''''''''''''''''''''''''''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Marine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1" name="Text Placeholder 2">
            <a:extLst>
              <a:ext uri="{FF2B5EF4-FFF2-40B4-BE49-F238E27FC236}">
                <a16:creationId xmlns:a16="http://schemas.microsoft.com/office/drawing/2014/main" id="{FBE83C44-3F56-4AC8-62F8-E79EA433BA98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3830087" y="4705573"/>
            <a:ext cx="1073150" cy="16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49FF229-E0EC-42A6-AC16-D62F280C1E18}" type="datetime'''''''''Ene''''''r''g''y ''a''n''''d ''''''''P''''ower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Energy and Power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9" name="Text Placeholder 2">
            <a:extLst>
              <a:ext uri="{FF2B5EF4-FFF2-40B4-BE49-F238E27FC236}">
                <a16:creationId xmlns:a16="http://schemas.microsoft.com/office/drawing/2014/main" id="{860DA5FF-4AC4-85B2-2019-AC6FE179E003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7458318" y="2701879"/>
            <a:ext cx="527050" cy="16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FE5EF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57AD0FC-A7A5-4858-A135-6123C87CE7BC}" type="datetime'C''''''a''s''''''''''''u''''a''''''''''''''l''''''''''ty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Casualty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6" name="Text Placeholder 2">
            <a:extLst>
              <a:ext uri="{FF2B5EF4-FFF2-40B4-BE49-F238E27FC236}">
                <a16:creationId xmlns:a16="http://schemas.microsoft.com/office/drawing/2014/main" id="{DE1D0CF0-E334-FC4C-51B2-66FB84AA9D77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5631453" y="5107918"/>
            <a:ext cx="512763" cy="16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A281E20-3B80-496B-B791-9771D8B96DEA}" type="datetime'''''''''''''''P''''''''''r''''''''o''p''''e''''''''r''t''''y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Property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0" name="Text Placeholder 2">
            <a:extLst>
              <a:ext uri="{FF2B5EF4-FFF2-40B4-BE49-F238E27FC236}">
                <a16:creationId xmlns:a16="http://schemas.microsoft.com/office/drawing/2014/main" id="{D557CAD5-767F-61F5-9A4F-37F109B0CC4F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8569570" y="4110507"/>
            <a:ext cx="373063" cy="16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FE5EF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F44EBA0-D172-40EF-AF54-E6E48DEB2839}" type="datetime'''''''''''''''''''C''y''''be''''''''''''''''''r''''''''''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Cyber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4" name="Rectangle 703">
            <a:extLst>
              <a:ext uri="{FF2B5EF4-FFF2-40B4-BE49-F238E27FC236}">
                <a16:creationId xmlns:a16="http://schemas.microsoft.com/office/drawing/2014/main" id="{901878D1-D1F7-0755-F2CC-6F4DBBB4523E}"/>
              </a:ext>
            </a:extLst>
          </p:cNvPr>
          <p:cNvSpPr/>
          <p:nvPr/>
        </p:nvSpPr>
        <p:spPr>
          <a:xfrm>
            <a:off x="3098668" y="1869750"/>
            <a:ext cx="1224021" cy="7784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1" dirty="0">
                <a:solidFill>
                  <a:srgbClr val="000000"/>
                </a:solidFill>
                <a:latin typeface="Arial"/>
              </a:rPr>
              <a:t>Carrier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growing, Marsh shrinking</a:t>
            </a: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794F7170-B30C-5170-A3A2-0FDA025B20CA}"/>
              </a:ext>
            </a:extLst>
          </p:cNvPr>
          <p:cNvSpPr/>
          <p:nvPr/>
        </p:nvSpPr>
        <p:spPr>
          <a:xfrm>
            <a:off x="8788010" y="1815289"/>
            <a:ext cx="1107181" cy="4357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1" dirty="0">
                <a:solidFill>
                  <a:srgbClr val="000000"/>
                </a:solidFill>
                <a:latin typeface="Arial"/>
              </a:rPr>
              <a:t>Carrier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and Marsh growing</a:t>
            </a:r>
          </a:p>
        </p:txBody>
      </p:sp>
      <p:sp>
        <p:nvSpPr>
          <p:cNvPr id="706" name="Rectangle 705">
            <a:extLst>
              <a:ext uri="{FF2B5EF4-FFF2-40B4-BE49-F238E27FC236}">
                <a16:creationId xmlns:a16="http://schemas.microsoft.com/office/drawing/2014/main" id="{1840BA21-ED3A-FC0B-0ADD-E6BF05A8C086}"/>
              </a:ext>
            </a:extLst>
          </p:cNvPr>
          <p:cNvSpPr/>
          <p:nvPr/>
        </p:nvSpPr>
        <p:spPr>
          <a:xfrm>
            <a:off x="2953758" y="5285389"/>
            <a:ext cx="1224021" cy="4339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1" dirty="0">
                <a:solidFill>
                  <a:srgbClr val="000000"/>
                </a:solidFill>
                <a:latin typeface="Arial"/>
              </a:rPr>
              <a:t>Carrier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and Marsh shrinking</a:t>
            </a:r>
          </a:p>
        </p:txBody>
      </p:sp>
      <p:sp>
        <p:nvSpPr>
          <p:cNvPr id="707" name="Rectangle 706">
            <a:extLst>
              <a:ext uri="{FF2B5EF4-FFF2-40B4-BE49-F238E27FC236}">
                <a16:creationId xmlns:a16="http://schemas.microsoft.com/office/drawing/2014/main" id="{027A6938-03A7-BDA5-E21C-E0049611A62C}"/>
              </a:ext>
            </a:extLst>
          </p:cNvPr>
          <p:cNvSpPr/>
          <p:nvPr/>
        </p:nvSpPr>
        <p:spPr>
          <a:xfrm>
            <a:off x="8156433" y="5250180"/>
            <a:ext cx="1738758" cy="218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1" dirty="0">
                <a:solidFill>
                  <a:srgbClr val="000000"/>
                </a:solidFill>
                <a:latin typeface="Arial"/>
              </a:rPr>
              <a:t>Carrier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shrinking, </a:t>
            </a:r>
            <a:b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Marsh growing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67C9BE-D575-3F04-B6F4-FD0C4A9A6759}"/>
              </a:ext>
            </a:extLst>
          </p:cNvPr>
          <p:cNvSpPr/>
          <p:nvPr/>
        </p:nvSpPr>
        <p:spPr>
          <a:xfrm>
            <a:off x="2862448" y="1745269"/>
            <a:ext cx="7220454" cy="3974111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3736BAE-A613-ACD9-B318-BB021C68D90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5550144" y="6153429"/>
            <a:ext cx="1703388" cy="16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en-US" sz="1000" b="1" dirty="0">
                <a:solidFill>
                  <a:srgbClr val="000F47"/>
                </a:solidFill>
                <a:latin typeface="Arial"/>
              </a:rPr>
              <a:t>Carrier</a:t>
            </a:r>
            <a:r>
              <a:rPr kumimoji="0" lang="en-GB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YoY GWP change (%)</a:t>
            </a: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5F6402F-3A0C-3F08-55AB-12B26E818A06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838569" y="2873998"/>
            <a:ext cx="152400" cy="1769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b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Marsh YoY GWP change (%)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6E84068-F6CE-A00E-FE8E-F949589CBB6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8113957" y="6190044"/>
            <a:ext cx="514350" cy="16799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Note: Size of bubble reflects size of </a:t>
            </a:r>
            <a:r>
              <a:rPr lang="en-GB" altLang="en-US" sz="800" dirty="0">
                <a:solidFill>
                  <a:srgbClr val="000F47"/>
                </a:solidFill>
                <a:latin typeface="Arial"/>
              </a:rPr>
              <a:t>Carrier</a:t>
            </a:r>
            <a:r>
              <a:rPr kumimoji="0" lang="en-GB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GWP 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696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A89E567D-46CE-0E12-7FAE-C8201F879D3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98945872"/>
                  </p:ext>
                </p:extLst>
              </p:nvPr>
            </p:nvGraphicFramePr>
            <p:xfrm>
              <a:off x="665018" y="1699492"/>
              <a:ext cx="11157527" cy="341745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A89E567D-46CE-0E12-7FAE-C8201F879D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018" y="1699492"/>
                <a:ext cx="11157527" cy="3417454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4E444512-A2C8-C036-24B6-EE52D7A0A873}"/>
              </a:ext>
            </a:extLst>
          </p:cNvPr>
          <p:cNvGrpSpPr/>
          <p:nvPr/>
        </p:nvGrpSpPr>
        <p:grpSpPr>
          <a:xfrm>
            <a:off x="0" y="0"/>
            <a:ext cx="12192001" cy="1405052"/>
            <a:chOff x="-1" y="-1"/>
            <a:chExt cx="12192001" cy="140505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9A52BAD-1D54-E71A-BAE8-4A76129A1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"/>
              <a:ext cx="12192000" cy="140505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8F6DD92-73E7-4FCF-32B8-D82DFB9AE93D}"/>
                </a:ext>
              </a:extLst>
            </p:cNvPr>
            <p:cNvSpPr/>
            <p:nvPr/>
          </p:nvSpPr>
          <p:spPr>
            <a:xfrm>
              <a:off x="-1" y="-1"/>
              <a:ext cx="12191999" cy="1405051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34373B4-BB60-E563-FC1F-6155DE6732B9}"/>
              </a:ext>
            </a:extLst>
          </p:cNvPr>
          <p:cNvSpPr/>
          <p:nvPr/>
        </p:nvSpPr>
        <p:spPr>
          <a:xfrm>
            <a:off x="0" y="5344050"/>
            <a:ext cx="12192000" cy="15139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80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EED8-6077-E1A0-532A-466ABB830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6DBCE46-20FC-C7F8-B5FF-F18E047C98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AF7F5-5DAD-B32C-BCD7-EF1AFF374D4C}"/>
              </a:ext>
            </a:extLst>
          </p:cNvPr>
          <p:cNvSpPr txBox="1">
            <a:spLocks/>
          </p:cNvSpPr>
          <p:nvPr/>
        </p:nvSpPr>
        <p:spPr>
          <a:xfrm>
            <a:off x="489601" y="321336"/>
            <a:ext cx="7428850" cy="7255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400" b="0" i="0" kern="1200">
                <a:solidFill>
                  <a:schemeClr val="dk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CEECFF"/>
                </a:solidFill>
                <a:latin typeface="Georgia Pro Light"/>
              </a:rPr>
              <a:t>Country (2)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srgbClr val="CEECFF"/>
              </a:solidFill>
              <a:effectLst/>
              <a:uLnTx/>
              <a:uFillTx/>
              <a:latin typeface="Georgia Pro Light"/>
              <a:ea typeface="+mj-ea"/>
              <a:cs typeface="+mj-cs"/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2D7DE22-ECC4-C42A-E786-565BB235CF70}"/>
              </a:ext>
            </a:extLst>
          </p:cNvPr>
          <p:cNvSpPr txBox="1">
            <a:spLocks/>
          </p:cNvSpPr>
          <p:nvPr/>
        </p:nvSpPr>
        <p:spPr>
          <a:xfrm>
            <a:off x="3676407" y="3390501"/>
            <a:ext cx="4190021" cy="4031873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 marL="228600" indent="-228600" algn="r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600" b="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j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5600" b="0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Georgia Pro Light"/>
                <a:ea typeface="+mn-ea"/>
                <a:cs typeface="+mn-cs"/>
              </a:rPr>
              <a:t>03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55CEF8B-F116-6265-D968-20F255D726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0" y="0"/>
            <a:ext cx="4064000" cy="6858000"/>
          </a:xfrm>
          <a:prstGeom prst="rect">
            <a:avLst/>
          </a:prstGeom>
        </p:spPr>
      </p:pic>
    </p:spTree>
    <p:custDataLst>
      <p:custData r:id="rId1"/>
    </p:custDataLst>
    <p:extLst>
      <p:ext uri="{BB962C8B-B14F-4D97-AF65-F5344CB8AC3E}">
        <p14:creationId xmlns:p14="http://schemas.microsoft.com/office/powerpoint/2010/main" val="407455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F05C-5418-B6C7-2CA7-26B23E790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B41C58FC-4E91-AEAC-5B60-5941598F5DD1}"/>
              </a:ext>
            </a:extLst>
          </p:cNvPr>
          <p:cNvGrpSpPr/>
          <p:nvPr/>
        </p:nvGrpSpPr>
        <p:grpSpPr>
          <a:xfrm>
            <a:off x="-1" y="-1"/>
            <a:ext cx="12192001" cy="1405052"/>
            <a:chOff x="-1" y="-1"/>
            <a:chExt cx="12192001" cy="1405052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2C47A4E-5F34-412B-F000-72FB21D9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"/>
              <a:ext cx="12192000" cy="1405050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8E5AF6F-508C-2C39-AB29-890B4EF81046}"/>
                </a:ext>
              </a:extLst>
            </p:cNvPr>
            <p:cNvSpPr/>
            <p:nvPr/>
          </p:nvSpPr>
          <p:spPr>
            <a:xfrm>
              <a:off x="-1" y="-1"/>
              <a:ext cx="12191999" cy="1405051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2F7E01E-05D3-8883-0A64-E934A6E715E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4" imgW="384" imgH="384" progId="TCLayout.ActiveDocument.1">
                  <p:embed/>
                </p:oleObj>
              </mc:Choice>
              <mc:Fallback>
                <p:oleObj name="think-cell Slide" r:id="rId64" imgW="384" imgH="38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2F7E01E-05D3-8883-0A64-E934A6E715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03E84-B974-1473-1F56-AB519C0257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Carrier breakdown – Country (1)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1F4FA9-4B0A-C2CC-8B94-25F45E0C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2"/>
                </a:solidFill>
              </a:rPr>
              <a:t>Carrier breakdown</a:t>
            </a:r>
            <a:r>
              <a:rPr lang="en-GB" sz="1600" dirty="0">
                <a:solidFill>
                  <a:schemeClr val="bg2"/>
                </a:solidFill>
                <a:latin typeface="Arial"/>
              </a:rPr>
              <a:t> </a:t>
            </a:r>
            <a:r>
              <a:rPr lang="en-GB" dirty="0">
                <a:solidFill>
                  <a:schemeClr val="bg2"/>
                </a:solidFill>
              </a:rPr>
              <a:t>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1095C-CBC2-19C0-3099-7DC04A1799D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23384-2074-4C75-9031-ACAC8BCA8354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27ECBA8D-8842-7CB8-208B-E8F162A4C413}"/>
              </a:ext>
            </a:extLst>
          </p:cNvPr>
          <p:cNvSpPr txBox="1">
            <a:spLocks/>
          </p:cNvSpPr>
          <p:nvPr/>
        </p:nvSpPr>
        <p:spPr>
          <a:xfrm>
            <a:off x="11368800" y="6620400"/>
            <a:ext cx="3636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23384-2074-4C75-9031-ACAC8BCA8354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Freeform 5" descr="Clipboard with magnifying glass.">
            <a:extLst>
              <a:ext uri="{FF2B5EF4-FFF2-40B4-BE49-F238E27FC236}">
                <a16:creationId xmlns:a16="http://schemas.microsoft.com/office/drawing/2014/main" id="{2F8A2FF0-5CFE-C8E8-3D59-CDC8C280D906}"/>
              </a:ext>
            </a:extLst>
          </p:cNvPr>
          <p:cNvSpPr>
            <a:spLocks noEditPoints="1"/>
          </p:cNvSpPr>
          <p:nvPr>
            <p:custDataLst>
              <p:custData r:id="rId2"/>
            </p:custDataLst>
          </p:nvPr>
        </p:nvSpPr>
        <p:spPr bwMode="auto">
          <a:xfrm>
            <a:off x="10969782" y="284700"/>
            <a:ext cx="798036" cy="870916"/>
          </a:xfrm>
          <a:custGeom>
            <a:avLst/>
            <a:gdLst>
              <a:gd name="T0" fmla="*/ 755 w 953"/>
              <a:gd name="T1" fmla="*/ 901 h 1042"/>
              <a:gd name="T2" fmla="*/ 637 w 953"/>
              <a:gd name="T3" fmla="*/ 936 h 1042"/>
              <a:gd name="T4" fmla="*/ 427 w 953"/>
              <a:gd name="T5" fmla="*/ 727 h 1042"/>
              <a:gd name="T6" fmla="*/ 637 w 953"/>
              <a:gd name="T7" fmla="*/ 517 h 1042"/>
              <a:gd name="T8" fmla="*/ 847 w 953"/>
              <a:gd name="T9" fmla="*/ 727 h 1042"/>
              <a:gd name="T10" fmla="*/ 811 w 953"/>
              <a:gd name="T11" fmla="*/ 844 h 1042"/>
              <a:gd name="T12" fmla="*/ 897 w 953"/>
              <a:gd name="T13" fmla="*/ 1042 h 1042"/>
              <a:gd name="T14" fmla="*/ 729 w 953"/>
              <a:gd name="T15" fmla="*/ 819 h 1042"/>
              <a:gd name="T16" fmla="*/ 730 w 953"/>
              <a:gd name="T17" fmla="*/ 634 h 1042"/>
              <a:gd name="T18" fmla="*/ 545 w 953"/>
              <a:gd name="T19" fmla="*/ 634 h 1042"/>
              <a:gd name="T20" fmla="*/ 545 w 953"/>
              <a:gd name="T21" fmla="*/ 819 h 1042"/>
              <a:gd name="T22" fmla="*/ 900 w 953"/>
              <a:gd name="T23" fmla="*/ 452 h 1042"/>
              <a:gd name="T24" fmla="*/ 820 w 953"/>
              <a:gd name="T25" fmla="*/ 185 h 1042"/>
              <a:gd name="T26" fmla="*/ 804 w 953"/>
              <a:gd name="T27" fmla="*/ 169 h 1042"/>
              <a:gd name="T28" fmla="*/ 688 w 953"/>
              <a:gd name="T29" fmla="*/ 307 h 1042"/>
              <a:gd name="T30" fmla="*/ 212 w 953"/>
              <a:gd name="T31" fmla="*/ 169 h 1042"/>
              <a:gd name="T32" fmla="*/ 84 w 953"/>
              <a:gd name="T33" fmla="*/ 174 h 1042"/>
              <a:gd name="T34" fmla="*/ 79 w 953"/>
              <a:gd name="T35" fmla="*/ 893 h 1042"/>
              <a:gd name="T36" fmla="*/ 96 w 953"/>
              <a:gd name="T37" fmla="*/ 910 h 1042"/>
              <a:gd name="T38" fmla="*/ 357 w 953"/>
              <a:gd name="T39" fmla="*/ 989 h 1042"/>
              <a:gd name="T40" fmla="*/ 28 w 953"/>
              <a:gd name="T41" fmla="*/ 961 h 1042"/>
              <a:gd name="T42" fmla="*/ 0 w 953"/>
              <a:gd name="T43" fmla="*/ 185 h 1042"/>
              <a:gd name="T44" fmla="*/ 96 w 953"/>
              <a:gd name="T45" fmla="*/ 90 h 1042"/>
              <a:gd name="T46" fmla="*/ 374 w 953"/>
              <a:gd name="T47" fmla="*/ 25 h 1042"/>
              <a:gd name="T48" fmla="*/ 527 w 953"/>
              <a:gd name="T49" fmla="*/ 25 h 1042"/>
              <a:gd name="T50" fmla="*/ 804 w 953"/>
              <a:gd name="T51" fmla="*/ 90 h 1042"/>
              <a:gd name="T52" fmla="*/ 900 w 953"/>
              <a:gd name="T53" fmla="*/ 185 h 1042"/>
              <a:gd name="T54" fmla="*/ 450 w 953"/>
              <a:gd name="T55" fmla="*/ 175 h 1042"/>
              <a:gd name="T56" fmla="*/ 498 w 953"/>
              <a:gd name="T57" fmla="*/ 127 h 1042"/>
              <a:gd name="T58" fmla="*/ 450 w 953"/>
              <a:gd name="T59" fmla="*/ 79 h 1042"/>
              <a:gd name="T60" fmla="*/ 402 w 953"/>
              <a:gd name="T61" fmla="*/ 127 h 1042"/>
              <a:gd name="T62" fmla="*/ 450 w 953"/>
              <a:gd name="T63" fmla="*/ 175 h 10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53" h="1042">
                <a:moveTo>
                  <a:pt x="897" y="1042"/>
                </a:moveTo>
                <a:lnTo>
                  <a:pt x="755" y="901"/>
                </a:lnTo>
                <a:cubicBezTo>
                  <a:pt x="737" y="911"/>
                  <a:pt x="718" y="920"/>
                  <a:pt x="699" y="927"/>
                </a:cubicBezTo>
                <a:cubicBezTo>
                  <a:pt x="679" y="933"/>
                  <a:pt x="658" y="936"/>
                  <a:pt x="637" y="936"/>
                </a:cubicBezTo>
                <a:cubicBezTo>
                  <a:pt x="579" y="936"/>
                  <a:pt x="530" y="916"/>
                  <a:pt x="489" y="875"/>
                </a:cubicBezTo>
                <a:cubicBezTo>
                  <a:pt x="448" y="834"/>
                  <a:pt x="427" y="785"/>
                  <a:pt x="427" y="727"/>
                </a:cubicBezTo>
                <a:cubicBezTo>
                  <a:pt x="427" y="669"/>
                  <a:pt x="448" y="619"/>
                  <a:pt x="489" y="578"/>
                </a:cubicBezTo>
                <a:cubicBezTo>
                  <a:pt x="530" y="537"/>
                  <a:pt x="579" y="517"/>
                  <a:pt x="637" y="517"/>
                </a:cubicBezTo>
                <a:cubicBezTo>
                  <a:pt x="695" y="517"/>
                  <a:pt x="744" y="537"/>
                  <a:pt x="785" y="578"/>
                </a:cubicBezTo>
                <a:cubicBezTo>
                  <a:pt x="826" y="619"/>
                  <a:pt x="847" y="669"/>
                  <a:pt x="847" y="727"/>
                </a:cubicBezTo>
                <a:cubicBezTo>
                  <a:pt x="847" y="748"/>
                  <a:pt x="844" y="768"/>
                  <a:pt x="838" y="788"/>
                </a:cubicBezTo>
                <a:cubicBezTo>
                  <a:pt x="831" y="808"/>
                  <a:pt x="822" y="827"/>
                  <a:pt x="811" y="844"/>
                </a:cubicBezTo>
                <a:lnTo>
                  <a:pt x="953" y="986"/>
                </a:lnTo>
                <a:lnTo>
                  <a:pt x="897" y="1042"/>
                </a:lnTo>
                <a:close/>
                <a:moveTo>
                  <a:pt x="637" y="857"/>
                </a:moveTo>
                <a:cubicBezTo>
                  <a:pt x="673" y="857"/>
                  <a:pt x="704" y="844"/>
                  <a:pt x="729" y="819"/>
                </a:cubicBezTo>
                <a:cubicBezTo>
                  <a:pt x="755" y="794"/>
                  <a:pt x="767" y="763"/>
                  <a:pt x="767" y="727"/>
                </a:cubicBezTo>
                <a:cubicBezTo>
                  <a:pt x="767" y="690"/>
                  <a:pt x="755" y="659"/>
                  <a:pt x="730" y="634"/>
                </a:cubicBezTo>
                <a:cubicBezTo>
                  <a:pt x="704" y="609"/>
                  <a:pt x="674" y="596"/>
                  <a:pt x="637" y="596"/>
                </a:cubicBezTo>
                <a:cubicBezTo>
                  <a:pt x="601" y="596"/>
                  <a:pt x="570" y="609"/>
                  <a:pt x="545" y="634"/>
                </a:cubicBezTo>
                <a:cubicBezTo>
                  <a:pt x="519" y="659"/>
                  <a:pt x="507" y="690"/>
                  <a:pt x="507" y="726"/>
                </a:cubicBezTo>
                <a:cubicBezTo>
                  <a:pt x="507" y="763"/>
                  <a:pt x="519" y="794"/>
                  <a:pt x="545" y="819"/>
                </a:cubicBezTo>
                <a:cubicBezTo>
                  <a:pt x="570" y="844"/>
                  <a:pt x="600" y="857"/>
                  <a:pt x="637" y="857"/>
                </a:cubicBezTo>
                <a:close/>
                <a:moveTo>
                  <a:pt x="900" y="452"/>
                </a:moveTo>
                <a:lnTo>
                  <a:pt x="820" y="452"/>
                </a:lnTo>
                <a:lnTo>
                  <a:pt x="820" y="185"/>
                </a:lnTo>
                <a:cubicBezTo>
                  <a:pt x="820" y="181"/>
                  <a:pt x="819" y="177"/>
                  <a:pt x="815" y="174"/>
                </a:cubicBezTo>
                <a:cubicBezTo>
                  <a:pt x="812" y="171"/>
                  <a:pt x="808" y="169"/>
                  <a:pt x="804" y="169"/>
                </a:cubicBezTo>
                <a:lnTo>
                  <a:pt x="688" y="169"/>
                </a:lnTo>
                <a:lnTo>
                  <a:pt x="688" y="307"/>
                </a:lnTo>
                <a:lnTo>
                  <a:pt x="212" y="307"/>
                </a:lnTo>
                <a:lnTo>
                  <a:pt x="212" y="169"/>
                </a:lnTo>
                <a:lnTo>
                  <a:pt x="96" y="169"/>
                </a:lnTo>
                <a:cubicBezTo>
                  <a:pt x="92" y="169"/>
                  <a:pt x="88" y="171"/>
                  <a:pt x="84" y="174"/>
                </a:cubicBezTo>
                <a:cubicBezTo>
                  <a:pt x="81" y="177"/>
                  <a:pt x="79" y="181"/>
                  <a:pt x="79" y="185"/>
                </a:cubicBezTo>
                <a:lnTo>
                  <a:pt x="79" y="893"/>
                </a:lnTo>
                <a:cubicBezTo>
                  <a:pt x="79" y="898"/>
                  <a:pt x="81" y="901"/>
                  <a:pt x="84" y="905"/>
                </a:cubicBezTo>
                <a:cubicBezTo>
                  <a:pt x="88" y="908"/>
                  <a:pt x="92" y="910"/>
                  <a:pt x="96" y="910"/>
                </a:cubicBezTo>
                <a:lnTo>
                  <a:pt x="357" y="910"/>
                </a:lnTo>
                <a:lnTo>
                  <a:pt x="357" y="989"/>
                </a:lnTo>
                <a:lnTo>
                  <a:pt x="96" y="989"/>
                </a:lnTo>
                <a:cubicBezTo>
                  <a:pt x="69" y="989"/>
                  <a:pt x="47" y="980"/>
                  <a:pt x="28" y="961"/>
                </a:cubicBezTo>
                <a:cubicBezTo>
                  <a:pt x="9" y="942"/>
                  <a:pt x="0" y="920"/>
                  <a:pt x="0" y="893"/>
                </a:cubicBezTo>
                <a:lnTo>
                  <a:pt x="0" y="185"/>
                </a:lnTo>
                <a:cubicBezTo>
                  <a:pt x="0" y="159"/>
                  <a:pt x="9" y="136"/>
                  <a:pt x="28" y="118"/>
                </a:cubicBezTo>
                <a:cubicBezTo>
                  <a:pt x="47" y="99"/>
                  <a:pt x="69" y="90"/>
                  <a:pt x="96" y="90"/>
                </a:cubicBezTo>
                <a:lnTo>
                  <a:pt x="329" y="90"/>
                </a:lnTo>
                <a:cubicBezTo>
                  <a:pt x="336" y="64"/>
                  <a:pt x="351" y="42"/>
                  <a:pt x="374" y="25"/>
                </a:cubicBezTo>
                <a:cubicBezTo>
                  <a:pt x="396" y="8"/>
                  <a:pt x="422" y="0"/>
                  <a:pt x="450" y="0"/>
                </a:cubicBezTo>
                <a:cubicBezTo>
                  <a:pt x="479" y="0"/>
                  <a:pt x="505" y="8"/>
                  <a:pt x="527" y="25"/>
                </a:cubicBezTo>
                <a:cubicBezTo>
                  <a:pt x="549" y="42"/>
                  <a:pt x="564" y="64"/>
                  <a:pt x="572" y="90"/>
                </a:cubicBezTo>
                <a:lnTo>
                  <a:pt x="804" y="90"/>
                </a:lnTo>
                <a:cubicBezTo>
                  <a:pt x="830" y="90"/>
                  <a:pt x="853" y="99"/>
                  <a:pt x="872" y="118"/>
                </a:cubicBezTo>
                <a:cubicBezTo>
                  <a:pt x="890" y="136"/>
                  <a:pt x="900" y="159"/>
                  <a:pt x="900" y="185"/>
                </a:cubicBezTo>
                <a:lnTo>
                  <a:pt x="900" y="452"/>
                </a:lnTo>
                <a:close/>
                <a:moveTo>
                  <a:pt x="450" y="175"/>
                </a:moveTo>
                <a:cubicBezTo>
                  <a:pt x="463" y="175"/>
                  <a:pt x="475" y="170"/>
                  <a:pt x="484" y="161"/>
                </a:cubicBezTo>
                <a:cubicBezTo>
                  <a:pt x="493" y="152"/>
                  <a:pt x="498" y="141"/>
                  <a:pt x="498" y="127"/>
                </a:cubicBezTo>
                <a:cubicBezTo>
                  <a:pt x="498" y="114"/>
                  <a:pt x="493" y="102"/>
                  <a:pt x="484" y="93"/>
                </a:cubicBezTo>
                <a:cubicBezTo>
                  <a:pt x="475" y="84"/>
                  <a:pt x="463" y="79"/>
                  <a:pt x="450" y="79"/>
                </a:cubicBezTo>
                <a:cubicBezTo>
                  <a:pt x="436" y="79"/>
                  <a:pt x="425" y="84"/>
                  <a:pt x="416" y="93"/>
                </a:cubicBezTo>
                <a:cubicBezTo>
                  <a:pt x="407" y="102"/>
                  <a:pt x="402" y="114"/>
                  <a:pt x="402" y="127"/>
                </a:cubicBezTo>
                <a:cubicBezTo>
                  <a:pt x="402" y="141"/>
                  <a:pt x="407" y="152"/>
                  <a:pt x="416" y="161"/>
                </a:cubicBezTo>
                <a:cubicBezTo>
                  <a:pt x="425" y="170"/>
                  <a:pt x="436" y="175"/>
                  <a:pt x="450" y="17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7D5F158-D96D-DE3B-D9D6-8D2AB1857881}"/>
              </a:ext>
            </a:extLst>
          </p:cNvPr>
          <p:cNvGrpSpPr/>
          <p:nvPr/>
        </p:nvGrpSpPr>
        <p:grpSpPr>
          <a:xfrm>
            <a:off x="457200" y="1647274"/>
            <a:ext cx="11275200" cy="4451352"/>
            <a:chOff x="457200" y="1647274"/>
            <a:chExt cx="8856683" cy="445135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27C8CA7-8236-F634-D85F-639ABB218598}"/>
                </a:ext>
              </a:extLst>
            </p:cNvPr>
            <p:cNvSpPr/>
            <p:nvPr/>
          </p:nvSpPr>
          <p:spPr>
            <a:xfrm>
              <a:off x="6837363" y="1647274"/>
              <a:ext cx="2463795" cy="57308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Text Placeholder 2">
              <a:extLst>
                <a:ext uri="{FF2B5EF4-FFF2-40B4-BE49-F238E27FC236}">
                  <a16:creationId xmlns:a16="http://schemas.microsoft.com/office/drawing/2014/main" id="{2A31BF3C-3C3B-EB72-FAFA-103D5018EB4F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7292974" y="1893195"/>
              <a:ext cx="1423988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0" rIns="0" bIns="0" rtlCol="0" anchor="b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Runway to Top 5 Average</a:t>
              </a:r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3E1C408-6C05-D05F-9F62-D757B15D23B2}"/>
                </a:ext>
              </a:extLst>
            </p:cNvPr>
            <p:cNvGrpSpPr/>
            <p:nvPr/>
          </p:nvGrpSpPr>
          <p:grpSpPr>
            <a:xfrm>
              <a:off x="6954527" y="2215877"/>
              <a:ext cx="2359356" cy="3877392"/>
              <a:chOff x="6954527" y="2215877"/>
              <a:chExt cx="2359356" cy="3877392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3864188-8993-CF20-9213-42B0C5D76E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6"/>
              <a:stretch>
                <a:fillRect/>
              </a:stretch>
            </p:blipFill>
            <p:spPr>
              <a:xfrm flipH="1">
                <a:off x="6954527" y="2215877"/>
                <a:ext cx="2359356" cy="3877392"/>
              </a:xfrm>
              <a:prstGeom prst="rect">
                <a:avLst/>
              </a:prstGeom>
            </p:spPr>
          </p:pic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EEC4BDF1-A134-D729-D0F2-910B81DD5DFD}"/>
                  </a:ext>
                </a:extLst>
              </p:cNvPr>
              <p:cNvCxnSpPr/>
              <p:nvPr>
                <p:custDataLst>
                  <p:tags r:id="rId53"/>
                </p:custDataLst>
              </p:nvPr>
            </p:nvCxnSpPr>
            <p:spPr bwMode="white">
              <a:xfrm>
                <a:off x="7396163" y="3680863"/>
                <a:ext cx="0" cy="254000"/>
              </a:xfrm>
              <a:prstGeom prst="line">
                <a:avLst/>
              </a:prstGeom>
              <a:ln w="3175" cap="flat" cmpd="sng" algn="ctr">
                <a:solidFill>
                  <a:schemeClr val="bg1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6" name="Text Placeholder 2">
                <a:extLst>
                  <a:ext uri="{FF2B5EF4-FFF2-40B4-BE49-F238E27FC236}">
                    <a16:creationId xmlns:a16="http://schemas.microsoft.com/office/drawing/2014/main" id="{C5659401-14AF-F934-D40C-DC2BE10A2C44}"/>
                  </a:ext>
                </a:extLst>
              </p:cNvPr>
              <p:cNvSpPr>
                <a:spLocks/>
              </p:cNvSpPr>
              <p:nvPr>
                <p:custDataLst>
                  <p:tags r:id="rId54"/>
                </p:custDataLst>
              </p:nvPr>
            </p:nvSpPr>
            <p:spPr bwMode="gray">
              <a:xfrm>
                <a:off x="8370889" y="3023041"/>
                <a:ext cx="568325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none" lIns="17463" tIns="0" rIns="17463" bIns="0" rtlCol="0" anchor="ctr">
                <a:noAutofit/>
              </a:bodyPr>
              <a:lstStyle>
                <a:lvl1pPr marL="2286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 b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5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20574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-$</a:t>
                </a:r>
                <a:r>
                  <a:rPr kumimoji="0" lang="en-GB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xxx.xm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5" name="Text Placeholder 2">
                <a:extLst>
                  <a:ext uri="{FF2B5EF4-FFF2-40B4-BE49-F238E27FC236}">
                    <a16:creationId xmlns:a16="http://schemas.microsoft.com/office/drawing/2014/main" id="{B46C7736-D4A2-FEB4-2BBF-CEB91CBBB29D}"/>
                  </a:ext>
                </a:extLst>
              </p:cNvPr>
              <p:cNvSpPr>
                <a:spLocks/>
              </p:cNvSpPr>
              <p:nvPr>
                <p:custDataLst>
                  <p:tags r:id="rId55"/>
                </p:custDataLst>
              </p:nvPr>
            </p:nvSpPr>
            <p:spPr bwMode="gray">
              <a:xfrm>
                <a:off x="7670800" y="3543199"/>
                <a:ext cx="568325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none" lIns="17463" tIns="0" rIns="17463" bIns="0" rtlCol="0" anchor="ctr">
                <a:noAutofit/>
              </a:bodyPr>
              <a:lstStyle>
                <a:lvl1pPr marL="2286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 b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5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20574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-$</a:t>
                </a:r>
                <a:r>
                  <a:rPr kumimoji="0" lang="en-GB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xxx.xm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7" name="Text Placeholder 2">
                <a:extLst>
                  <a:ext uri="{FF2B5EF4-FFF2-40B4-BE49-F238E27FC236}">
                    <a16:creationId xmlns:a16="http://schemas.microsoft.com/office/drawing/2014/main" id="{E16E1664-066F-DEDC-FCAA-65FE4279353F}"/>
                  </a:ext>
                </a:extLst>
              </p:cNvPr>
              <p:cNvSpPr>
                <a:spLocks/>
              </p:cNvSpPr>
              <p:nvPr>
                <p:custDataLst>
                  <p:tags r:id="rId56"/>
                </p:custDataLst>
              </p:nvPr>
            </p:nvSpPr>
            <p:spPr bwMode="gray">
              <a:xfrm>
                <a:off x="8218487" y="4087655"/>
                <a:ext cx="498475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none" lIns="17463" tIns="0" rIns="17463" bIns="0" rtlCol="0" anchor="ctr">
                <a:noAutofit/>
              </a:bodyPr>
              <a:lstStyle>
                <a:lvl1pPr marL="2286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 b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5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20574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-$</a:t>
                </a:r>
                <a:r>
                  <a:rPr kumimoji="0" lang="en-GB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xx.xm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5" name="Text Placeholder 2">
                <a:extLst>
                  <a:ext uri="{FF2B5EF4-FFF2-40B4-BE49-F238E27FC236}">
                    <a16:creationId xmlns:a16="http://schemas.microsoft.com/office/drawing/2014/main" id="{548016D3-A723-B049-249E-A037C7110969}"/>
                  </a:ext>
                </a:extLst>
              </p:cNvPr>
              <p:cNvSpPr>
                <a:spLocks/>
              </p:cNvSpPr>
              <p:nvPr>
                <p:custDataLst>
                  <p:tags r:id="rId57"/>
                </p:custDataLst>
              </p:nvPr>
            </p:nvSpPr>
            <p:spPr bwMode="gray">
              <a:xfrm>
                <a:off x="8385431" y="4568062"/>
                <a:ext cx="498475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none" lIns="17463" tIns="0" rIns="17463" bIns="0" rtlCol="0" anchor="ctr">
                <a:noAutofit/>
              </a:bodyPr>
              <a:lstStyle>
                <a:lvl1pPr marL="2286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 b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5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20574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-$</a:t>
                </a:r>
                <a:r>
                  <a:rPr kumimoji="0" lang="en-GB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xx.xm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6" name="Text Placeholder 2">
                <a:extLst>
                  <a:ext uri="{FF2B5EF4-FFF2-40B4-BE49-F238E27FC236}">
                    <a16:creationId xmlns:a16="http://schemas.microsoft.com/office/drawing/2014/main" id="{C44E71F0-B97D-C9A0-45B8-A36AF5BEA278}"/>
                  </a:ext>
                </a:extLst>
              </p:cNvPr>
              <p:cNvSpPr>
                <a:spLocks/>
              </p:cNvSpPr>
              <p:nvPr>
                <p:custDataLst>
                  <p:tags r:id="rId58"/>
                </p:custDataLst>
              </p:nvPr>
            </p:nvSpPr>
            <p:spPr bwMode="gray">
              <a:xfrm>
                <a:off x="8513444" y="5136665"/>
                <a:ext cx="498475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none" lIns="17463" tIns="0" rIns="17463" bIns="0" rtlCol="0" anchor="ctr">
                <a:noAutofit/>
              </a:bodyPr>
              <a:lstStyle>
                <a:lvl1pPr marL="2286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 b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5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20574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-$</a:t>
                </a:r>
                <a:r>
                  <a:rPr kumimoji="0" lang="en-GB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xx.xm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7" name="Text Placeholder 2">
                <a:extLst>
                  <a:ext uri="{FF2B5EF4-FFF2-40B4-BE49-F238E27FC236}">
                    <a16:creationId xmlns:a16="http://schemas.microsoft.com/office/drawing/2014/main" id="{AEE4DFE6-4917-A191-7E8A-A6B5354AF8CE}"/>
                  </a:ext>
                </a:extLst>
              </p:cNvPr>
              <p:cNvSpPr>
                <a:spLocks/>
              </p:cNvSpPr>
              <p:nvPr>
                <p:custDataLst>
                  <p:tags r:id="rId59"/>
                </p:custDataLst>
              </p:nvPr>
            </p:nvSpPr>
            <p:spPr bwMode="gray">
              <a:xfrm>
                <a:off x="8655051" y="5676689"/>
                <a:ext cx="428625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none" lIns="17463" tIns="0" rIns="17463" bIns="0" rtlCol="0" anchor="ctr">
                <a:noAutofit/>
              </a:bodyPr>
              <a:lstStyle>
                <a:lvl1pPr marL="2286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 b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5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20574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-$</a:t>
                </a:r>
                <a:r>
                  <a:rPr kumimoji="0" lang="en-GB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x.xm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2" name="Text Placeholder 2">
                <a:extLst>
                  <a:ext uri="{FF2B5EF4-FFF2-40B4-BE49-F238E27FC236}">
                    <a16:creationId xmlns:a16="http://schemas.microsoft.com/office/drawing/2014/main" id="{C8E870BC-591D-E51F-B8D2-5BF0C0BC77FD}"/>
                  </a:ext>
                </a:extLst>
              </p:cNvPr>
              <p:cNvSpPr>
                <a:spLocks/>
              </p:cNvSpPr>
              <p:nvPr>
                <p:custDataLst>
                  <p:tags r:id="rId60"/>
                </p:custDataLst>
              </p:nvPr>
            </p:nvSpPr>
            <p:spPr bwMode="gray">
              <a:xfrm>
                <a:off x="7864475" y="2469601"/>
                <a:ext cx="568325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none" lIns="17463" tIns="0" rIns="17463" bIns="0" rtlCol="0" anchor="ctr">
                <a:noAutofit/>
              </a:bodyPr>
              <a:lstStyle>
                <a:lvl1pPr marL="2286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 b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5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223838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2057400" indent="-228600" algn="l" defTabSz="457200" rtl="0" eaLnBrk="1" latinLnBrk="0" hangingPunct="1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-$</a:t>
                </a:r>
                <a:r>
                  <a:rPr kumimoji="0" lang="en-GB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F47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xxx.xm</a:t>
                </a:r>
                <a:endPara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" name="Text Placeholder 2">
              <a:extLst>
                <a:ext uri="{FF2B5EF4-FFF2-40B4-BE49-F238E27FC236}">
                  <a16:creationId xmlns:a16="http://schemas.microsoft.com/office/drawing/2014/main" id="{7EF390C6-E3FB-9488-A90E-E712B6752EC8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457200" y="1647275"/>
              <a:ext cx="1065213" cy="5730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vert="horz" wrap="none" lIns="55563" tIns="55563" rIns="0" bIns="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Product</a:t>
              </a:r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Text Placeholder 2">
              <a:extLst>
                <a:ext uri="{FF2B5EF4-FFF2-40B4-BE49-F238E27FC236}">
                  <a16:creationId xmlns:a16="http://schemas.microsoft.com/office/drawing/2014/main" id="{5890A9AC-1F1D-941E-12E5-8869F0FDAF27}"/>
                </a:ext>
              </a:extLst>
            </p:cNvPr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1522413" y="1647275"/>
              <a:ext cx="1066800" cy="5730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vert="horz" wrap="none" lIns="0" tIns="55563" rIns="0" bIns="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GWP</a:t>
              </a:r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Text Placeholder 2">
              <a:extLst>
                <a:ext uri="{FF2B5EF4-FFF2-40B4-BE49-F238E27FC236}">
                  <a16:creationId xmlns:a16="http://schemas.microsoft.com/office/drawing/2014/main" id="{E0705B51-AD47-7BA6-DE16-0040C03AE05D}"/>
                </a:ext>
              </a:extLst>
            </p:cNvPr>
            <p:cNvSpPr>
              <a:spLocks/>
            </p:cNvSpPr>
            <p:nvPr>
              <p:custDataLst>
                <p:tags r:id="rId7"/>
              </p:custDataLst>
            </p:nvPr>
          </p:nvSpPr>
          <p:spPr bwMode="auto">
            <a:xfrm>
              <a:off x="457200" y="2220363"/>
              <a:ext cx="1065213" cy="5302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vert="horz" wrap="none" lIns="9144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8D36042A-9FCF-4DA0-B024-28E7245BBAEB}" type="datetime'Pr''''''ope''''r''''''''''''''''t''''''y'''''''''">
                <a:rPr kumimoji="0" lang="en-GB" altLang="en-US" sz="11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EEC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Property</a:t>
              </a:fld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Text Placeholder 2">
              <a:extLst>
                <a:ext uri="{FF2B5EF4-FFF2-40B4-BE49-F238E27FC236}">
                  <a16:creationId xmlns:a16="http://schemas.microsoft.com/office/drawing/2014/main" id="{B684B1FF-733A-0C53-5A04-7864A38A55AD}"/>
                </a:ext>
              </a:extLst>
            </p:cNvPr>
            <p:cNvSpPr>
              <a:spLocks/>
            </p:cNvSpPr>
            <p:nvPr>
              <p:custDataLst>
                <p:tags r:id="rId8"/>
              </p:custDataLst>
            </p:nvPr>
          </p:nvSpPr>
          <p:spPr bwMode="auto">
            <a:xfrm>
              <a:off x="1522413" y="2220363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$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</a:t>
              </a:r>
              <a:r>
                <a:rPr lang="en-GB" sz="1100" dirty="0">
                  <a:solidFill>
                    <a:srgbClr val="000000"/>
                  </a:solidFill>
                  <a:latin typeface="Arial"/>
                </a:rPr>
                <a:t>m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Text Placeholder 2">
              <a:extLst>
                <a:ext uri="{FF2B5EF4-FFF2-40B4-BE49-F238E27FC236}">
                  <a16:creationId xmlns:a16="http://schemas.microsoft.com/office/drawing/2014/main" id="{5E6C3F12-3890-1439-D982-A80C679B8F3A}"/>
                </a:ext>
              </a:extLst>
            </p:cNvPr>
            <p:cNvSpPr>
              <a:spLocks/>
            </p:cNvSpPr>
            <p:nvPr>
              <p:custDataLst>
                <p:tags r:id="rId9"/>
              </p:custDataLst>
            </p:nvPr>
          </p:nvSpPr>
          <p:spPr bwMode="auto">
            <a:xfrm>
              <a:off x="457200" y="2750588"/>
              <a:ext cx="1065213" cy="5302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vert="horz" wrap="none" lIns="9144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57A568B9-2C69-457E-8216-91F028E9CD8A}" type="datetime'C''''''''a''''s''''u''''a''''''''''l''''t''y'''">
                <a:rPr kumimoji="0" lang="en-GB" altLang="en-US" sz="11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EEC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Casualty</a:t>
              </a:fld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Text Placeholder 2">
              <a:extLst>
                <a:ext uri="{FF2B5EF4-FFF2-40B4-BE49-F238E27FC236}">
                  <a16:creationId xmlns:a16="http://schemas.microsoft.com/office/drawing/2014/main" id="{A80BD0BB-E832-CCB1-1D74-7EE9DE1B398A}"/>
                </a:ext>
              </a:extLst>
            </p:cNvPr>
            <p:cNvSpPr>
              <a:spLocks/>
            </p:cNvSpPr>
            <p:nvPr>
              <p:custDataLst>
                <p:tags r:id="rId10"/>
              </p:custDataLst>
            </p:nvPr>
          </p:nvSpPr>
          <p:spPr bwMode="auto">
            <a:xfrm>
              <a:off x="1522413" y="2750588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$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xx.xm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Text Placeholder 2">
              <a:extLst>
                <a:ext uri="{FF2B5EF4-FFF2-40B4-BE49-F238E27FC236}">
                  <a16:creationId xmlns:a16="http://schemas.microsoft.com/office/drawing/2014/main" id="{38562CAA-4C95-7AE9-3EE5-DB477684EBE4}"/>
                </a:ext>
              </a:extLst>
            </p:cNvPr>
            <p:cNvSpPr>
              <a:spLocks/>
            </p:cNvSpPr>
            <p:nvPr>
              <p:custDataLst>
                <p:tags r:id="rId11"/>
              </p:custDataLst>
            </p:nvPr>
          </p:nvSpPr>
          <p:spPr bwMode="auto">
            <a:xfrm>
              <a:off x="2589213" y="1647275"/>
              <a:ext cx="1065213" cy="5730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vert="horz" wrap="square" lIns="0" tIns="55563" rIns="0" bIns="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Var %</a:t>
              </a:r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Text Placeholder 2">
              <a:extLst>
                <a:ext uri="{FF2B5EF4-FFF2-40B4-BE49-F238E27FC236}">
                  <a16:creationId xmlns:a16="http://schemas.microsoft.com/office/drawing/2014/main" id="{5B0D8B03-BE79-F851-55F1-5410BFF11DC5}"/>
                </a:ext>
              </a:extLst>
            </p:cNvPr>
            <p:cNvSpPr>
              <a:spLocks/>
            </p:cNvSpPr>
            <p:nvPr>
              <p:custDataLst>
                <p:tags r:id="rId12"/>
              </p:custDataLst>
            </p:nvPr>
          </p:nvSpPr>
          <p:spPr bwMode="auto">
            <a:xfrm>
              <a:off x="3654425" y="1647275"/>
              <a:ext cx="1065213" cy="5730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vert="horz" wrap="square" lIns="0" tIns="55563" rIns="0" bIns="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SoW</a:t>
              </a:r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Text Placeholder 2">
              <a:extLst>
                <a:ext uri="{FF2B5EF4-FFF2-40B4-BE49-F238E27FC236}">
                  <a16:creationId xmlns:a16="http://schemas.microsoft.com/office/drawing/2014/main" id="{5CA617D9-2292-AE80-EFA4-4B29E27C997D}"/>
                </a:ext>
              </a:extLst>
            </p:cNvPr>
            <p:cNvSpPr>
              <a:spLocks/>
            </p:cNvSpPr>
            <p:nvPr>
              <p:custDataLst>
                <p:tags r:id="rId13"/>
              </p:custDataLst>
            </p:nvPr>
          </p:nvSpPr>
          <p:spPr bwMode="auto">
            <a:xfrm>
              <a:off x="4719638" y="1647275"/>
              <a:ext cx="1066800" cy="5730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vert="horz" wrap="none" lIns="0" tIns="55563" rIns="0" bIns="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Rank</a:t>
              </a:r>
            </a:p>
          </p:txBody>
        </p:sp>
        <p:sp>
          <p:nvSpPr>
            <p:cNvPr id="36" name="Text Placeholder 2">
              <a:extLst>
                <a:ext uri="{FF2B5EF4-FFF2-40B4-BE49-F238E27FC236}">
                  <a16:creationId xmlns:a16="http://schemas.microsoft.com/office/drawing/2014/main" id="{87680D31-21BC-ED32-6955-7C723153A7A9}"/>
                </a:ext>
              </a:extLst>
            </p:cNvPr>
            <p:cNvSpPr>
              <a:spLocks/>
            </p:cNvSpPr>
            <p:nvPr>
              <p:custDataLst>
                <p:tags r:id="rId14"/>
              </p:custDataLst>
            </p:nvPr>
          </p:nvSpPr>
          <p:spPr bwMode="auto">
            <a:xfrm>
              <a:off x="5786438" y="1647275"/>
              <a:ext cx="1050925" cy="5730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vert="horz" wrap="none" lIns="0" tIns="55563" rIns="0" bIns="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4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Rank Change </a:t>
              </a:r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Text Placeholder 2">
              <a:extLst>
                <a:ext uri="{FF2B5EF4-FFF2-40B4-BE49-F238E27FC236}">
                  <a16:creationId xmlns:a16="http://schemas.microsoft.com/office/drawing/2014/main" id="{B208E112-A702-B7E6-0395-A1BB120A0433}"/>
                </a:ext>
              </a:extLst>
            </p:cNvPr>
            <p:cNvSpPr>
              <a:spLocks/>
            </p:cNvSpPr>
            <p:nvPr>
              <p:custDataLst>
                <p:tags r:id="rId15"/>
              </p:custDataLst>
            </p:nvPr>
          </p:nvSpPr>
          <p:spPr bwMode="auto">
            <a:xfrm>
              <a:off x="2589213" y="2220363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+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 </a:t>
              </a:r>
            </a:p>
          </p:txBody>
        </p:sp>
        <p:sp>
          <p:nvSpPr>
            <p:cNvPr id="38" name="Text Placeholder 2">
              <a:extLst>
                <a:ext uri="{FF2B5EF4-FFF2-40B4-BE49-F238E27FC236}">
                  <a16:creationId xmlns:a16="http://schemas.microsoft.com/office/drawing/2014/main" id="{EF18DC57-5CCC-B887-BC44-8F0C1A5C1279}"/>
                </a:ext>
              </a:extLst>
            </p:cNvPr>
            <p:cNvSpPr>
              <a:spLocks/>
            </p:cNvSpPr>
            <p:nvPr>
              <p:custDataLst>
                <p:tags r:id="rId16"/>
              </p:custDataLst>
            </p:nvPr>
          </p:nvSpPr>
          <p:spPr bwMode="auto">
            <a:xfrm>
              <a:off x="3654425" y="2220363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1588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x.xx</a:t>
              </a:r>
              <a:r>
                <a:rPr kumimoji="0" lang="en-GB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Text Placeholder 2">
              <a:extLst>
                <a:ext uri="{FF2B5EF4-FFF2-40B4-BE49-F238E27FC236}">
                  <a16:creationId xmlns:a16="http://schemas.microsoft.com/office/drawing/2014/main" id="{A9CE2364-629D-448C-3EAC-BF3546D4BA5C}"/>
                </a:ext>
              </a:extLst>
            </p:cNvPr>
            <p:cNvSpPr>
              <a:spLocks/>
            </p:cNvSpPr>
            <p:nvPr>
              <p:custDataLst>
                <p:tags r:id="rId17"/>
              </p:custDataLst>
            </p:nvPr>
          </p:nvSpPr>
          <p:spPr bwMode="auto">
            <a:xfrm>
              <a:off x="4719638" y="2220363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90500" rIns="0" bIns="188913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</a:t>
              </a:r>
            </a:p>
          </p:txBody>
        </p:sp>
        <p:sp>
          <p:nvSpPr>
            <p:cNvPr id="42" name="Text Placeholder 2">
              <a:extLst>
                <a:ext uri="{FF2B5EF4-FFF2-40B4-BE49-F238E27FC236}">
                  <a16:creationId xmlns:a16="http://schemas.microsoft.com/office/drawing/2014/main" id="{444277CE-08DD-FC01-7BBA-7EEDE8713DE2}"/>
                </a:ext>
              </a:extLst>
            </p:cNvPr>
            <p:cNvSpPr>
              <a:spLocks/>
            </p:cNvSpPr>
            <p:nvPr>
              <p:custDataLst>
                <p:tags r:id="rId18"/>
              </p:custDataLst>
            </p:nvPr>
          </p:nvSpPr>
          <p:spPr bwMode="auto">
            <a:xfrm>
              <a:off x="5786438" y="2220363"/>
              <a:ext cx="1050925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3F1AE51F-2F46-42D3-BE06-5CFC53865A65}" type="datetime'''''''''''''''''+''''''''''''1''''''''1''↑'''''''''''''">
                <a:rPr kumimoji="0" lang="en-GB" alt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+11↑</a:t>
              </a:fld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Text Placeholder 2">
              <a:extLst>
                <a:ext uri="{FF2B5EF4-FFF2-40B4-BE49-F238E27FC236}">
                  <a16:creationId xmlns:a16="http://schemas.microsoft.com/office/drawing/2014/main" id="{2D2901D0-7B44-EB12-9B6E-585E938E60EB}"/>
                </a:ext>
              </a:extLst>
            </p:cNvPr>
            <p:cNvSpPr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2589213" y="2750588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+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%</a:t>
              </a:r>
            </a:p>
          </p:txBody>
        </p:sp>
        <p:sp>
          <p:nvSpPr>
            <p:cNvPr id="45" name="Text Placeholder 2">
              <a:extLst>
                <a:ext uri="{FF2B5EF4-FFF2-40B4-BE49-F238E27FC236}">
                  <a16:creationId xmlns:a16="http://schemas.microsoft.com/office/drawing/2014/main" id="{B8843D2B-C8BF-C677-00DE-AB9AF01399C0}"/>
                </a:ext>
              </a:extLst>
            </p:cNvPr>
            <p:cNvSpPr>
              <a:spLocks/>
            </p:cNvSpPr>
            <p:nvPr>
              <p:custDataLst>
                <p:tags r:id="rId20"/>
              </p:custDataLst>
            </p:nvPr>
          </p:nvSpPr>
          <p:spPr bwMode="auto">
            <a:xfrm>
              <a:off x="3654425" y="2750588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1588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x.xx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48" name="Text Placeholder 2">
              <a:extLst>
                <a:ext uri="{FF2B5EF4-FFF2-40B4-BE49-F238E27FC236}">
                  <a16:creationId xmlns:a16="http://schemas.microsoft.com/office/drawing/2014/main" id="{079763BE-F330-0729-9AC8-54FDE67034CD}"/>
                </a:ext>
              </a:extLst>
            </p:cNvPr>
            <p:cNvSpPr>
              <a:spLocks/>
            </p:cNvSpPr>
            <p:nvPr>
              <p:custDataLst>
                <p:tags r:id="rId21"/>
              </p:custDataLst>
            </p:nvPr>
          </p:nvSpPr>
          <p:spPr bwMode="auto">
            <a:xfrm>
              <a:off x="4719638" y="2750588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8913" rIns="0" bIns="19050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</a:t>
              </a:r>
            </a:p>
          </p:txBody>
        </p:sp>
        <p:sp>
          <p:nvSpPr>
            <p:cNvPr id="49" name="Text Placeholder 2">
              <a:extLst>
                <a:ext uri="{FF2B5EF4-FFF2-40B4-BE49-F238E27FC236}">
                  <a16:creationId xmlns:a16="http://schemas.microsoft.com/office/drawing/2014/main" id="{F0B874F8-FBB8-B666-7BDF-DF4726BC580A}"/>
                </a:ext>
              </a:extLst>
            </p:cNvPr>
            <p:cNvSpPr>
              <a:spLocks/>
            </p:cNvSpPr>
            <p:nvPr>
              <p:custDataLst>
                <p:tags r:id="rId22"/>
              </p:custDataLst>
            </p:nvPr>
          </p:nvSpPr>
          <p:spPr bwMode="auto">
            <a:xfrm>
              <a:off x="5786438" y="2750588"/>
              <a:ext cx="1050925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81214D87-5F0A-4FD5-865E-7F47CC4B52B7}" type="datetime'''''''+''''''''1''''''''''''''''''''''''2''''''↑'''''''''''''">
                <a:rPr kumimoji="0" lang="en-GB" alt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+12↑</a:t>
              </a:fld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2" name="Text Placeholder 2">
              <a:extLst>
                <a:ext uri="{FF2B5EF4-FFF2-40B4-BE49-F238E27FC236}">
                  <a16:creationId xmlns:a16="http://schemas.microsoft.com/office/drawing/2014/main" id="{79B8BC95-A0EF-6A48-C2F3-B937A1C5BB16}"/>
                </a:ext>
              </a:extLst>
            </p:cNvPr>
            <p:cNvSpPr>
              <a:spLocks/>
            </p:cNvSpPr>
            <p:nvPr>
              <p:custDataLst>
                <p:tags r:id="rId23"/>
              </p:custDataLst>
            </p:nvPr>
          </p:nvSpPr>
          <p:spPr bwMode="auto">
            <a:xfrm>
              <a:off x="457200" y="3280813"/>
              <a:ext cx="1065213" cy="5302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vert="horz" wrap="none" lIns="9144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0F6B4FC9-0126-4A61-BFBB-32B98A904941}" type="datetime'''''''Ot''''h''''e''r ''''''''''''''''''''''''''''''Lo''B'''''">
                <a:rPr kumimoji="0" lang="en-GB" altLang="en-US" sz="11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EEC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Other LoB</a:t>
              </a:fld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3" name="Text Placeholder 2">
              <a:extLst>
                <a:ext uri="{FF2B5EF4-FFF2-40B4-BE49-F238E27FC236}">
                  <a16:creationId xmlns:a16="http://schemas.microsoft.com/office/drawing/2014/main" id="{876FC023-7303-4D34-054C-818457792277}"/>
                </a:ext>
              </a:extLst>
            </p:cNvPr>
            <p:cNvSpPr>
              <a:spLocks/>
            </p:cNvSpPr>
            <p:nvPr>
              <p:custDataLst>
                <p:tags r:id="rId24"/>
              </p:custDataLst>
            </p:nvPr>
          </p:nvSpPr>
          <p:spPr bwMode="auto">
            <a:xfrm>
              <a:off x="1522413" y="3280813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$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xx.xm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4" name="Text Placeholder 2">
              <a:extLst>
                <a:ext uri="{FF2B5EF4-FFF2-40B4-BE49-F238E27FC236}">
                  <a16:creationId xmlns:a16="http://schemas.microsoft.com/office/drawing/2014/main" id="{F003F60E-F75E-E910-4650-40ECD6C206E1}"/>
                </a:ext>
              </a:extLst>
            </p:cNvPr>
            <p:cNvSpPr>
              <a:spLocks/>
            </p:cNvSpPr>
            <p:nvPr>
              <p:custDataLst>
                <p:tags r:id="rId25"/>
              </p:custDataLst>
            </p:nvPr>
          </p:nvSpPr>
          <p:spPr bwMode="auto">
            <a:xfrm>
              <a:off x="2589213" y="3280813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+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57" name="Text Placeholder 2">
              <a:extLst>
                <a:ext uri="{FF2B5EF4-FFF2-40B4-BE49-F238E27FC236}">
                  <a16:creationId xmlns:a16="http://schemas.microsoft.com/office/drawing/2014/main" id="{00D3B9E8-2F19-8FA1-F536-35A75852D97A}"/>
                </a:ext>
              </a:extLst>
            </p:cNvPr>
            <p:cNvSpPr>
              <a:spLocks/>
            </p:cNvSpPr>
            <p:nvPr>
              <p:custDataLst>
                <p:tags r:id="rId26"/>
              </p:custDataLst>
            </p:nvPr>
          </p:nvSpPr>
          <p:spPr bwMode="auto">
            <a:xfrm>
              <a:off x="3654425" y="3280813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1588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x.xx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58" name="Text Placeholder 2">
              <a:extLst>
                <a:ext uri="{FF2B5EF4-FFF2-40B4-BE49-F238E27FC236}">
                  <a16:creationId xmlns:a16="http://schemas.microsoft.com/office/drawing/2014/main" id="{408BACD0-34EE-77BB-E415-46A08978C842}"/>
                </a:ext>
              </a:extLst>
            </p:cNvPr>
            <p:cNvSpPr>
              <a:spLocks/>
            </p:cNvSpPr>
            <p:nvPr>
              <p:custDataLst>
                <p:tags r:id="rId27"/>
              </p:custDataLst>
            </p:nvPr>
          </p:nvSpPr>
          <p:spPr bwMode="auto">
            <a:xfrm>
              <a:off x="4719638" y="3280813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8913" rIns="0" bIns="19050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</a:t>
              </a:r>
            </a:p>
          </p:txBody>
        </p:sp>
        <p:sp>
          <p:nvSpPr>
            <p:cNvPr id="60" name="Text Placeholder 2">
              <a:extLst>
                <a:ext uri="{FF2B5EF4-FFF2-40B4-BE49-F238E27FC236}">
                  <a16:creationId xmlns:a16="http://schemas.microsoft.com/office/drawing/2014/main" id="{2813CA0B-322E-6438-9BD4-99D662C67F17}"/>
                </a:ext>
              </a:extLst>
            </p:cNvPr>
            <p:cNvSpPr>
              <a:spLocks/>
            </p:cNvSpPr>
            <p:nvPr>
              <p:custDataLst>
                <p:tags r:id="rId28"/>
              </p:custDataLst>
            </p:nvPr>
          </p:nvSpPr>
          <p:spPr bwMode="auto">
            <a:xfrm>
              <a:off x="5786438" y="3280813"/>
              <a:ext cx="1050925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02F02283-F933-48A2-BF95-FD42D28A4872}" type="datetime'''''''''''''''+4''''1''↑'''''''''''''''''''''">
                <a:rPr kumimoji="0" lang="en-GB" alt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+41↑</a:t>
              </a:fld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Text Placeholder 2">
              <a:extLst>
                <a:ext uri="{FF2B5EF4-FFF2-40B4-BE49-F238E27FC236}">
                  <a16:creationId xmlns:a16="http://schemas.microsoft.com/office/drawing/2014/main" id="{C7ADB0EA-97E2-FEB8-3CA8-521281E136E4}"/>
                </a:ext>
              </a:extLst>
            </p:cNvPr>
            <p:cNvSpPr>
              <a:spLocks/>
            </p:cNvSpPr>
            <p:nvPr>
              <p:custDataLst>
                <p:tags r:id="rId29"/>
              </p:custDataLst>
            </p:nvPr>
          </p:nvSpPr>
          <p:spPr bwMode="auto">
            <a:xfrm>
              <a:off x="457200" y="3811038"/>
              <a:ext cx="1065213" cy="5286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vert="horz" wrap="none" lIns="91440" tIns="180975" rIns="0" bIns="179388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ED8C2A0F-DFAA-4467-B47F-6F55F9056CFC}" type="datetime'''''F''I''''N''''''P''''''''''''''R''''''''''O'''">
                <a:rPr kumimoji="0" lang="en-GB" altLang="en-US" sz="11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EEC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FINPRO</a:t>
              </a:fld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4" name="Text Placeholder 2">
              <a:extLst>
                <a:ext uri="{FF2B5EF4-FFF2-40B4-BE49-F238E27FC236}">
                  <a16:creationId xmlns:a16="http://schemas.microsoft.com/office/drawing/2014/main" id="{AB2F92AD-3381-324C-8A17-5021D9EF3DFF}"/>
                </a:ext>
              </a:extLst>
            </p:cNvPr>
            <p:cNvSpPr>
              <a:spLocks/>
            </p:cNvSpPr>
            <p:nvPr>
              <p:custDataLst>
                <p:tags r:id="rId30"/>
              </p:custDataLst>
            </p:nvPr>
          </p:nvSpPr>
          <p:spPr bwMode="auto">
            <a:xfrm>
              <a:off x="1522413" y="3811038"/>
              <a:ext cx="1066800" cy="528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79388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100" dirty="0">
                  <a:solidFill>
                    <a:srgbClr val="000000"/>
                  </a:solidFill>
                  <a:latin typeface="Arial"/>
                </a:rPr>
                <a:t>$</a:t>
              </a:r>
              <a:r>
                <a:rPr lang="en-GB" sz="1100" dirty="0" err="1">
                  <a:solidFill>
                    <a:srgbClr val="000000"/>
                  </a:solidFill>
                  <a:latin typeface="Arial"/>
                </a:rPr>
                <a:t>xx.xm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7" name="Text Placeholder 2">
              <a:extLst>
                <a:ext uri="{FF2B5EF4-FFF2-40B4-BE49-F238E27FC236}">
                  <a16:creationId xmlns:a16="http://schemas.microsoft.com/office/drawing/2014/main" id="{5CD69743-C87A-6FA2-40AE-C231093B3D88}"/>
                </a:ext>
              </a:extLst>
            </p:cNvPr>
            <p:cNvSpPr>
              <a:spLocks/>
            </p:cNvSpPr>
            <p:nvPr>
              <p:custDataLst>
                <p:tags r:id="rId31"/>
              </p:custDataLst>
            </p:nvPr>
          </p:nvSpPr>
          <p:spPr bwMode="auto">
            <a:xfrm>
              <a:off x="2589213" y="3811038"/>
              <a:ext cx="1065213" cy="528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79388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-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68" name="Text Placeholder 2">
              <a:extLst>
                <a:ext uri="{FF2B5EF4-FFF2-40B4-BE49-F238E27FC236}">
                  <a16:creationId xmlns:a16="http://schemas.microsoft.com/office/drawing/2014/main" id="{C5361690-74DD-4698-C4EF-B1F2B3BED47B}"/>
                </a:ext>
              </a:extLst>
            </p:cNvPr>
            <p:cNvSpPr>
              <a:spLocks/>
            </p:cNvSpPr>
            <p:nvPr>
              <p:custDataLst>
                <p:tags r:id="rId32"/>
              </p:custDataLst>
            </p:nvPr>
          </p:nvSpPr>
          <p:spPr bwMode="auto">
            <a:xfrm>
              <a:off x="3654425" y="3811038"/>
              <a:ext cx="1065213" cy="528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1588" tIns="180975" rIns="0" bIns="179388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x.xx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69" name="Text Placeholder 2">
              <a:extLst>
                <a:ext uri="{FF2B5EF4-FFF2-40B4-BE49-F238E27FC236}">
                  <a16:creationId xmlns:a16="http://schemas.microsoft.com/office/drawing/2014/main" id="{8CA2679B-28B7-7BBB-8760-12E3C00133BD}"/>
                </a:ext>
              </a:extLst>
            </p:cNvPr>
            <p:cNvSpPr>
              <a:spLocks/>
            </p:cNvSpPr>
            <p:nvPr>
              <p:custDataLst>
                <p:tags r:id="rId33"/>
              </p:custDataLst>
            </p:nvPr>
          </p:nvSpPr>
          <p:spPr bwMode="auto">
            <a:xfrm>
              <a:off x="4719638" y="3811038"/>
              <a:ext cx="1066800" cy="528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8913" rIns="0" bIns="188913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100" dirty="0">
                  <a:solidFill>
                    <a:srgbClr val="000000"/>
                  </a:solidFill>
                  <a:latin typeface="Arial"/>
                </a:rPr>
                <a:t>xx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2" name="Text Placeholder 2">
              <a:extLst>
                <a:ext uri="{FF2B5EF4-FFF2-40B4-BE49-F238E27FC236}">
                  <a16:creationId xmlns:a16="http://schemas.microsoft.com/office/drawing/2014/main" id="{3271D37D-9654-1659-7D56-80CC38941D75}"/>
                </a:ext>
              </a:extLst>
            </p:cNvPr>
            <p:cNvSpPr>
              <a:spLocks/>
            </p:cNvSpPr>
            <p:nvPr>
              <p:custDataLst>
                <p:tags r:id="rId34"/>
              </p:custDataLst>
            </p:nvPr>
          </p:nvSpPr>
          <p:spPr bwMode="auto">
            <a:xfrm>
              <a:off x="5786438" y="3811038"/>
              <a:ext cx="1050925" cy="528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79388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70C04896-86CA-4210-8B7D-7104666BAD62}" type="datetime'''''+''''''''9''''''''''''''''''''''''↑'''''''''''''">
                <a:rPr kumimoji="0" lang="en-GB" alt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+9↑</a:t>
              </a:fld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3" name="Text Placeholder 2">
              <a:extLst>
                <a:ext uri="{FF2B5EF4-FFF2-40B4-BE49-F238E27FC236}">
                  <a16:creationId xmlns:a16="http://schemas.microsoft.com/office/drawing/2014/main" id="{C5E4A0F4-6CAE-7D76-25FE-6E031B012425}"/>
                </a:ext>
              </a:extLst>
            </p:cNvPr>
            <p:cNvSpPr>
              <a:spLocks/>
            </p:cNvSpPr>
            <p:nvPr>
              <p:custDataLst>
                <p:tags r:id="rId35"/>
              </p:custDataLst>
            </p:nvPr>
          </p:nvSpPr>
          <p:spPr bwMode="auto">
            <a:xfrm>
              <a:off x="457200" y="4339676"/>
              <a:ext cx="1065213" cy="5302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vert="horz" wrap="none" lIns="9144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D57753EF-A813-4147-9B1E-D42B287CE26E}" type="datetime'M''''''''''''a''''''''''''r''''''''in''''''e'''">
                <a:rPr kumimoji="0" lang="en-GB" altLang="en-US" sz="11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EEC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Marine</a:t>
              </a:fld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Text Placeholder 2">
              <a:extLst>
                <a:ext uri="{FF2B5EF4-FFF2-40B4-BE49-F238E27FC236}">
                  <a16:creationId xmlns:a16="http://schemas.microsoft.com/office/drawing/2014/main" id="{7B514EB3-B14E-9FE5-FD27-F6C2CD2F10FF}"/>
                </a:ext>
              </a:extLst>
            </p:cNvPr>
            <p:cNvSpPr>
              <a:spLocks/>
            </p:cNvSpPr>
            <p:nvPr>
              <p:custDataLst>
                <p:tags r:id="rId36"/>
              </p:custDataLst>
            </p:nvPr>
          </p:nvSpPr>
          <p:spPr bwMode="auto">
            <a:xfrm>
              <a:off x="1522413" y="4339676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$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xx.xm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Text Placeholder 2">
              <a:extLst>
                <a:ext uri="{FF2B5EF4-FFF2-40B4-BE49-F238E27FC236}">
                  <a16:creationId xmlns:a16="http://schemas.microsoft.com/office/drawing/2014/main" id="{665F5182-6851-C505-19EB-568D857B255C}"/>
                </a:ext>
              </a:extLst>
            </p:cNvPr>
            <p:cNvSpPr>
              <a:spLocks/>
            </p:cNvSpPr>
            <p:nvPr>
              <p:custDataLst>
                <p:tags r:id="rId37"/>
              </p:custDataLst>
            </p:nvPr>
          </p:nvSpPr>
          <p:spPr bwMode="auto">
            <a:xfrm>
              <a:off x="2589213" y="4339676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+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79" name="Text Placeholder 2">
              <a:extLst>
                <a:ext uri="{FF2B5EF4-FFF2-40B4-BE49-F238E27FC236}">
                  <a16:creationId xmlns:a16="http://schemas.microsoft.com/office/drawing/2014/main" id="{7DB168C5-B78D-7851-270D-10A8B65D2557}"/>
                </a:ext>
              </a:extLst>
            </p:cNvPr>
            <p:cNvSpPr>
              <a:spLocks/>
            </p:cNvSpPr>
            <p:nvPr>
              <p:custDataLst>
                <p:tags r:id="rId38"/>
              </p:custDataLst>
            </p:nvPr>
          </p:nvSpPr>
          <p:spPr bwMode="auto">
            <a:xfrm>
              <a:off x="3654425" y="4339676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1588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x.xx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80" name="Text Placeholder 2">
              <a:extLst>
                <a:ext uri="{FF2B5EF4-FFF2-40B4-BE49-F238E27FC236}">
                  <a16:creationId xmlns:a16="http://schemas.microsoft.com/office/drawing/2014/main" id="{46FC1758-2897-E3AF-7AA5-BAFDA8711932}"/>
                </a:ext>
              </a:extLst>
            </p:cNvPr>
            <p:cNvSpPr>
              <a:spLocks/>
            </p:cNvSpPr>
            <p:nvPr>
              <p:custDataLst>
                <p:tags r:id="rId39"/>
              </p:custDataLst>
            </p:nvPr>
          </p:nvSpPr>
          <p:spPr bwMode="auto">
            <a:xfrm>
              <a:off x="4719638" y="4339676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90500" rIns="0" bIns="188913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</a:t>
              </a:r>
            </a:p>
          </p:txBody>
        </p:sp>
        <p:sp>
          <p:nvSpPr>
            <p:cNvPr id="81" name="Text Placeholder 2">
              <a:extLst>
                <a:ext uri="{FF2B5EF4-FFF2-40B4-BE49-F238E27FC236}">
                  <a16:creationId xmlns:a16="http://schemas.microsoft.com/office/drawing/2014/main" id="{B3235740-095D-A3D7-F713-57F4FA8603DB}"/>
                </a:ext>
              </a:extLst>
            </p:cNvPr>
            <p:cNvSpPr>
              <a:spLocks/>
            </p:cNvSpPr>
            <p:nvPr>
              <p:custDataLst>
                <p:tags r:id="rId40"/>
              </p:custDataLst>
            </p:nvPr>
          </p:nvSpPr>
          <p:spPr bwMode="auto">
            <a:xfrm>
              <a:off x="5786438" y="4339676"/>
              <a:ext cx="1050925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53AC8170-9190-411F-B8CD-498720042580}" type="datetime'''''+''''''''''''''3''''''''''''4''''''''''↑'">
                <a:rPr kumimoji="0" lang="en-GB" alt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+34↑</a:t>
              </a:fld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Text Placeholder 2">
              <a:extLst>
                <a:ext uri="{FF2B5EF4-FFF2-40B4-BE49-F238E27FC236}">
                  <a16:creationId xmlns:a16="http://schemas.microsoft.com/office/drawing/2014/main" id="{8A8121C2-F262-DB32-7A9A-9EE413214648}"/>
                </a:ext>
              </a:extLst>
            </p:cNvPr>
            <p:cNvSpPr>
              <a:spLocks/>
            </p:cNvSpPr>
            <p:nvPr>
              <p:custDataLst>
                <p:tags r:id="rId41"/>
              </p:custDataLst>
            </p:nvPr>
          </p:nvSpPr>
          <p:spPr bwMode="auto">
            <a:xfrm>
              <a:off x="457200" y="4869901"/>
              <a:ext cx="1065213" cy="5302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vert="horz" wrap="none" lIns="9144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55CB9BD4-E972-4C36-8B36-D2C2EA18ABC2}" type="datetime'''C''''''''''''y''''b''''''''''e''''''''''''''''''''''''''''r'">
                <a:rPr kumimoji="0" lang="en-GB" altLang="en-US" sz="11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EEC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Cyber</a:t>
              </a:fld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Text Placeholder 2">
              <a:extLst>
                <a:ext uri="{FF2B5EF4-FFF2-40B4-BE49-F238E27FC236}">
                  <a16:creationId xmlns:a16="http://schemas.microsoft.com/office/drawing/2014/main" id="{73B7A20A-77D0-FE50-39B4-B3B971E5B51F}"/>
                </a:ext>
              </a:extLst>
            </p:cNvPr>
            <p:cNvSpPr>
              <a:spLocks/>
            </p:cNvSpPr>
            <p:nvPr>
              <p:custDataLst>
                <p:tags r:id="rId42"/>
              </p:custDataLst>
            </p:nvPr>
          </p:nvSpPr>
          <p:spPr bwMode="auto">
            <a:xfrm>
              <a:off x="1522413" y="4869901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$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xx.xm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Text Placeholder 2">
              <a:extLst>
                <a:ext uri="{FF2B5EF4-FFF2-40B4-BE49-F238E27FC236}">
                  <a16:creationId xmlns:a16="http://schemas.microsoft.com/office/drawing/2014/main" id="{E46054AE-3DED-06B0-D0DE-20E5FE159BF6}"/>
                </a:ext>
              </a:extLst>
            </p:cNvPr>
            <p:cNvSpPr>
              <a:spLocks/>
            </p:cNvSpPr>
            <p:nvPr>
              <p:custDataLst>
                <p:tags r:id="rId43"/>
              </p:custDataLst>
            </p:nvPr>
          </p:nvSpPr>
          <p:spPr bwMode="auto">
            <a:xfrm>
              <a:off x="2589213" y="4869901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-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85" name="Text Placeholder 2">
              <a:extLst>
                <a:ext uri="{FF2B5EF4-FFF2-40B4-BE49-F238E27FC236}">
                  <a16:creationId xmlns:a16="http://schemas.microsoft.com/office/drawing/2014/main" id="{E26BDB1B-299A-64CA-C606-A48B8E34D427}"/>
                </a:ext>
              </a:extLst>
            </p:cNvPr>
            <p:cNvSpPr>
              <a:spLocks/>
            </p:cNvSpPr>
            <p:nvPr>
              <p:custDataLst>
                <p:tags r:id="rId44"/>
              </p:custDataLst>
            </p:nvPr>
          </p:nvSpPr>
          <p:spPr bwMode="auto">
            <a:xfrm>
              <a:off x="3654425" y="4869901"/>
              <a:ext cx="106521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1588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x.xx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86" name="Text Placeholder 2">
              <a:extLst>
                <a:ext uri="{FF2B5EF4-FFF2-40B4-BE49-F238E27FC236}">
                  <a16:creationId xmlns:a16="http://schemas.microsoft.com/office/drawing/2014/main" id="{3FC7E6E3-84E8-7DD7-9B68-7197E32C5BB7}"/>
                </a:ext>
              </a:extLst>
            </p:cNvPr>
            <p:cNvSpPr>
              <a:spLocks/>
            </p:cNvSpPr>
            <p:nvPr>
              <p:custDataLst>
                <p:tags r:id="rId45"/>
              </p:custDataLst>
            </p:nvPr>
          </p:nvSpPr>
          <p:spPr bwMode="auto">
            <a:xfrm>
              <a:off x="4719638" y="4869901"/>
              <a:ext cx="1066800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90500" rIns="0" bIns="188913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100" dirty="0">
                  <a:solidFill>
                    <a:srgbClr val="000000"/>
                  </a:solidFill>
                  <a:latin typeface="Arial"/>
                </a:rPr>
                <a:t>xx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Text Placeholder 2">
              <a:extLst>
                <a:ext uri="{FF2B5EF4-FFF2-40B4-BE49-F238E27FC236}">
                  <a16:creationId xmlns:a16="http://schemas.microsoft.com/office/drawing/2014/main" id="{E2E4ADDF-64C0-E3A8-343F-D1BE7ABB2AD9}"/>
                </a:ext>
              </a:extLst>
            </p:cNvPr>
            <p:cNvSpPr>
              <a:spLocks/>
            </p:cNvSpPr>
            <p:nvPr>
              <p:custDataLst>
                <p:tags r:id="rId46"/>
              </p:custDataLst>
            </p:nvPr>
          </p:nvSpPr>
          <p:spPr bwMode="auto">
            <a:xfrm>
              <a:off x="5786438" y="4869901"/>
              <a:ext cx="1050925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180975" rIns="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74F8EAC8-68A5-44CA-93DD-5B9783E9DEB3}" type="datetime'''''''+7''''''''''''''''''''↑'''''''''''''''''''''''''">
                <a:rPr kumimoji="0" lang="en-GB" alt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+7↑</a:t>
              </a:fld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Text Placeholder 2">
              <a:extLst>
                <a:ext uri="{FF2B5EF4-FFF2-40B4-BE49-F238E27FC236}">
                  <a16:creationId xmlns:a16="http://schemas.microsoft.com/office/drawing/2014/main" id="{63868339-06FC-19D3-932F-D6A955C05331}"/>
                </a:ext>
              </a:extLst>
            </p:cNvPr>
            <p:cNvSpPr>
              <a:spLocks/>
            </p:cNvSpPr>
            <p:nvPr>
              <p:custDataLst>
                <p:tags r:id="rId47"/>
              </p:custDataLst>
            </p:nvPr>
          </p:nvSpPr>
          <p:spPr bwMode="auto">
            <a:xfrm>
              <a:off x="457200" y="5400126"/>
              <a:ext cx="1065213" cy="698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vert="horz" wrap="square" lIns="91440" tIns="180975" rIns="196850" bIns="180975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172CCC56-EC79-4FC8-98F5-9FEA78A20839}" type="datetime'Ene''''''rg''''''''''''y a''''nd P''o''w''''''''''''''''e''r'">
                <a:rPr kumimoji="0" lang="en-GB" altLang="en-US" sz="11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EEC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Energy and Power</a:t>
              </a:fld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Text Placeholder 2">
              <a:extLst>
                <a:ext uri="{FF2B5EF4-FFF2-40B4-BE49-F238E27FC236}">
                  <a16:creationId xmlns:a16="http://schemas.microsoft.com/office/drawing/2014/main" id="{884D81DA-5B38-9AD4-6B06-FF5496CED0EC}"/>
                </a:ext>
              </a:extLst>
            </p:cNvPr>
            <p:cNvSpPr>
              <a:spLocks/>
            </p:cNvSpPr>
            <p:nvPr>
              <p:custDataLst>
                <p:tags r:id="rId48"/>
              </p:custDataLst>
            </p:nvPr>
          </p:nvSpPr>
          <p:spPr bwMode="auto">
            <a:xfrm>
              <a:off x="1522413" y="5400126"/>
              <a:ext cx="1066800" cy="698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265113" rIns="0" bIns="265113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$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xx.xm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Text Placeholder 2">
              <a:extLst>
                <a:ext uri="{FF2B5EF4-FFF2-40B4-BE49-F238E27FC236}">
                  <a16:creationId xmlns:a16="http://schemas.microsoft.com/office/drawing/2014/main" id="{408B5056-BD96-A24D-3A62-B49B9E3AE84B}"/>
                </a:ext>
              </a:extLst>
            </p:cNvPr>
            <p:cNvSpPr>
              <a:spLocks/>
            </p:cNvSpPr>
            <p:nvPr>
              <p:custDataLst>
                <p:tags r:id="rId49"/>
              </p:custDataLst>
            </p:nvPr>
          </p:nvSpPr>
          <p:spPr bwMode="auto">
            <a:xfrm>
              <a:off x="2589213" y="5400126"/>
              <a:ext cx="1065213" cy="698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265113" rIns="0" bIns="265113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-</a:t>
              </a: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xx.x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91" name="Text Placeholder 2">
              <a:extLst>
                <a:ext uri="{FF2B5EF4-FFF2-40B4-BE49-F238E27FC236}">
                  <a16:creationId xmlns:a16="http://schemas.microsoft.com/office/drawing/2014/main" id="{8B236E7C-7294-1944-CA44-92D60FC0C459}"/>
                </a:ext>
              </a:extLst>
            </p:cNvPr>
            <p:cNvSpPr>
              <a:spLocks/>
            </p:cNvSpPr>
            <p:nvPr>
              <p:custDataLst>
                <p:tags r:id="rId50"/>
              </p:custDataLst>
            </p:nvPr>
          </p:nvSpPr>
          <p:spPr bwMode="auto">
            <a:xfrm>
              <a:off x="3654425" y="5400126"/>
              <a:ext cx="1065213" cy="698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1588" tIns="265113" rIns="0" bIns="265113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x.xx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92" name="Text Placeholder 2">
              <a:extLst>
                <a:ext uri="{FF2B5EF4-FFF2-40B4-BE49-F238E27FC236}">
                  <a16:creationId xmlns:a16="http://schemas.microsoft.com/office/drawing/2014/main" id="{FAB36B66-CFCF-8AF3-4D47-3549E066A950}"/>
                </a:ext>
              </a:extLst>
            </p:cNvPr>
            <p:cNvSpPr>
              <a:spLocks/>
            </p:cNvSpPr>
            <p:nvPr>
              <p:custDataLst>
                <p:tags r:id="rId51"/>
              </p:custDataLst>
            </p:nvPr>
          </p:nvSpPr>
          <p:spPr bwMode="auto">
            <a:xfrm>
              <a:off x="4719638" y="5400126"/>
              <a:ext cx="1066800" cy="698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274638" rIns="0" bIns="273050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xx</a:t>
              </a:r>
            </a:p>
          </p:txBody>
        </p:sp>
        <p:sp>
          <p:nvSpPr>
            <p:cNvPr id="93" name="Text Placeholder 2">
              <a:extLst>
                <a:ext uri="{FF2B5EF4-FFF2-40B4-BE49-F238E27FC236}">
                  <a16:creationId xmlns:a16="http://schemas.microsoft.com/office/drawing/2014/main" id="{954C860E-4A74-7E39-F4D7-BB9E25C07001}"/>
                </a:ext>
              </a:extLst>
            </p:cNvPr>
            <p:cNvSpPr>
              <a:spLocks/>
            </p:cNvSpPr>
            <p:nvPr>
              <p:custDataLst>
                <p:tags r:id="rId52"/>
              </p:custDataLst>
            </p:nvPr>
          </p:nvSpPr>
          <p:spPr bwMode="auto">
            <a:xfrm>
              <a:off x="5786438" y="5400126"/>
              <a:ext cx="1050925" cy="698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0" tIns="265113" rIns="0" bIns="265113" rtlCol="0" anchor="ctr">
              <a:noAutofit/>
            </a:bodyPr>
            <a:lstStyle>
              <a:lvl1pPr marL="2286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 b="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5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9144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3716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16002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1828800" indent="-223838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057400" indent="-228600" algn="l" defTabSz="457200" rtl="0" eaLnBrk="1" latinLnBrk="0" hangingPunct="1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fld id="{12E57F07-2A6C-4C5A-82BD-1FA564E3509B}" type="datetime'''''''''''''''''+''''1''''''''3''''''''''''↑'''">
                <a:rPr kumimoji="0" lang="en-GB" alt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t>+13↑</a:t>
              </a:fld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232D7A0-91EA-EF07-05EA-9AEA8A66FD9F}"/>
                </a:ext>
              </a:extLst>
            </p:cNvPr>
            <p:cNvGrpSpPr/>
            <p:nvPr/>
          </p:nvGrpSpPr>
          <p:grpSpPr>
            <a:xfrm>
              <a:off x="457200" y="2826788"/>
              <a:ext cx="8791575" cy="2646680"/>
              <a:chOff x="457200" y="2709948"/>
              <a:chExt cx="8791575" cy="2763520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28A4CF03-8A3F-FE99-0552-56AB147334DE}"/>
                  </a:ext>
                </a:extLst>
              </p:cNvPr>
              <p:cNvCxnSpPr/>
              <p:nvPr/>
            </p:nvCxnSpPr>
            <p:spPr>
              <a:xfrm>
                <a:off x="457200" y="2709948"/>
                <a:ext cx="87915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5D52EFE-4808-5427-5FB9-AC62B0C9AFA1}"/>
                  </a:ext>
                </a:extLst>
              </p:cNvPr>
              <p:cNvCxnSpPr/>
              <p:nvPr/>
            </p:nvCxnSpPr>
            <p:spPr>
              <a:xfrm>
                <a:off x="457200" y="3268748"/>
                <a:ext cx="87915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18B5DFD-7CD7-6E37-9824-4E1E99B37491}"/>
                  </a:ext>
                </a:extLst>
              </p:cNvPr>
              <p:cNvCxnSpPr/>
              <p:nvPr/>
            </p:nvCxnSpPr>
            <p:spPr>
              <a:xfrm>
                <a:off x="457200" y="3797068"/>
                <a:ext cx="87915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080D5837-9D6A-8C3D-1198-C26D690961FE}"/>
                  </a:ext>
                </a:extLst>
              </p:cNvPr>
              <p:cNvCxnSpPr/>
              <p:nvPr/>
            </p:nvCxnSpPr>
            <p:spPr>
              <a:xfrm>
                <a:off x="457200" y="4355868"/>
                <a:ext cx="87915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FB39FE0C-A60A-2CD8-FEF9-ACD20F5E7F91}"/>
                  </a:ext>
                </a:extLst>
              </p:cNvPr>
              <p:cNvCxnSpPr/>
              <p:nvPr/>
            </p:nvCxnSpPr>
            <p:spPr>
              <a:xfrm>
                <a:off x="457200" y="4904508"/>
                <a:ext cx="87915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D457C7F8-ABB9-3914-251E-21414D18C898}"/>
                  </a:ext>
                </a:extLst>
              </p:cNvPr>
              <p:cNvCxnSpPr/>
              <p:nvPr/>
            </p:nvCxnSpPr>
            <p:spPr>
              <a:xfrm>
                <a:off x="457200" y="5473468"/>
                <a:ext cx="87915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C1ADBA6-0C25-B55B-28D2-60083A2ACDC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7984808" y="6589920"/>
            <a:ext cx="514350" cy="16799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Note: Data source - Marsh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931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5BF88-135F-9995-9F50-BDFBEBB36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A40732C7-08FB-2A5E-A178-3AD23AFBD091}"/>
              </a:ext>
            </a:extLst>
          </p:cNvPr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84" imgH="384" progId="TCLayout.ActiveDocument.1">
                  <p:embed/>
                </p:oleObj>
              </mc:Choice>
              <mc:Fallback>
                <p:oleObj name="think-cell Slide" r:id="rId7" imgW="384" imgH="384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0732C7-08FB-2A5E-A178-3AD23AFBD0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E0282CC0-53A9-7FF0-2CAD-C9E24F847851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rIns="0"/>
          <a:lstStyle/>
          <a:p>
            <a:r>
              <a:rPr lang="en-GB" dirty="0"/>
              <a:t>Carrier</a:t>
            </a:r>
            <a:r>
              <a:rPr lang="en-GB" sz="3200" dirty="0"/>
              <a:t>: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0CF013-2173-DB2D-CDD0-0441C33FF337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5"/>
            </p:custDataLst>
          </p:nvPr>
        </p:nvSpPr>
        <p:spPr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GB"/>
            </a:defPPr>
            <a:lvl1pPr marL="0" algn="r" defTabSz="457200" rtl="0" eaLnBrk="1" latinLnBrk="0" hangingPunct="1">
              <a:defRPr lang="en-GB" sz="8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66040D-6F20-4F4B-8995-856BEECD84BE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DE0A99-66D4-31EC-57A3-08240F87C55A}"/>
              </a:ext>
            </a:extLst>
          </p:cNvPr>
          <p:cNvGraphicFramePr>
            <a:graphicFrameLocks noGrp="1"/>
          </p:cNvGraphicFramePr>
          <p:nvPr/>
        </p:nvGraphicFramePr>
        <p:xfrm>
          <a:off x="504064" y="1653878"/>
          <a:ext cx="11223624" cy="4365922"/>
        </p:xfrm>
        <a:graphic>
          <a:graphicData uri="http://schemas.openxmlformats.org/drawingml/2006/table">
            <a:tbl>
              <a:tblPr firstRow="1" bandRow="1"/>
              <a:tblGrid>
                <a:gridCol w="2805906">
                  <a:extLst>
                    <a:ext uri="{9D8B030D-6E8A-4147-A177-3AD203B41FA5}">
                      <a16:colId xmlns:a16="http://schemas.microsoft.com/office/drawing/2014/main" val="4023639648"/>
                    </a:ext>
                  </a:extLst>
                </a:gridCol>
                <a:gridCol w="2805906">
                  <a:extLst>
                    <a:ext uri="{9D8B030D-6E8A-4147-A177-3AD203B41FA5}">
                      <a16:colId xmlns:a16="http://schemas.microsoft.com/office/drawing/2014/main" val="1581289497"/>
                    </a:ext>
                  </a:extLst>
                </a:gridCol>
                <a:gridCol w="2805906">
                  <a:extLst>
                    <a:ext uri="{9D8B030D-6E8A-4147-A177-3AD203B41FA5}">
                      <a16:colId xmlns:a16="http://schemas.microsoft.com/office/drawing/2014/main" val="2428619331"/>
                    </a:ext>
                  </a:extLst>
                </a:gridCol>
                <a:gridCol w="2805906">
                  <a:extLst>
                    <a:ext uri="{9D8B030D-6E8A-4147-A177-3AD203B41FA5}">
                      <a16:colId xmlns:a16="http://schemas.microsoft.com/office/drawing/2014/main" val="4219562303"/>
                    </a:ext>
                  </a:extLst>
                </a:gridCol>
              </a:tblGrid>
              <a:tr h="418762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accent1"/>
                          </a:solidFill>
                          <a:latin typeface="+mj-lt"/>
                        </a:rPr>
                        <a:t>Successes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C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Challenges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C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Opportunities for 2026</a:t>
                      </a:r>
                    </a:p>
                  </a:txBody>
                  <a:tcPr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Key Messages</a:t>
                      </a:r>
                    </a:p>
                  </a:txBody>
                  <a:tcPr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09023"/>
                  </a:ext>
                </a:extLst>
              </a:tr>
              <a:tr h="3947160">
                <a:tc>
                  <a:txBody>
                    <a:bodyPr/>
                    <a:lstStyle/>
                    <a:p>
                      <a:pPr marL="0" indent="0"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n-lt"/>
                        </a:rPr>
                        <a:t>Performance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en-GB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C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latin typeface="+mn-lt"/>
                          <a:ea typeface="Times New Roman" panose="02020603050405020304" pitchFamily="18" charset="0"/>
                          <a:cs typeface="Aptos" panose="020B0004020202020204" pitchFamily="34" charset="0"/>
                        </a:rPr>
                        <a:t>. </a:t>
                      </a:r>
                      <a:endParaRPr lang="fr-FR" sz="1000" kern="0" dirty="0">
                        <a:solidFill>
                          <a:schemeClr val="tx1"/>
                        </a:solidFill>
                        <a:latin typeface="+mn-lt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fr-FR" sz="100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  <a:p>
                      <a:pPr marL="171450" lvl="0" indent="-171450">
                        <a:spcBef>
                          <a:spcPts val="200"/>
                        </a:spcBef>
                        <a:spcAft>
                          <a:spcPts val="1200"/>
                        </a:spcAft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Char char="§"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CD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en-GB" sz="1000" b="0" i="0" u="none" strike="noStrike" kern="1200" cap="none" spc="5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200"/>
                        </a:spcAft>
                        <a:buClr>
                          <a:schemeClr val="accent1"/>
                        </a:buClr>
                        <a:buSzPct val="125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293049"/>
                  </a:ext>
                </a:extLst>
              </a:tr>
            </a:tbl>
          </a:graphicData>
        </a:graphic>
      </p:graphicFrame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07DE3F5B-E286-8E76-AFDF-9CC87FF98ABA}"/>
              </a:ext>
            </a:extLst>
          </p:cNvPr>
          <p:cNvSpPr txBox="1">
            <a:spLocks/>
          </p:cNvSpPr>
          <p:nvPr/>
        </p:nvSpPr>
        <p:spPr>
          <a:xfrm>
            <a:off x="11389317" y="6579371"/>
            <a:ext cx="36360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C704E18-2673-4E8C-9F04-16550C66BF79}" type="slidenum">
              <a:rPr kumimoji="0" lang="en-AU" sz="700" b="0" i="0" u="none" strike="noStrike" kern="1200" cap="none" spc="0" normalizeH="0" baseline="0" noProof="0" smtClean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16</a:t>
            </a:fld>
            <a:endParaRPr kumimoji="0" lang="en-AU" sz="700" b="0" i="0" u="none" strike="noStrike" kern="1200" cap="none" spc="0" normalizeH="0" baseline="0" noProof="0" dirty="0">
              <a:ln>
                <a:noFill/>
              </a:ln>
              <a:solidFill>
                <a:srgbClr val="CEEC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368333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237CD-CFDD-19B6-367E-979F8C82F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1664C89-EF78-B945-D739-E29BC0BFB1F1}"/>
              </a:ext>
            </a:extLst>
          </p:cNvPr>
          <p:cNvSpPr/>
          <p:nvPr/>
        </p:nvSpPr>
        <p:spPr>
          <a:xfrm>
            <a:off x="2862449" y="1745268"/>
            <a:ext cx="7220454" cy="2658931"/>
          </a:xfrm>
          <a:prstGeom prst="rect">
            <a:avLst/>
          </a:prstGeom>
          <a:pattFill prst="dkUpDiag">
            <a:fgClr>
              <a:srgbClr val="D7D1C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4E1CD2E-35A9-8589-67A0-CD17A82FFBFD}"/>
              </a:ext>
            </a:extLst>
          </p:cNvPr>
          <p:cNvGraphicFramePr>
            <a:graphicFrameLocks/>
          </p:cNvGraphicFramePr>
          <p:nvPr/>
        </p:nvGraphicFramePr>
        <p:xfrm>
          <a:off x="2325741" y="1607820"/>
          <a:ext cx="8057715" cy="4387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E0477790-7F0F-B490-009F-06BAA3C01FD6}"/>
              </a:ext>
            </a:extLst>
          </p:cNvPr>
          <p:cNvGrpSpPr/>
          <p:nvPr/>
        </p:nvGrpSpPr>
        <p:grpSpPr>
          <a:xfrm>
            <a:off x="-1" y="-1"/>
            <a:ext cx="12192001" cy="1405052"/>
            <a:chOff x="-1" y="-1"/>
            <a:chExt cx="12192001" cy="140505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17BFC23A-B02C-7CFB-27D6-71ADF2B6B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"/>
              <a:ext cx="12192000" cy="140505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F873DD-0126-FABD-4112-A65CE271BE13}"/>
                </a:ext>
              </a:extLst>
            </p:cNvPr>
            <p:cNvSpPr/>
            <p:nvPr/>
          </p:nvSpPr>
          <p:spPr>
            <a:xfrm>
              <a:off x="-1" y="-1"/>
              <a:ext cx="12191999" cy="1405051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F7988EB5-EEF3-F166-B0B9-D85094D7BF5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384" imgH="384" progId="TCLayout.ActiveDocument.1">
                  <p:embed/>
                </p:oleObj>
              </mc:Choice>
              <mc:Fallback>
                <p:oleObj name="think-cell Slide" r:id="rId17" imgW="384" imgH="384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988EB5-EEF3-F166-B0B9-D85094D7BF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A9F8D-942D-039A-6C76-768FE18AB8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>
                <a:solidFill>
                  <a:schemeClr val="bg2"/>
                </a:solidFill>
              </a:rPr>
              <a:t>Country (1)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3E3E26-7768-F07A-FF42-C311C6188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 dirty="0">
                <a:solidFill>
                  <a:schemeClr val="bg2"/>
                </a:solidFill>
              </a:rPr>
              <a:t>Carrier vs Marsh growth rates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5CE75-8DA1-A743-E29C-77C306839C0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23384-2074-4C75-9031-ACAC8BCA8354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Freeform 5" descr="Bar chart with plus symbol.">
            <a:extLst>
              <a:ext uri="{FF2B5EF4-FFF2-40B4-BE49-F238E27FC236}">
                <a16:creationId xmlns:a16="http://schemas.microsoft.com/office/drawing/2014/main" id="{49D5A33E-6E61-9A08-370F-8AD0F5BA5536}"/>
              </a:ext>
            </a:extLst>
          </p:cNvPr>
          <p:cNvSpPr>
            <a:spLocks noEditPoints="1"/>
          </p:cNvSpPr>
          <p:nvPr>
            <p:custDataLst>
              <p:custData r:id="rId2"/>
            </p:custDataLst>
          </p:nvPr>
        </p:nvSpPr>
        <p:spPr bwMode="auto">
          <a:xfrm>
            <a:off x="11054080" y="298665"/>
            <a:ext cx="795020" cy="795020"/>
          </a:xfrm>
          <a:custGeom>
            <a:avLst/>
            <a:gdLst>
              <a:gd name="T0" fmla="*/ 96 w 926"/>
              <a:gd name="T1" fmla="*/ 926 h 926"/>
              <a:gd name="T2" fmla="*/ 28 w 926"/>
              <a:gd name="T3" fmla="*/ 898 h 926"/>
              <a:gd name="T4" fmla="*/ 0 w 926"/>
              <a:gd name="T5" fmla="*/ 830 h 926"/>
              <a:gd name="T6" fmla="*/ 0 w 926"/>
              <a:gd name="T7" fmla="*/ 122 h 926"/>
              <a:gd name="T8" fmla="*/ 28 w 926"/>
              <a:gd name="T9" fmla="*/ 54 h 926"/>
              <a:gd name="T10" fmla="*/ 96 w 926"/>
              <a:gd name="T11" fmla="*/ 26 h 926"/>
              <a:gd name="T12" fmla="*/ 580 w 926"/>
              <a:gd name="T13" fmla="*/ 26 h 926"/>
              <a:gd name="T14" fmla="*/ 580 w 926"/>
              <a:gd name="T15" fmla="*/ 106 h 926"/>
              <a:gd name="T16" fmla="*/ 96 w 926"/>
              <a:gd name="T17" fmla="*/ 106 h 926"/>
              <a:gd name="T18" fmla="*/ 84 w 926"/>
              <a:gd name="T19" fmla="*/ 110 h 926"/>
              <a:gd name="T20" fmla="*/ 79 w 926"/>
              <a:gd name="T21" fmla="*/ 122 h 926"/>
              <a:gd name="T22" fmla="*/ 79 w 926"/>
              <a:gd name="T23" fmla="*/ 830 h 926"/>
              <a:gd name="T24" fmla="*/ 84 w 926"/>
              <a:gd name="T25" fmla="*/ 842 h 926"/>
              <a:gd name="T26" fmla="*/ 96 w 926"/>
              <a:gd name="T27" fmla="*/ 847 h 926"/>
              <a:gd name="T28" fmla="*/ 804 w 926"/>
              <a:gd name="T29" fmla="*/ 847 h 926"/>
              <a:gd name="T30" fmla="*/ 816 w 926"/>
              <a:gd name="T31" fmla="*/ 842 h 926"/>
              <a:gd name="T32" fmla="*/ 820 w 926"/>
              <a:gd name="T33" fmla="*/ 830 h 926"/>
              <a:gd name="T34" fmla="*/ 820 w 926"/>
              <a:gd name="T35" fmla="*/ 346 h 926"/>
              <a:gd name="T36" fmla="*/ 900 w 926"/>
              <a:gd name="T37" fmla="*/ 346 h 926"/>
              <a:gd name="T38" fmla="*/ 900 w 926"/>
              <a:gd name="T39" fmla="*/ 830 h 926"/>
              <a:gd name="T40" fmla="*/ 872 w 926"/>
              <a:gd name="T41" fmla="*/ 898 h 926"/>
              <a:gd name="T42" fmla="*/ 804 w 926"/>
              <a:gd name="T43" fmla="*/ 926 h 926"/>
              <a:gd name="T44" fmla="*/ 96 w 926"/>
              <a:gd name="T45" fmla="*/ 926 h 926"/>
              <a:gd name="T46" fmla="*/ 205 w 926"/>
              <a:gd name="T47" fmla="*/ 728 h 926"/>
              <a:gd name="T48" fmla="*/ 284 w 926"/>
              <a:gd name="T49" fmla="*/ 728 h 926"/>
              <a:gd name="T50" fmla="*/ 284 w 926"/>
              <a:gd name="T51" fmla="*/ 384 h 926"/>
              <a:gd name="T52" fmla="*/ 205 w 926"/>
              <a:gd name="T53" fmla="*/ 384 h 926"/>
              <a:gd name="T54" fmla="*/ 205 w 926"/>
              <a:gd name="T55" fmla="*/ 728 h 926"/>
              <a:gd name="T56" fmla="*/ 410 w 926"/>
              <a:gd name="T57" fmla="*/ 728 h 926"/>
              <a:gd name="T58" fmla="*/ 489 w 926"/>
              <a:gd name="T59" fmla="*/ 728 h 926"/>
              <a:gd name="T60" fmla="*/ 489 w 926"/>
              <a:gd name="T61" fmla="*/ 225 h 926"/>
              <a:gd name="T62" fmla="*/ 410 w 926"/>
              <a:gd name="T63" fmla="*/ 225 h 926"/>
              <a:gd name="T64" fmla="*/ 410 w 926"/>
              <a:gd name="T65" fmla="*/ 728 h 926"/>
              <a:gd name="T66" fmla="*/ 616 w 926"/>
              <a:gd name="T67" fmla="*/ 728 h 926"/>
              <a:gd name="T68" fmla="*/ 695 w 926"/>
              <a:gd name="T69" fmla="*/ 728 h 926"/>
              <a:gd name="T70" fmla="*/ 695 w 926"/>
              <a:gd name="T71" fmla="*/ 542 h 926"/>
              <a:gd name="T72" fmla="*/ 616 w 926"/>
              <a:gd name="T73" fmla="*/ 542 h 926"/>
              <a:gd name="T74" fmla="*/ 616 w 926"/>
              <a:gd name="T75" fmla="*/ 728 h 926"/>
              <a:gd name="T76" fmla="*/ 741 w 926"/>
              <a:gd name="T77" fmla="*/ 291 h 926"/>
              <a:gd name="T78" fmla="*/ 741 w 926"/>
              <a:gd name="T79" fmla="*/ 185 h 926"/>
              <a:gd name="T80" fmla="*/ 635 w 926"/>
              <a:gd name="T81" fmla="*/ 185 h 926"/>
              <a:gd name="T82" fmla="*/ 635 w 926"/>
              <a:gd name="T83" fmla="*/ 106 h 926"/>
              <a:gd name="T84" fmla="*/ 741 w 926"/>
              <a:gd name="T85" fmla="*/ 106 h 926"/>
              <a:gd name="T86" fmla="*/ 741 w 926"/>
              <a:gd name="T87" fmla="*/ 0 h 926"/>
              <a:gd name="T88" fmla="*/ 820 w 926"/>
              <a:gd name="T89" fmla="*/ 0 h 926"/>
              <a:gd name="T90" fmla="*/ 820 w 926"/>
              <a:gd name="T91" fmla="*/ 106 h 926"/>
              <a:gd name="T92" fmla="*/ 926 w 926"/>
              <a:gd name="T93" fmla="*/ 106 h 926"/>
              <a:gd name="T94" fmla="*/ 926 w 926"/>
              <a:gd name="T95" fmla="*/ 185 h 926"/>
              <a:gd name="T96" fmla="*/ 820 w 926"/>
              <a:gd name="T97" fmla="*/ 185 h 926"/>
              <a:gd name="T98" fmla="*/ 820 w 926"/>
              <a:gd name="T99" fmla="*/ 291 h 926"/>
              <a:gd name="T100" fmla="*/ 741 w 926"/>
              <a:gd name="T101" fmla="*/ 291 h 926"/>
              <a:gd name="T102" fmla="*/ 450 w 926"/>
              <a:gd name="T103" fmla="*/ 476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26" h="926">
                <a:moveTo>
                  <a:pt x="96" y="926"/>
                </a:moveTo>
                <a:cubicBezTo>
                  <a:pt x="69" y="926"/>
                  <a:pt x="46" y="917"/>
                  <a:pt x="28" y="898"/>
                </a:cubicBezTo>
                <a:cubicBezTo>
                  <a:pt x="9" y="880"/>
                  <a:pt x="0" y="857"/>
                  <a:pt x="0" y="830"/>
                </a:cubicBezTo>
                <a:lnTo>
                  <a:pt x="0" y="122"/>
                </a:lnTo>
                <a:cubicBezTo>
                  <a:pt x="0" y="95"/>
                  <a:pt x="9" y="73"/>
                  <a:pt x="28" y="54"/>
                </a:cubicBezTo>
                <a:cubicBezTo>
                  <a:pt x="46" y="36"/>
                  <a:pt x="69" y="26"/>
                  <a:pt x="96" y="26"/>
                </a:cubicBezTo>
                <a:lnTo>
                  <a:pt x="580" y="26"/>
                </a:lnTo>
                <a:lnTo>
                  <a:pt x="580" y="106"/>
                </a:lnTo>
                <a:lnTo>
                  <a:pt x="96" y="106"/>
                </a:lnTo>
                <a:cubicBezTo>
                  <a:pt x="91" y="106"/>
                  <a:pt x="87" y="107"/>
                  <a:pt x="84" y="110"/>
                </a:cubicBezTo>
                <a:cubicBezTo>
                  <a:pt x="81" y="113"/>
                  <a:pt x="79" y="117"/>
                  <a:pt x="79" y="122"/>
                </a:cubicBezTo>
                <a:lnTo>
                  <a:pt x="79" y="830"/>
                </a:lnTo>
                <a:cubicBezTo>
                  <a:pt x="79" y="835"/>
                  <a:pt x="81" y="839"/>
                  <a:pt x="84" y="842"/>
                </a:cubicBezTo>
                <a:cubicBezTo>
                  <a:pt x="87" y="845"/>
                  <a:pt x="91" y="847"/>
                  <a:pt x="96" y="847"/>
                </a:cubicBezTo>
                <a:lnTo>
                  <a:pt x="804" y="847"/>
                </a:lnTo>
                <a:cubicBezTo>
                  <a:pt x="809" y="847"/>
                  <a:pt x="813" y="845"/>
                  <a:pt x="816" y="842"/>
                </a:cubicBezTo>
                <a:cubicBezTo>
                  <a:pt x="819" y="839"/>
                  <a:pt x="820" y="835"/>
                  <a:pt x="820" y="830"/>
                </a:cubicBezTo>
                <a:lnTo>
                  <a:pt x="820" y="346"/>
                </a:lnTo>
                <a:lnTo>
                  <a:pt x="900" y="346"/>
                </a:lnTo>
                <a:lnTo>
                  <a:pt x="900" y="830"/>
                </a:lnTo>
                <a:cubicBezTo>
                  <a:pt x="900" y="857"/>
                  <a:pt x="890" y="880"/>
                  <a:pt x="872" y="898"/>
                </a:cubicBezTo>
                <a:cubicBezTo>
                  <a:pt x="853" y="917"/>
                  <a:pt x="831" y="926"/>
                  <a:pt x="804" y="926"/>
                </a:cubicBezTo>
                <a:lnTo>
                  <a:pt x="96" y="926"/>
                </a:lnTo>
                <a:close/>
                <a:moveTo>
                  <a:pt x="205" y="728"/>
                </a:moveTo>
                <a:lnTo>
                  <a:pt x="284" y="728"/>
                </a:lnTo>
                <a:lnTo>
                  <a:pt x="284" y="384"/>
                </a:lnTo>
                <a:lnTo>
                  <a:pt x="205" y="384"/>
                </a:lnTo>
                <a:lnTo>
                  <a:pt x="205" y="728"/>
                </a:lnTo>
                <a:close/>
                <a:moveTo>
                  <a:pt x="410" y="728"/>
                </a:moveTo>
                <a:lnTo>
                  <a:pt x="489" y="728"/>
                </a:lnTo>
                <a:lnTo>
                  <a:pt x="489" y="225"/>
                </a:lnTo>
                <a:lnTo>
                  <a:pt x="410" y="225"/>
                </a:lnTo>
                <a:lnTo>
                  <a:pt x="410" y="728"/>
                </a:lnTo>
                <a:close/>
                <a:moveTo>
                  <a:pt x="616" y="728"/>
                </a:moveTo>
                <a:lnTo>
                  <a:pt x="695" y="728"/>
                </a:lnTo>
                <a:lnTo>
                  <a:pt x="695" y="542"/>
                </a:lnTo>
                <a:lnTo>
                  <a:pt x="616" y="542"/>
                </a:lnTo>
                <a:lnTo>
                  <a:pt x="616" y="728"/>
                </a:lnTo>
                <a:close/>
                <a:moveTo>
                  <a:pt x="741" y="291"/>
                </a:moveTo>
                <a:lnTo>
                  <a:pt x="741" y="185"/>
                </a:lnTo>
                <a:lnTo>
                  <a:pt x="635" y="185"/>
                </a:lnTo>
                <a:lnTo>
                  <a:pt x="635" y="106"/>
                </a:lnTo>
                <a:lnTo>
                  <a:pt x="741" y="106"/>
                </a:lnTo>
                <a:lnTo>
                  <a:pt x="741" y="0"/>
                </a:lnTo>
                <a:lnTo>
                  <a:pt x="820" y="0"/>
                </a:lnTo>
                <a:lnTo>
                  <a:pt x="820" y="106"/>
                </a:lnTo>
                <a:lnTo>
                  <a:pt x="926" y="106"/>
                </a:lnTo>
                <a:lnTo>
                  <a:pt x="926" y="185"/>
                </a:lnTo>
                <a:lnTo>
                  <a:pt x="820" y="185"/>
                </a:lnTo>
                <a:lnTo>
                  <a:pt x="820" y="291"/>
                </a:lnTo>
                <a:lnTo>
                  <a:pt x="741" y="291"/>
                </a:lnTo>
                <a:close/>
                <a:moveTo>
                  <a:pt x="450" y="476"/>
                </a:moveTo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3" name="Speech Bubble: Rectangle 702">
            <a:extLst>
              <a:ext uri="{FF2B5EF4-FFF2-40B4-BE49-F238E27FC236}">
                <a16:creationId xmlns:a16="http://schemas.microsoft.com/office/drawing/2014/main" id="{A4D1A7B4-345A-C513-80E5-8A4FBEBFD98A}"/>
              </a:ext>
            </a:extLst>
          </p:cNvPr>
          <p:cNvSpPr/>
          <p:nvPr/>
        </p:nvSpPr>
        <p:spPr>
          <a:xfrm>
            <a:off x="7124042" y="4482765"/>
            <a:ext cx="1463673" cy="924851"/>
          </a:xfrm>
          <a:prstGeom prst="wedgeRectCallout">
            <a:avLst>
              <a:gd name="adj1" fmla="val -83942"/>
              <a:gd name="adj2" fmla="val -7215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srgbClr val="CEEC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 anything above this line, Carrier is growing faster (or declining slower) than Marsh</a:t>
            </a:r>
          </a:p>
        </p:txBody>
      </p:sp>
      <p:sp>
        <p:nvSpPr>
          <p:cNvPr id="534" name="Text Placeholder 2">
            <a:extLst>
              <a:ext uri="{FF2B5EF4-FFF2-40B4-BE49-F238E27FC236}">
                <a16:creationId xmlns:a16="http://schemas.microsoft.com/office/drawing/2014/main" id="{F1900428-AF31-7736-0BA6-260327ED6EFC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6002173" y="2113555"/>
            <a:ext cx="609600" cy="16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17D4285-585E-42F3-9E2E-CE47979EABD1}" type="datetime'O''''''''''''''''''''''t''''''he''r'''' ''''''''L''o''''B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Other LoB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2" name="Text Placeholder 2">
            <a:extLst>
              <a:ext uri="{FF2B5EF4-FFF2-40B4-BE49-F238E27FC236}">
                <a16:creationId xmlns:a16="http://schemas.microsoft.com/office/drawing/2014/main" id="{976B8E1D-6C10-8F66-B547-573518104D7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6097423" y="3954371"/>
            <a:ext cx="514350" cy="16799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2FBF270-7B2F-4238-A641-121F7AFFB05D}" type="datetime'''''''''F''''''I''''''''''''''''''''N''''P''''R''''''''O''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FINPRO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3" name="Text Placeholder 2">
            <a:extLst>
              <a:ext uri="{FF2B5EF4-FFF2-40B4-BE49-F238E27FC236}">
                <a16:creationId xmlns:a16="http://schemas.microsoft.com/office/drawing/2014/main" id="{14913620-1846-7488-C7A3-A4DA977958C0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6190700" y="3324777"/>
            <a:ext cx="422275" cy="16799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F9EDEAE-1038-4499-9084-1C6FB006D54A}" type="datetime'M''ar''i''''''''n''''''''e''''''''''''''''''''''''''''''''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Marine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1" name="Text Placeholder 2">
            <a:extLst>
              <a:ext uri="{FF2B5EF4-FFF2-40B4-BE49-F238E27FC236}">
                <a16:creationId xmlns:a16="http://schemas.microsoft.com/office/drawing/2014/main" id="{8F70BD63-76DB-F362-CEDC-112860C7FE33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3830087" y="4705573"/>
            <a:ext cx="1073150" cy="16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49FF229-E0EC-42A6-AC16-D62F280C1E18}" type="datetime'''''''''Ene''''''r''g''y ''a''n''''d ''''''''P''''ower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Energy and Power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9" name="Text Placeholder 2">
            <a:extLst>
              <a:ext uri="{FF2B5EF4-FFF2-40B4-BE49-F238E27FC236}">
                <a16:creationId xmlns:a16="http://schemas.microsoft.com/office/drawing/2014/main" id="{7E46DC49-5098-3987-1BB9-4502951DFFDE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7458318" y="2701879"/>
            <a:ext cx="527050" cy="16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FE5EF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57AD0FC-A7A5-4858-A135-6123C87CE7BC}" type="datetime'C''''''a''s''''''''''''u''''a''''''''''''''l''''''''''ty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Casualty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6" name="Text Placeholder 2">
            <a:extLst>
              <a:ext uri="{FF2B5EF4-FFF2-40B4-BE49-F238E27FC236}">
                <a16:creationId xmlns:a16="http://schemas.microsoft.com/office/drawing/2014/main" id="{449CB066-AB58-A3D3-E4F8-E18AA482F38D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5631453" y="5107918"/>
            <a:ext cx="512763" cy="16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A281E20-3B80-496B-B791-9771D8B96DEA}" type="datetime'''''''''''''''P''''''''''r''''''''o''p''''e''''''''r''t''''y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Property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0" name="Text Placeholder 2">
            <a:extLst>
              <a:ext uri="{FF2B5EF4-FFF2-40B4-BE49-F238E27FC236}">
                <a16:creationId xmlns:a16="http://schemas.microsoft.com/office/drawing/2014/main" id="{4B9CAEFA-3407-785B-839A-CDCE02D7297F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8569570" y="4110507"/>
            <a:ext cx="373063" cy="16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FE5EF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F44EBA0-D172-40EF-AF54-E6E48DEB2839}" type="datetime'''''''''''''''''''C''y''''be''''''''''''''''''r'''''''''''">
              <a:rPr kumimoji="0" lang="en-GB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Cyber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4" name="Rectangle 703">
            <a:extLst>
              <a:ext uri="{FF2B5EF4-FFF2-40B4-BE49-F238E27FC236}">
                <a16:creationId xmlns:a16="http://schemas.microsoft.com/office/drawing/2014/main" id="{33F5F30F-317E-00C7-E68E-B6E9A7D93845}"/>
              </a:ext>
            </a:extLst>
          </p:cNvPr>
          <p:cNvSpPr/>
          <p:nvPr/>
        </p:nvSpPr>
        <p:spPr>
          <a:xfrm>
            <a:off x="3098668" y="1869750"/>
            <a:ext cx="1224021" cy="7784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1" dirty="0">
                <a:solidFill>
                  <a:srgbClr val="000000"/>
                </a:solidFill>
                <a:latin typeface="Arial"/>
              </a:rPr>
              <a:t>Carrier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growing, Marsh shrinking</a:t>
            </a: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EDB0B6D2-924D-BC42-82E1-F0E8C431C10E}"/>
              </a:ext>
            </a:extLst>
          </p:cNvPr>
          <p:cNvSpPr/>
          <p:nvPr/>
        </p:nvSpPr>
        <p:spPr>
          <a:xfrm>
            <a:off x="8788010" y="1815289"/>
            <a:ext cx="1107181" cy="4357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1" dirty="0">
                <a:solidFill>
                  <a:srgbClr val="000000"/>
                </a:solidFill>
                <a:latin typeface="Arial"/>
              </a:rPr>
              <a:t>Carrier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and Marsh growing</a:t>
            </a:r>
          </a:p>
        </p:txBody>
      </p:sp>
      <p:sp>
        <p:nvSpPr>
          <p:cNvPr id="706" name="Rectangle 705">
            <a:extLst>
              <a:ext uri="{FF2B5EF4-FFF2-40B4-BE49-F238E27FC236}">
                <a16:creationId xmlns:a16="http://schemas.microsoft.com/office/drawing/2014/main" id="{2668516F-0486-9460-E772-71ADBD29B762}"/>
              </a:ext>
            </a:extLst>
          </p:cNvPr>
          <p:cNvSpPr/>
          <p:nvPr/>
        </p:nvSpPr>
        <p:spPr>
          <a:xfrm>
            <a:off x="2953758" y="5285389"/>
            <a:ext cx="1224021" cy="4339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1" dirty="0">
                <a:solidFill>
                  <a:srgbClr val="000000"/>
                </a:solidFill>
                <a:latin typeface="Arial"/>
              </a:rPr>
              <a:t>Carrier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and Marsh shrinking</a:t>
            </a:r>
          </a:p>
        </p:txBody>
      </p:sp>
      <p:sp>
        <p:nvSpPr>
          <p:cNvPr id="707" name="Rectangle 706">
            <a:extLst>
              <a:ext uri="{FF2B5EF4-FFF2-40B4-BE49-F238E27FC236}">
                <a16:creationId xmlns:a16="http://schemas.microsoft.com/office/drawing/2014/main" id="{3224993D-F8A3-55B8-947C-C3AA3DB9A99A}"/>
              </a:ext>
            </a:extLst>
          </p:cNvPr>
          <p:cNvSpPr/>
          <p:nvPr/>
        </p:nvSpPr>
        <p:spPr>
          <a:xfrm>
            <a:off x="8156433" y="5250180"/>
            <a:ext cx="1738758" cy="218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1" dirty="0">
                <a:solidFill>
                  <a:srgbClr val="000000"/>
                </a:solidFill>
                <a:latin typeface="Arial"/>
              </a:rPr>
              <a:t>Carrier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shrinking, </a:t>
            </a:r>
            <a:b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Marsh growing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DD61FB-F2F8-DC48-D13E-09C6FD682265}"/>
              </a:ext>
            </a:extLst>
          </p:cNvPr>
          <p:cNvSpPr/>
          <p:nvPr/>
        </p:nvSpPr>
        <p:spPr>
          <a:xfrm>
            <a:off x="2862448" y="1745269"/>
            <a:ext cx="7220454" cy="3974111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CC952C8-7D20-B121-2CF6-51AA99B80091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5550144" y="6153429"/>
            <a:ext cx="1703388" cy="16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en-US" sz="1000" b="1" dirty="0">
                <a:solidFill>
                  <a:srgbClr val="000F47"/>
                </a:solidFill>
                <a:latin typeface="Arial"/>
              </a:rPr>
              <a:t>Carrier</a:t>
            </a:r>
            <a:r>
              <a:rPr kumimoji="0" lang="en-GB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YoY GWP change (%)</a:t>
            </a: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D7C0F82-8B9F-8AA0-E07E-D2BD8B50B0BB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838569" y="2873998"/>
            <a:ext cx="152400" cy="1769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vert270" wrap="none" lIns="0" tIns="0" rIns="0" bIns="0" rtlCol="0" anchor="b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Marsh YoY GWP change (%)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C782C60-8586-3E66-D8FC-CE48697A3F63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8113957" y="6190044"/>
            <a:ext cx="514350" cy="16799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716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28800" indent="-223838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Note: Size of bubble reflects size of </a:t>
            </a:r>
            <a:r>
              <a:rPr lang="en-GB" altLang="en-US" sz="800" dirty="0">
                <a:solidFill>
                  <a:srgbClr val="000F47"/>
                </a:solidFill>
                <a:latin typeface="Arial"/>
              </a:rPr>
              <a:t>Carrier</a:t>
            </a:r>
            <a:r>
              <a:rPr kumimoji="0" lang="en-GB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F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GWP 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000F4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442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lideNumb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lideNumb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lideNumb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lideNumb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Yu5AB06iLrcc3FaQAYp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ilnJNrwRnN4L9kKD296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CIuA4BihFaVigT4ovGv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j_CzEX83CJhEDQwCf3F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bVqrPFb1VOtqiAym7c7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xfBYQP_7FavP__q7acR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S6y0rKUcEA2yP79PwOb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THYnMvYXdLheCQrJ9H1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FSpiLgm2uVV8j3FrhfpY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7r3BUzyIAxBv2x7wzvT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5hOB03HvIoYic27IMZmZ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hvDD9CjFKiGpMhH1NsK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1MZfQjcf66rvHLTdfNS4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Hdf74C5LptD.5KHWeqP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kyFjrLSzYTDcAvAcDJ_Y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zCWWIIffqf6MNjVg6ZO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c0qFStbH04HDMdbPrE5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mAXnEMPivkaw6d7m_CS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IM9Txsa0gobdAh4XnrD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Q1dtKs4MhI5cBMMijBh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5AYs_VXWT58W4Rqg_mGR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MAfBNbOojtBTZ3PVT6a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eOwKxDamGx.6orEP.4gj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TGB5hYZGgOEKULD8wP.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KSiEPHvYP_hAsRLiOq2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0tcWquAbm2hcqm83X3I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sJ25cK3VjbW76_pPawu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ixjxvy2VYqQ_D6UHzpHG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_EniH0jtdmG163Pgeeqd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sCcciS0CDAIMBz9UZPkl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pxurwJgBsZMsEcD2.P9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WCjdd8O9WS4wy_vOhGXE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Yu5AB06iLrcc3FaQAYp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ilnJNrwRnN4L9kKD296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CIuA4BihFaVigT4ovGv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j_CzEX83CJhEDQwCf3F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bVqrPFb1VOtqiAym7c7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xfBYQP_7FavP__q7acR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S6y0rKUcEA2yP79PwOb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THYnMvYXdLheCQrJ9H1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FSpiLgm2uVV8j3FrhfpY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7r3BUzyIAxBv2x7wzvT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5hOB03HvIoYic27IMZmZ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hvDD9CjFKiGpMhH1NsK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1MZfQjcf66rvHLTdfNS4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Hdf74C5LptD.5KHWeqP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kyFjrLSzYTDcAvAcDJ_Y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zCWWIIffqf6MNjVg6ZO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c0qFStbH04HDMdbPrE5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mAXnEMPivkaw6d7m_CS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IM9Txsa0gobdAh4XnrD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Q1dtKs4MhI5cBMMijBh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5AYs_VXWT58W4Rqg_mGR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MAfBNbOojtBTZ3PVT6a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eOwKxDamGx.6orEP.4gj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TGB5hYZGgOEKULD8wP.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KSiEPHvYP_hAsRLiOq2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0tcWquAbm2hcqm83X3I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sJ25cK3VjbW76_pPawu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ixjxvy2VYqQ_D6UHzpHG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_EniH0jtdmG163Pgeeqd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sCcciS0CDAIMBz9UZPkl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pxurwJgBsZMsEcD2.P9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WCjdd8O9WS4wy_vOhGXE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Yu5AB06iLrcc3FaQAYp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ilnJNrwRnN4L9kKD296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CIuA4BihFaVigT4ovGv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j_CzEX83CJhEDQwCf3F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bVqrPFb1VOtqiAym7c7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xfBYQP_7FavP__q7acR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S6y0rKUcEA2yP79PwOb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THYnMvYXdLheCQrJ9H1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FSpiLgm2uVV8j3FrhfpY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7r3BUzyIAxBv2x7wzvT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5hOB03HvIoYic27IMZmZ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hvDD9CjFKiGpMhH1NsK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1MZfQjcf66rvHLTdfNS4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Hdf74C5LptD.5KHWeqP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kyFjrLSzYTDcAvAcDJ_Y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zCWWIIffqf6MNjVg6ZO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c0qFStbH04HDMdbPrE5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mAXnEMPivkaw6d7m_CS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IM9Txsa0gobdAh4XnrD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Q1dtKs4MhI5cBMMijBh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5AYs_VXWT58W4Rqg_mGR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MAfBNbOojtBTZ3PVT6a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eOwKxDamGx.6orEP.4gj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TGB5hYZGgOEKULD8wP.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KSiEPHvYP_hAsRLiOq2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0tcWquAbm2hcqm83X3I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sJ25cK3VjbW76_pPawu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ixjxvy2VYqQ_D6UHzpHG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_EniH0jtdmG163Pgeeqd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sCcciS0CDAIMBz9UZPkl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pxurwJgBsZMsEcD2.P9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WCjdd8O9WS4wy_vOhGXE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Yu5AB06iLrcc3FaQAYp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ilnJNrwRnN4L9kKD296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CIuA4BihFaVigT4ovGv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j_CzEX83CJhEDQwCf3F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bVqrPFb1VOtqiAym7c7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xfBYQP_7FavP__q7acR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S6y0rKUcEA2yP79PwOb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THYnMvYXdLheCQrJ9H1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FSpiLgm2uVV8j3FrhfpY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7r3BUzyIAxBv2x7wzvTQ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5hOB03HvIoYic27IMZmZ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hvDD9CjFKiGpMhH1NsK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1MZfQjcf66rvHLTdfNS4Q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Hdf74C5LptD.5KHWeqP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kyFjrLSzYTDcAvAcDJ_Y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zCWWIIffqf6MNjVg6ZO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c0qFStbH04HDMdbPrE5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mAXnEMPivkaw6d7m_CS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IM9Txsa0gobdAh4XnrD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Q1dtKs4MhI5cBMMijBh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5AYs_VXWT58W4Rqg_mGR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MAfBNbOojtBTZ3PVT6a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eOwKxDamGx.6orEP.4gj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TGB5hYZGgOEKULD8wP.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KSiEPHvYP_hAsRLiOq2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0tcWquAbm2hcqm83X3I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sJ25cK3VjbW76_pPawu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ixjxvy2VYqQ_D6UHzpHG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_EniH0jtdmG163Pgeeqd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sCcciS0CDAIMBz9UZPklQ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pxurwJgBsZMsEcD2.P9w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WCjdd8O9WS4wy_vOhGXE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YvV3B6JS7lV62gpzqqV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ZQBiVLoulGfCEKtRbo8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71uaXPiCpfrIWJ9_Y9r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.XpADxdeSBJz8aYRqlJZ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YvV3B6JS7lV62gpzqqVw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ZQBiVLoulGfCEKtRbo8g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71uaXPiCpfrIWJ9_Y9rw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.XpADxdeSBJz8aYRqlJZ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YvV3B6JS7lV62gpzqqVw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ZQBiVLoulGfCEKtRbo8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71uaXPiCpfrIWJ9_Y9r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.XpADxdeSBJz8aYRqlJZ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YvV3B6JS7lV62gpzqqV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ZQBiVLoulGfCEKtRbo8g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71uaXPiCpfrIWJ9_Y9rw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.XpADxdeSBJz8aYRqlJZ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Yu5AB06iLrcc3FaQAYpQ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ilnJNrwRnN4L9kKD296w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CIuA4BihFaVigT4ovGv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j_CzEX83CJhEDQwCf3F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bVqrPFb1VOtqiAym7c7A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xfBYQP_7FavP__q7acRw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S6y0rKUcEA2yP79PwOb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THYnMvYXdLheCQrJ9H1g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FSpiLgm2uVV8j3FrhfpY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7r3BUzyIAxBv2x7wzvT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5hOB03HvIoYic27IMZmZ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hvDD9CjFKiGpMhH1NsK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1MZfQjcf66rvHLTdfNS4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Hdf74C5LptD.5KHWeqP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kyFjrLSzYTDcAvAcDJ_Y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zCWWIIffqf6MNjVg6ZOg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c0qFStbH04HDMdbPrE5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mAXnEMPivkaw6d7m_CSw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IM9Txsa0gobdAh4XnrDw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Q1dtKs4MhI5cBMMijBhQ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5AYs_VXWT58W4Rqg_mGRQ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MAfBNbOojtBTZ3PVT6ag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eOwKxDamGx.6orEP.4gj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TGB5hYZGgOEKULD8wP.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KSiEPHvYP_hAsRLiOq2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0tcWquAbm2hcqm83X3I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sJ25cK3VjbW76_pPawug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ixjxvy2VYqQ_D6UHzpHGg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_EniH0jtdmG163PgeeqdA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sCcciS0CDAIMBz9UZPklQ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pxurwJgBsZMsEcD2.P9w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WCjdd8O9WS4wy_vOhGXEA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Yu5AB06iLrcc3FaQAYp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ilnJNrwRnN4L9kKD296w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CIuA4BihFaVigT4ovGvQ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j_CzEX83CJhEDQwCf3Fg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bVqrPFb1VOtqiAym7c7A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xfBYQP_7FavP__q7acRw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S6y0rKUcEA2yP79PwObg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THYnMvYXdLheCQrJ9H1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FSpiLgm2uVV8j3FrhfpYA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7r3BUzyIAxBv2x7wzvT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5hOB03HvIoYic27IMZmZw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hvDD9CjFKiGpMhH1NsK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1MZfQjcf66rvHLTdfNS4Q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Hdf74C5LptD.5KHWeqPg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kyFjrLSzYTDcAvAcDJ_YA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zCWWIIffqf6MNjVg6ZO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c0qFStbH04HDMdbPrE5w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mAXnEMPivkaw6d7m_CS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IM9Txsa0gobdAh4XnrDw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Q1dtKs4MhI5cBMMijBhQ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5AYs_VXWT58W4Rqg_mGRQ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MAfBNbOojtBTZ3PVT6ag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eOwKxDamGx.6orEP.4gjA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TGB5hYZGgOEKULD8wP.w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KSiEPHvYP_hAsRLiOq2A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0tcWquAbm2hcqm83X3Ig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sJ25cK3VjbW76_pPawug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ixjxvy2VYqQ_D6UHzpHGg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_EniH0jtdmG163PgeeqdA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sCcciS0CDAIMBz9UZPklQ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pxurwJgBsZMsEcD2.P9w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WCjdd8O9WS4wy_vOhGXEA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Yu5AB06iLrcc3FaQAYpQ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ilnJNrwRnN4L9kKD296w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CIuA4BihFaVigT4ovGvQ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j_CzEX83CJhEDQwCf3Fg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bVqrPFb1VOtqiAym7c7A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xfBYQP_7FavP__q7acRw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S6y0rKUcEA2yP79PwObg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THYnMvYXdLheCQrJ9H1g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FSpiLgm2uVV8j3FrhfpYA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7r3BUzyIAxBv2x7wzvTQ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5hOB03HvIoYic27IMZmZw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hvDD9CjFKiGpMhH1NsKg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1MZfQjcf66rvHLTdfNS4Q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Hdf74C5LptD.5KHWeqPg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kyFjrLSzYTDcAvAcDJ_YA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zCWWIIffqf6MNjVg6ZOg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c0qFStbH04HDMdbPrE5w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mAXnEMPivkaw6d7m_CSw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IM9Txsa0gobdAh4XnrDw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Q1dtKs4MhI5cBMMijBhQ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5AYs_VXWT58W4Rqg_mGRQ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MAfBNbOojtBTZ3PVT6ag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eOwKxDamGx.6orEP.4gjA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TGB5hYZGgOEKULD8wP.w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KSiEPHvYP_hAsRLiOq2A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0tcWquAbm2hcqm83X3Ig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sJ25cK3VjbW76_pPawug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ixjxvy2VYqQ_D6UHzpHGg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_EniH0jtdmG163PgeeqdA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sCcciS0CDAIMBz9UZPklQ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pxurwJgBsZMsEcD2.P9w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WCjdd8O9WS4wy_vOhGXEA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Yu5AB06iLrcc3FaQAYpQ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ilnJNrwRnN4L9kKD296w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CIuA4BihFaVigT4ovGvQ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j_CzEX83CJhEDQwCf3Fg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bVqrPFb1VOtqiAym7c7A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xfBYQP_7FavP__q7acRw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S6y0rKUcEA2yP79PwObg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THYnMvYXdLheCQrJ9H1g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FSpiLgm2uVV8j3FrhfpYA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7r3BUzyIAxBv2x7wzvTQ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5hOB03HvIoYic27IMZmZw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hvDD9CjFKiGpMhH1NsKg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1MZfQjcf66rvHLTdfNS4Q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Hdf74C5LptD.5KHWeqPg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kyFjrLSzYTDcAvAcDJ_YA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zCWWIIffqf6MNjVg6ZOg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c0qFStbH04HDMdbPrE5w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mAXnEMPivkaw6d7m_CSw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IM9Txsa0gobdAh4XnrDw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Q1dtKs4MhI5cBMMijBhQ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5AYs_VXWT58W4Rqg_mGRQ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MAfBNbOojtBTZ3PVT6ag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eOwKxDamGx.6orEP.4gjA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TGB5hYZGgOEKULD8wP.w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KSiEPHvYP_hAsRLiOq2A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0tcWquAbm2hcqm83X3Ig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sJ25cK3VjbW76_pPawug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ixjxvy2VYqQ_D6UHzpHGg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_EniH0jtdmG163PgeeqdA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sCcciS0CDAIMBz9UZPklQ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pxurwJgBsZMsEcD2.P9w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WCjdd8O9WS4wy_vOhGXEA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YvV3B6JS7lV62gpzqqVw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ZQBiVLoulGfCEKtRbo8g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71uaXPiCpfrIWJ9_Y9rw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.XpADxdeSBJz8aYRqlJZA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YvV3B6JS7lV62gpzqqVw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ZQBiVLoulGfCEKtRbo8g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71uaXPiCpfrIWJ9_Y9rw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.XpADxdeSBJz8aYRqlJZA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YvV3B6JS7lV62gpzqqVw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ZQBiVLoulGfCEKtRbo8g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71uaXPiCpfrIWJ9_Y9rw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.XpADxdeSBJz8aYRqlJZA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YvV3B6JS7lV62gpzqqVw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ZQBiVLoulGfCEKtRbo8g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71uaXPiCpfrIWJ9_Y9rw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.XpADxdeSBJz8aYRqlJZA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eq6Cww4To5JeRSLwbW4w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oGp5olpNiG08XFmPUeOw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0m2pkYQ2lR2C9sWMEZ9A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XTGNZNbRYK8_cpWeaxXg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FeaNdQNLz_7oG7r8TToDg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GoprZpUjwv3L4CZ86D6Q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AzOYY53SZVpXM.QRdLdw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0txWuWRcQNtrpIE5IH5A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dBZPw0kA_jjBVsAHXizOA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ZcE8xsdu2zo7x83KR0eQ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oydl0T_YgPPL9HoJpZbng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bao1nlQDGTSDtRot4mN0Q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SgyQFGwo7zLSdvEEfdw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arpYSIFEl6KDnhMsZYvA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R3WC6X83BScDHx1E5NrEw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XFwhdksid44Fl0p3pmIw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4ESBWcRVgFo_dmL9HW_g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WzT3wm3y0Ib2iJ85dAKIw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BSzBdmgUwQODcVzUEH2g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Z1aiAc4X8oW9IzjaLBOw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1YXARK150DxrHWw6lSIQw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duxoIkEahnlYsRZYHgKg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ICyqr_JRK_dniw.W0PKNA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4T6b223SGMM1_DgXey5w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NOvff8765YCgHDJ9a6rNQ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TFT.3U0Zr847Gjg87zzA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2VCB.pb6jCsj24i3DkfQ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c9NHobTNcIEuHcoyvphQ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wephpLa7P5c4WLap6QJw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J3vo2tx00ARJEYwAiSSA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hWCe2VlQ08Sh4flhnI4Ew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6kNHq9DVmZ7pNfhozQjNQ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Ex7LJjatn0Wr1d4rJ5qg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v_EJhDuf0tyTrIuDVwPJA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.jWaGRBUEm26jXgGwklA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qkEdInaZHE5nTpUmdPnBA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o1DafEI94qGLyW2c1N7Q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1kvD1FAiL26iO5mW2zTFA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mbmXRL378Kj3ayYURZpXg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qW_b2lS0EOoHq8UcOWMw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xuCeplBudkdE24r5wYSw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xK1e83STgojJ5XczjTIvA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FZD3kZ_cwxlcZZ5IzGuTQ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IJvmCpARi7np.viGv_0dQ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tCWVxWalRXZQ6YENhCaHQ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G.ROALdDZ7ROEnsjHRKyg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Y59XhVlPXv1eDtsuPfrg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11Av96FVc8.q0SXeWT2pw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dFFrWvXwGc.r9buaA.rlQ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z.BAIRUJ_UiakFnHY7sg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pR4jFg2k62P1Fvbf.Q2A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p24HjWw0rghAxzmRZHKA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G9mCzQEAzLqtCfGpP7xWA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4yUnsb9yihFuymz7BQ0Q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niHbsb3ujYktwA8fvrDwA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188vd9NzGaQ0QnPG91aw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DKoT934tza3iauRcGewBQ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pJ7buv_KCRLLb0O.._ejg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OCOUTLINELEVEL" val="2"/>
  <p:tag name="SLIDETITLE" val="Asia"/>
  <p:tag name="SLIDELAYOUTNAME" val="Blank with Title"/>
  <p:tag name="SLIDEAUTOMATIONTYPE" val="Standard"/>
  <p:tag name="AUTOMATIONTAG" val="Blank with Title"/>
  <p:tag name="SLIDEPROJECTVERSION" val="6.1.17"/>
  <p:tag name="SLIDEISINMEDIASTERLINGPROJECT" val="True"/>
  <p:tag name="SLIDEUNIQUEID" val="Slide42437.6918981482027934"/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ARA_SHOWWINDOW" val="0"/>
  <p:tag name="ARS_CHARTPOINTWIDTH" val="0.5"/>
  <p:tag name="ARS_CHARTSHOWITEMTEXT" val="0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284.6440393519069448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284.644039351908348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p1br6B.eg.Rx4qQJxBQA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eq6Cww4To5JeRSLwbW4w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b77VMdHj99WeyoodVUI9A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pYKXzmDEcvHe_RXAj9SA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4_vWq8hhxTw4S7_78G0yg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63LDPJfT1_qfMWC7nREIw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XHQk3NFD4zPrMtSVgstPw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RJzbSRVUYvLfTZEsO9Ig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G7uu90f.uYHVTe7Ya3FKA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eq6Cww4To5JeRSLwbW4w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eq6Cww4To5JeRSLwbW4w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oGp5olpNiG08XFmPUeOw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0m2pkYQ2lR2C9sWMEZ9A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XTGNZNbRYK8_cpWeaxXg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FeaNdQNLz_7oG7r8TToDg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GoprZpUjwv3L4CZ86D6Q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AzOYY53SZVpXM.QRdLdw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0txWuWRcQNtrpIE5IH5A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dBZPw0kA_jjBVsAHXizOA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ZcE8xsdu2zo7x83KR0eQ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oydl0T_YgPPL9HoJpZbng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bao1nlQDGTSDtRot4mN0Q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SgyQFGwo7zLSdvEEfdw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arpYSIFEl6KDnhMsZYvA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R3WC6X83BScDHx1E5NrEw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XFwhdksid44Fl0p3pmIw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4ESBWcRVgFo_dmL9HW_g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WzT3wm3y0Ib2iJ85dAKIw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BSzBdmgUwQODcVzUEH2g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Z1aiAc4X8oW9IzjaLBOw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1YXARK150DxrHWw6lSIQw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duxoIkEahnlYsRZYHgKg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ICyqr_JRK_dniw.W0PKNA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4T6b223SGMM1_DgXey5w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NOvff8765YCgHDJ9a6rNQ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TFT.3U0Zr847Gjg87zzA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2VCB.pb6jCsj24i3DkfQ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c9NHobTNcIEuHcoyvphQ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wephpLa7P5c4WLap6QJw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J3vo2tx00ARJEYwAiSSA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hWCe2VlQ08Sh4flhnI4Ew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6kNHq9DVmZ7pNfhozQjNQ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Ex7LJjatn0Wr1d4rJ5qg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v_EJhDuf0tyTrIuDVwPJA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.jWaGRBUEm26jXgGwklA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qkEdInaZHE5nTpUmdPnBA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o1DafEI94qGLyW2c1N7Q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1kvD1FAiL26iO5mW2zTFA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mbmXRL378Kj3ayYURZpXg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qW_b2lS0EOoHq8UcOWMw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xuCeplBudkdE24r5wYSw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xK1e83STgojJ5XczjTIvA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FZD3kZ_cwxlcZZ5IzGuTQ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IJvmCpARi7np.viGv_0dQ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tCWVxWalRXZQ6YENhCaHQ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G.ROALdDZ7ROEnsjHRKyg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Y59XhVlPXv1eDtsuPfrg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11Av96FVc8.q0SXeWT2pw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dFFrWvXwGc.r9buaA.rlQ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z.BAIRUJ_UiakFnHY7sg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pR4jFg2k62P1Fvbf.Q2A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p24HjWw0rghAxzmRZHKA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G9mCzQEAzLqtCfGpP7xWA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4yUnsb9yihFuymz7BQ0Q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niHbsb3ujYktwA8fvrDwA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188vd9NzGaQ0QnPG91aw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DKoT934tza3iauRcGewBQ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pJ7buv_KCRLLb0O.._ejg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OCOUTLINELEVEL" val="2"/>
  <p:tag name="SLIDETITLE" val="Asia"/>
  <p:tag name="SLIDELAYOUTNAME" val="Blank with Title"/>
  <p:tag name="SLIDEAUTOMATIONTYPE" val="Standard"/>
  <p:tag name="AUTOMATIONTAG" val="Blank with Title"/>
  <p:tag name="SLIDEPROJECTVERSION" val="6.1.17"/>
  <p:tag name="SLIDEISINMEDIASTERLINGPROJECT" val="True"/>
  <p:tag name="SLIDEUNIQUEID" val="Slide42437.6918981482027934"/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ARA_SHOWWINDOW" val="0"/>
  <p:tag name="ARS_CHARTPOINTWIDTH" val="0.5"/>
  <p:tag name="ARS_CHARTSHOWITEMTEXT" val="0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284.6440393519069448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284.6440393519083481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p1br6B.eg.Rx4qQJxBQA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eq6Cww4To5JeRSLwbW4w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b77VMdHj99WeyoodVUI9A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pYKXzmDEcvHe_RXAj9SA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4_vWq8hhxTw4S7_78G0yg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63LDPJfT1_qfMWC7nREIw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XHQk3NFD4zPrMtSVgstPw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RJzbSRVUYvLfTZEsO9Ig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G7uu90f.uYHVTe7Ya3FKA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eq6Cww4To5JeRSLwbW4w"/>
</p:tagLst>
</file>

<file path=ppt/theme/theme1.xml><?xml version="1.0" encoding="utf-8"?>
<a:theme xmlns:a="http://schemas.openxmlformats.org/drawingml/2006/main" name="MARSH">
  <a:themeElements>
    <a:clrScheme name="MARSH">
      <a:dk1>
        <a:srgbClr val="000F47"/>
      </a:dk1>
      <a:lt1>
        <a:srgbClr val="FFFFFF"/>
      </a:lt1>
      <a:dk2>
        <a:srgbClr val="7B7974"/>
      </a:dk2>
      <a:lt2>
        <a:srgbClr val="CEECFF"/>
      </a:lt2>
      <a:accent1>
        <a:srgbClr val="000F47"/>
      </a:accent1>
      <a:accent2>
        <a:srgbClr val="0B4BFF"/>
      </a:accent2>
      <a:accent3>
        <a:srgbClr val="82BAFF"/>
      </a:accent3>
      <a:accent4>
        <a:srgbClr val="CEECFF"/>
      </a:accent4>
      <a:accent5>
        <a:srgbClr val="FFBF00"/>
      </a:accent5>
      <a:accent6>
        <a:srgbClr val="B9B6B1"/>
      </a:accent6>
      <a:hlink>
        <a:srgbClr val="004CFF"/>
      </a:hlink>
      <a:folHlink>
        <a:srgbClr val="7B7974"/>
      </a:folHlink>
    </a:clrScheme>
    <a:fontScheme name="Marsh 2026">
      <a:majorFont>
        <a:latin typeface="Georgia Pro Ligh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/>
        </a:defPPr>
      </a:lstStyle>
    </a:txDef>
  </a:objectDefaults>
  <a:extraClrSchemeLst/>
  <a:custClrLst>
    <a:custClr name="Blue 1">
      <a:srgbClr val="000F47"/>
    </a:custClr>
    <a:custClr name="Blue 2">
      <a:srgbClr val="0B4BFF"/>
    </a:custClr>
    <a:custClr name="Blue 3">
      <a:srgbClr val="82BAFF"/>
    </a:custClr>
    <a:custClr name="Blue 4">
      <a:srgbClr val="CEECFF"/>
    </a:custClr>
    <a:custClr name="Amber 1">
      <a:srgbClr val="CB7E03"/>
    </a:custClr>
    <a:custClr name="Amber 2">
      <a:srgbClr val="FFBF00"/>
    </a:custClr>
    <a:custClr name="Amber 3">
      <a:srgbClr val="FFD98A"/>
    </a:custClr>
    <a:custClr name="Amber 4">
      <a:srgbClr val="FFF3DA"/>
    </a:custClr>
    <a:custClr name="White Spacer 1">
      <a:srgbClr val="FFFFFF"/>
    </a:custClr>
    <a:custClr name="White Spacer 2">
      <a:srgbClr val="FFFFFF"/>
    </a:custClr>
    <a:custClr name="Purple 1">
      <a:srgbClr val="5E017F"/>
    </a:custClr>
    <a:custClr name="Purple 2">
      <a:srgbClr val="8F20DE"/>
    </a:custClr>
    <a:custClr name="Purple 3">
      <a:srgbClr val="DEB1FF"/>
    </a:custClr>
    <a:custClr name="Purple 4">
      <a:srgbClr val="F5E8FF"/>
    </a:custClr>
    <a:custClr name="Green 1">
      <a:srgbClr val="2F7500"/>
    </a:custClr>
    <a:custClr name="Green 2">
      <a:srgbClr val="6ABF30"/>
    </a:custClr>
    <a:custClr name="Green 3">
      <a:srgbClr val="B0DC92"/>
    </a:custClr>
    <a:custClr name="Green 4">
      <a:srgbClr val="DFECD7"/>
    </a:custClr>
    <a:custClr name="White Spacer 3">
      <a:srgbClr val="FFFFFF"/>
    </a:custClr>
    <a:custClr name="White Spacer 4">
      <a:srgbClr val="FFFFFF"/>
    </a:custClr>
    <a:custClr name="Grey 1">
      <a:srgbClr val="3D3C37"/>
    </a:custClr>
    <a:custClr name="Grey 2">
      <a:srgbClr val="7B7974"/>
    </a:custClr>
    <a:custClr name="Grey 3">
      <a:srgbClr val="B9B6B1"/>
    </a:custClr>
    <a:custClr name="Grey 4">
      <a:srgbClr val="F7F3EE"/>
    </a:custClr>
    <a:custClr name="Functional Red">
      <a:srgbClr val="C53532"/>
    </a:custClr>
    <a:custClr name="Functional Green">
      <a:srgbClr val="2F7500"/>
    </a:custClr>
    <a:custClr name="Functional Amber">
      <a:srgbClr val="FFBF00"/>
    </a:custClr>
  </a:custClrLst>
  <a:extLst>
    <a:ext uri="{05A4C25C-085E-4340-85A3-A5531E510DB2}">
      <thm15:themeFamily xmlns:thm15="http://schemas.microsoft.com/office/thememl/2012/main" name="MAR2026.Classic16x9 V09.potx" id="{BE01A8DC-FD82-458F-9F68-179BF4266459}" vid="{377C5825-3BF7-427E-A6BC-DBFA18E33B9E}"/>
    </a:ext>
  </a:extLst>
</a:theme>
</file>

<file path=ppt/theme/theme2.xml><?xml version="1.0" encoding="utf-8"?>
<a:theme xmlns:a="http://schemas.openxmlformats.org/drawingml/2006/main" name="1_MARSH">
  <a:themeElements>
    <a:clrScheme name="MARSH">
      <a:dk1>
        <a:srgbClr val="000F47"/>
      </a:dk1>
      <a:lt1>
        <a:srgbClr val="FFFFFF"/>
      </a:lt1>
      <a:dk2>
        <a:srgbClr val="7B7974"/>
      </a:dk2>
      <a:lt2>
        <a:srgbClr val="CEECFF"/>
      </a:lt2>
      <a:accent1>
        <a:srgbClr val="000F47"/>
      </a:accent1>
      <a:accent2>
        <a:srgbClr val="0B4BFF"/>
      </a:accent2>
      <a:accent3>
        <a:srgbClr val="82BAFF"/>
      </a:accent3>
      <a:accent4>
        <a:srgbClr val="CEECFF"/>
      </a:accent4>
      <a:accent5>
        <a:srgbClr val="FFBF00"/>
      </a:accent5>
      <a:accent6>
        <a:srgbClr val="B9B6B1"/>
      </a:accent6>
      <a:hlink>
        <a:srgbClr val="004CFF"/>
      </a:hlink>
      <a:folHlink>
        <a:srgbClr val="7B7974"/>
      </a:folHlink>
    </a:clrScheme>
    <a:fontScheme name="Marsh 2026">
      <a:majorFont>
        <a:latin typeface="Georgia Pro Ligh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/>
        </a:defPPr>
      </a:lstStyle>
    </a:txDef>
  </a:objectDefaults>
  <a:extraClrSchemeLst/>
  <a:custClrLst>
    <a:custClr name="Blue 1">
      <a:srgbClr val="000F47"/>
    </a:custClr>
    <a:custClr name="Blue 2">
      <a:srgbClr val="0B4BFF"/>
    </a:custClr>
    <a:custClr name="Blue 3">
      <a:srgbClr val="82BAFF"/>
    </a:custClr>
    <a:custClr name="Blue 4">
      <a:srgbClr val="CEECFF"/>
    </a:custClr>
    <a:custClr name="Amber 1">
      <a:srgbClr val="CB7E03"/>
    </a:custClr>
    <a:custClr name="Amber 2">
      <a:srgbClr val="FFBF00"/>
    </a:custClr>
    <a:custClr name="Amber 3">
      <a:srgbClr val="FFD98A"/>
    </a:custClr>
    <a:custClr name="Amber 4">
      <a:srgbClr val="FFF3DA"/>
    </a:custClr>
    <a:custClr name="White Spacer 1">
      <a:srgbClr val="FFFFFF"/>
    </a:custClr>
    <a:custClr name="White Spacer 2">
      <a:srgbClr val="FFFFFF"/>
    </a:custClr>
    <a:custClr name="Purple 1">
      <a:srgbClr val="5E017F"/>
    </a:custClr>
    <a:custClr name="Purple 2">
      <a:srgbClr val="8F20DE"/>
    </a:custClr>
    <a:custClr name="Purple 3">
      <a:srgbClr val="DEB1FF"/>
    </a:custClr>
    <a:custClr name="Purple 4">
      <a:srgbClr val="F5E8FF"/>
    </a:custClr>
    <a:custClr name="Green 1">
      <a:srgbClr val="2F7500"/>
    </a:custClr>
    <a:custClr name="Green 2">
      <a:srgbClr val="6ABF30"/>
    </a:custClr>
    <a:custClr name="Green 3">
      <a:srgbClr val="B0DC92"/>
    </a:custClr>
    <a:custClr name="Green 4">
      <a:srgbClr val="DFECD7"/>
    </a:custClr>
    <a:custClr name="White Spacer 3">
      <a:srgbClr val="FFFFFF"/>
    </a:custClr>
    <a:custClr name="White Spacer 4">
      <a:srgbClr val="FFFFFF"/>
    </a:custClr>
    <a:custClr name="Grey 1">
      <a:srgbClr val="3D3C37"/>
    </a:custClr>
    <a:custClr name="Grey 2">
      <a:srgbClr val="7B7974"/>
    </a:custClr>
    <a:custClr name="Grey 3">
      <a:srgbClr val="B9B6B1"/>
    </a:custClr>
    <a:custClr name="Grey 4">
      <a:srgbClr val="F7F3EE"/>
    </a:custClr>
    <a:custClr name="Functional Red">
      <a:srgbClr val="C53532"/>
    </a:custClr>
    <a:custClr name="Functional Green">
      <a:srgbClr val="2F7500"/>
    </a:custClr>
    <a:custClr name="Functional Amber">
      <a:srgbClr val="FFBF00"/>
    </a:custClr>
  </a:custClrLst>
  <a:extLst>
    <a:ext uri="{05A4C25C-085E-4340-85A3-A5531E510DB2}">
      <thm15:themeFamily xmlns:thm15="http://schemas.microsoft.com/office/thememl/2012/main" name="MAR2026.Classic16x9 V09.potx" id="{BE01A8DC-FD82-458F-9F68-179BF4266459}" vid="{377C5825-3BF7-427E-A6BC-DBFA18E33B9E}"/>
    </a:ext>
  </a:extLst>
</a:theme>
</file>

<file path=ppt/theme/theme3.xml><?xml version="1.0" encoding="utf-8"?>
<a:theme xmlns:a="http://schemas.openxmlformats.org/drawingml/2006/main" name="2_MARSH">
  <a:themeElements>
    <a:clrScheme name="MARSH">
      <a:dk1>
        <a:srgbClr val="000F47"/>
      </a:dk1>
      <a:lt1>
        <a:srgbClr val="FFFFFF"/>
      </a:lt1>
      <a:dk2>
        <a:srgbClr val="7B7974"/>
      </a:dk2>
      <a:lt2>
        <a:srgbClr val="CEECFF"/>
      </a:lt2>
      <a:accent1>
        <a:srgbClr val="000F47"/>
      </a:accent1>
      <a:accent2>
        <a:srgbClr val="0B4BFF"/>
      </a:accent2>
      <a:accent3>
        <a:srgbClr val="82BAFF"/>
      </a:accent3>
      <a:accent4>
        <a:srgbClr val="CEECFF"/>
      </a:accent4>
      <a:accent5>
        <a:srgbClr val="FFBF00"/>
      </a:accent5>
      <a:accent6>
        <a:srgbClr val="B9B6B1"/>
      </a:accent6>
      <a:hlink>
        <a:srgbClr val="004CFF"/>
      </a:hlink>
      <a:folHlink>
        <a:srgbClr val="7B7974"/>
      </a:folHlink>
    </a:clrScheme>
    <a:fontScheme name="Marsh 2026">
      <a:majorFont>
        <a:latin typeface="Georgia Pro Ligh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/>
        </a:defPPr>
      </a:lstStyle>
    </a:txDef>
  </a:objectDefaults>
  <a:extraClrSchemeLst/>
  <a:custClrLst>
    <a:custClr name="Blue 1">
      <a:srgbClr val="000F47"/>
    </a:custClr>
    <a:custClr name="Blue 2">
      <a:srgbClr val="0B4BFF"/>
    </a:custClr>
    <a:custClr name="Blue 3">
      <a:srgbClr val="82BAFF"/>
    </a:custClr>
    <a:custClr name="Blue 4">
      <a:srgbClr val="CEECFF"/>
    </a:custClr>
    <a:custClr name="Amber 1">
      <a:srgbClr val="CB7E03"/>
    </a:custClr>
    <a:custClr name="Amber 2">
      <a:srgbClr val="FFBF00"/>
    </a:custClr>
    <a:custClr name="Amber 3">
      <a:srgbClr val="FFD98A"/>
    </a:custClr>
    <a:custClr name="Amber 4">
      <a:srgbClr val="FFF3DA"/>
    </a:custClr>
    <a:custClr name="White Spacer 1">
      <a:srgbClr val="FFFFFF"/>
    </a:custClr>
    <a:custClr name="White Spacer 2">
      <a:srgbClr val="FFFFFF"/>
    </a:custClr>
    <a:custClr name="Purple 1">
      <a:srgbClr val="5E017F"/>
    </a:custClr>
    <a:custClr name="Purple 2">
      <a:srgbClr val="8F20DE"/>
    </a:custClr>
    <a:custClr name="Purple 3">
      <a:srgbClr val="DEB1FF"/>
    </a:custClr>
    <a:custClr name="Purple 4">
      <a:srgbClr val="F5E8FF"/>
    </a:custClr>
    <a:custClr name="Green 1">
      <a:srgbClr val="2F7500"/>
    </a:custClr>
    <a:custClr name="Green 2">
      <a:srgbClr val="6ABF30"/>
    </a:custClr>
    <a:custClr name="Green 3">
      <a:srgbClr val="B0DC92"/>
    </a:custClr>
    <a:custClr name="Green 4">
      <a:srgbClr val="DFECD7"/>
    </a:custClr>
    <a:custClr name="White Spacer 3">
      <a:srgbClr val="FFFFFF"/>
    </a:custClr>
    <a:custClr name="White Spacer 4">
      <a:srgbClr val="FFFFFF"/>
    </a:custClr>
    <a:custClr name="Grey 1">
      <a:srgbClr val="3D3C37"/>
    </a:custClr>
    <a:custClr name="Grey 2">
      <a:srgbClr val="7B7974"/>
    </a:custClr>
    <a:custClr name="Grey 3">
      <a:srgbClr val="B9B6B1"/>
    </a:custClr>
    <a:custClr name="Grey 4">
      <a:srgbClr val="F7F3EE"/>
    </a:custClr>
    <a:custClr name="Functional Red">
      <a:srgbClr val="C53532"/>
    </a:custClr>
    <a:custClr name="Functional Green">
      <a:srgbClr val="2F7500"/>
    </a:custClr>
    <a:custClr name="Functional Amber">
      <a:srgbClr val="FFBF00"/>
    </a:custClr>
  </a:custClrLst>
  <a:extLst>
    <a:ext uri="{05A4C25C-085E-4340-85A3-A5531E510DB2}">
      <thm15:themeFamily xmlns:thm15="http://schemas.microsoft.com/office/thememl/2012/main" name="MAR2026.Classic16x9 V09.potx" id="{BE01A8DC-FD82-458F-9F68-179BF4266459}" vid="{377C5825-3BF7-427E-A6BC-DBFA18E33B9E}"/>
    </a:ext>
  </a:extLst>
</a:theme>
</file>

<file path=ppt/theme/theme4.xml><?xml version="1.0" encoding="utf-8"?>
<a:theme xmlns:a="http://schemas.openxmlformats.org/drawingml/2006/main" name="3_MARSH">
  <a:themeElements>
    <a:clrScheme name="MARSH">
      <a:dk1>
        <a:srgbClr val="000F47"/>
      </a:dk1>
      <a:lt1>
        <a:srgbClr val="FFFFFF"/>
      </a:lt1>
      <a:dk2>
        <a:srgbClr val="7B7974"/>
      </a:dk2>
      <a:lt2>
        <a:srgbClr val="CEECFF"/>
      </a:lt2>
      <a:accent1>
        <a:srgbClr val="000F47"/>
      </a:accent1>
      <a:accent2>
        <a:srgbClr val="0B4BFF"/>
      </a:accent2>
      <a:accent3>
        <a:srgbClr val="82BAFF"/>
      </a:accent3>
      <a:accent4>
        <a:srgbClr val="CEECFF"/>
      </a:accent4>
      <a:accent5>
        <a:srgbClr val="FFBF00"/>
      </a:accent5>
      <a:accent6>
        <a:srgbClr val="B9B6B1"/>
      </a:accent6>
      <a:hlink>
        <a:srgbClr val="004CFF"/>
      </a:hlink>
      <a:folHlink>
        <a:srgbClr val="7B7974"/>
      </a:folHlink>
    </a:clrScheme>
    <a:fontScheme name="Marsh 2026">
      <a:majorFont>
        <a:latin typeface="Georgia Pro Ligh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/>
        </a:defPPr>
      </a:lstStyle>
    </a:txDef>
  </a:objectDefaults>
  <a:extraClrSchemeLst/>
  <a:custClrLst>
    <a:custClr name="Blue 1">
      <a:srgbClr val="000F47"/>
    </a:custClr>
    <a:custClr name="Blue 2">
      <a:srgbClr val="0B4BFF"/>
    </a:custClr>
    <a:custClr name="Blue 3">
      <a:srgbClr val="82BAFF"/>
    </a:custClr>
    <a:custClr name="Blue 4">
      <a:srgbClr val="CEECFF"/>
    </a:custClr>
    <a:custClr name="Amber 1">
      <a:srgbClr val="CB7E03"/>
    </a:custClr>
    <a:custClr name="Amber 2">
      <a:srgbClr val="FFBF00"/>
    </a:custClr>
    <a:custClr name="Amber 3">
      <a:srgbClr val="FFD98A"/>
    </a:custClr>
    <a:custClr name="Amber 4">
      <a:srgbClr val="FFF3DA"/>
    </a:custClr>
    <a:custClr name="White Spacer 1">
      <a:srgbClr val="FFFFFF"/>
    </a:custClr>
    <a:custClr name="White Spacer 2">
      <a:srgbClr val="FFFFFF"/>
    </a:custClr>
    <a:custClr name="Purple 1">
      <a:srgbClr val="5E017F"/>
    </a:custClr>
    <a:custClr name="Purple 2">
      <a:srgbClr val="8F20DE"/>
    </a:custClr>
    <a:custClr name="Purple 3">
      <a:srgbClr val="DEB1FF"/>
    </a:custClr>
    <a:custClr name="Purple 4">
      <a:srgbClr val="F5E8FF"/>
    </a:custClr>
    <a:custClr name="Green 1">
      <a:srgbClr val="2F7500"/>
    </a:custClr>
    <a:custClr name="Green 2">
      <a:srgbClr val="6ABF30"/>
    </a:custClr>
    <a:custClr name="Green 3">
      <a:srgbClr val="B0DC92"/>
    </a:custClr>
    <a:custClr name="Green 4">
      <a:srgbClr val="DFECD7"/>
    </a:custClr>
    <a:custClr name="White Spacer 3">
      <a:srgbClr val="FFFFFF"/>
    </a:custClr>
    <a:custClr name="White Spacer 4">
      <a:srgbClr val="FFFFFF"/>
    </a:custClr>
    <a:custClr name="Grey 1">
      <a:srgbClr val="3D3C37"/>
    </a:custClr>
    <a:custClr name="Grey 2">
      <a:srgbClr val="7B7974"/>
    </a:custClr>
    <a:custClr name="Grey 3">
      <a:srgbClr val="B9B6B1"/>
    </a:custClr>
    <a:custClr name="Grey 4">
      <a:srgbClr val="F7F3EE"/>
    </a:custClr>
    <a:custClr name="Functional Red">
      <a:srgbClr val="C53532"/>
    </a:custClr>
    <a:custClr name="Functional Green">
      <a:srgbClr val="2F7500"/>
    </a:custClr>
    <a:custClr name="Functional Amber">
      <a:srgbClr val="FFBF00"/>
    </a:custClr>
  </a:custClrLst>
  <a:extLst>
    <a:ext uri="{05A4C25C-085E-4340-85A3-A5531E510DB2}">
      <thm15:themeFamily xmlns:thm15="http://schemas.microsoft.com/office/thememl/2012/main" name="MAR2026.Classic16x9 V09.potx" id="{BE01A8DC-FD82-458F-9F68-179BF4266459}" vid="{377C5825-3BF7-427E-A6BC-DBFA18E33B9E}"/>
    </a:ext>
  </a:extLst>
</a:theme>
</file>

<file path=ppt/theme/theme5.xml><?xml version="1.0" encoding="utf-8"?>
<a:theme xmlns:a="http://schemas.openxmlformats.org/drawingml/2006/main" name="4_MARSH">
  <a:themeElements>
    <a:clrScheme name="MARSH">
      <a:dk1>
        <a:srgbClr val="000F47"/>
      </a:dk1>
      <a:lt1>
        <a:srgbClr val="FFFFFF"/>
      </a:lt1>
      <a:dk2>
        <a:srgbClr val="7B7974"/>
      </a:dk2>
      <a:lt2>
        <a:srgbClr val="CEECFF"/>
      </a:lt2>
      <a:accent1>
        <a:srgbClr val="000F47"/>
      </a:accent1>
      <a:accent2>
        <a:srgbClr val="0B4BFF"/>
      </a:accent2>
      <a:accent3>
        <a:srgbClr val="82BAFF"/>
      </a:accent3>
      <a:accent4>
        <a:srgbClr val="CEECFF"/>
      </a:accent4>
      <a:accent5>
        <a:srgbClr val="FFBF00"/>
      </a:accent5>
      <a:accent6>
        <a:srgbClr val="B9B6B1"/>
      </a:accent6>
      <a:hlink>
        <a:srgbClr val="004CFF"/>
      </a:hlink>
      <a:folHlink>
        <a:srgbClr val="7B7974"/>
      </a:folHlink>
    </a:clrScheme>
    <a:fontScheme name="Marsh 2026">
      <a:majorFont>
        <a:latin typeface="Georgia Pro Ligh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/>
        </a:defPPr>
      </a:lstStyle>
    </a:txDef>
  </a:objectDefaults>
  <a:extraClrSchemeLst/>
  <a:custClrLst>
    <a:custClr name="Blue 1">
      <a:srgbClr val="000F47"/>
    </a:custClr>
    <a:custClr name="Blue 2">
      <a:srgbClr val="0B4BFF"/>
    </a:custClr>
    <a:custClr name="Blue 3">
      <a:srgbClr val="82BAFF"/>
    </a:custClr>
    <a:custClr name="Blue 4">
      <a:srgbClr val="CEECFF"/>
    </a:custClr>
    <a:custClr name="Amber 1">
      <a:srgbClr val="CB7E03"/>
    </a:custClr>
    <a:custClr name="Amber 2">
      <a:srgbClr val="FFBF00"/>
    </a:custClr>
    <a:custClr name="Amber 3">
      <a:srgbClr val="FFD98A"/>
    </a:custClr>
    <a:custClr name="Amber 4">
      <a:srgbClr val="FFF3DA"/>
    </a:custClr>
    <a:custClr name="White Spacer 1">
      <a:srgbClr val="FFFFFF"/>
    </a:custClr>
    <a:custClr name="White Spacer 2">
      <a:srgbClr val="FFFFFF"/>
    </a:custClr>
    <a:custClr name="Purple 1">
      <a:srgbClr val="5E017F"/>
    </a:custClr>
    <a:custClr name="Purple 2">
      <a:srgbClr val="8F20DE"/>
    </a:custClr>
    <a:custClr name="Purple 3">
      <a:srgbClr val="DEB1FF"/>
    </a:custClr>
    <a:custClr name="Purple 4">
      <a:srgbClr val="F5E8FF"/>
    </a:custClr>
    <a:custClr name="Green 1">
      <a:srgbClr val="2F7500"/>
    </a:custClr>
    <a:custClr name="Green 2">
      <a:srgbClr val="6ABF30"/>
    </a:custClr>
    <a:custClr name="Green 3">
      <a:srgbClr val="B0DC92"/>
    </a:custClr>
    <a:custClr name="Green 4">
      <a:srgbClr val="DFECD7"/>
    </a:custClr>
    <a:custClr name="White Spacer 3">
      <a:srgbClr val="FFFFFF"/>
    </a:custClr>
    <a:custClr name="White Spacer 4">
      <a:srgbClr val="FFFFFF"/>
    </a:custClr>
    <a:custClr name="Grey 1">
      <a:srgbClr val="3D3C37"/>
    </a:custClr>
    <a:custClr name="Grey 2">
      <a:srgbClr val="7B7974"/>
    </a:custClr>
    <a:custClr name="Grey 3">
      <a:srgbClr val="B9B6B1"/>
    </a:custClr>
    <a:custClr name="Grey 4">
      <a:srgbClr val="F7F3EE"/>
    </a:custClr>
    <a:custClr name="Functional Red">
      <a:srgbClr val="C53532"/>
    </a:custClr>
    <a:custClr name="Functional Green">
      <a:srgbClr val="2F7500"/>
    </a:custClr>
    <a:custClr name="Functional Amber">
      <a:srgbClr val="FFBF00"/>
    </a:custClr>
  </a:custClrLst>
  <a:extLst>
    <a:ext uri="{05A4C25C-085E-4340-85A3-A5531E510DB2}">
      <thm15:themeFamily xmlns:thm15="http://schemas.microsoft.com/office/thememl/2012/main" name="MAR2026.Classic16x9 V09.potx" id="{BE01A8DC-FD82-458F-9F68-179BF4266459}" vid="{377C5825-3BF7-427E-A6BC-DBFA18E33B9E}"/>
    </a:ext>
  </a:extLst>
</a:theme>
</file>

<file path=ppt/theme/theme6.xml><?xml version="1.0" encoding="utf-8"?>
<a:theme xmlns:a="http://schemas.openxmlformats.org/drawingml/2006/main" name="5_MARSH">
  <a:themeElements>
    <a:clrScheme name="MARSH">
      <a:dk1>
        <a:srgbClr val="000F47"/>
      </a:dk1>
      <a:lt1>
        <a:srgbClr val="FFFFFF"/>
      </a:lt1>
      <a:dk2>
        <a:srgbClr val="7B7974"/>
      </a:dk2>
      <a:lt2>
        <a:srgbClr val="CEECFF"/>
      </a:lt2>
      <a:accent1>
        <a:srgbClr val="000F47"/>
      </a:accent1>
      <a:accent2>
        <a:srgbClr val="0B4BFF"/>
      </a:accent2>
      <a:accent3>
        <a:srgbClr val="82BAFF"/>
      </a:accent3>
      <a:accent4>
        <a:srgbClr val="CEECFF"/>
      </a:accent4>
      <a:accent5>
        <a:srgbClr val="FFBF00"/>
      </a:accent5>
      <a:accent6>
        <a:srgbClr val="B9B6B1"/>
      </a:accent6>
      <a:hlink>
        <a:srgbClr val="004CFF"/>
      </a:hlink>
      <a:folHlink>
        <a:srgbClr val="7B7974"/>
      </a:folHlink>
    </a:clrScheme>
    <a:fontScheme name="Marsh 2026">
      <a:majorFont>
        <a:latin typeface="Georgia Pro Ligh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/>
        </a:defPPr>
      </a:lstStyle>
    </a:txDef>
  </a:objectDefaults>
  <a:extraClrSchemeLst/>
  <a:custClrLst>
    <a:custClr name="Blue 1">
      <a:srgbClr val="000F47"/>
    </a:custClr>
    <a:custClr name="Blue 2">
      <a:srgbClr val="0B4BFF"/>
    </a:custClr>
    <a:custClr name="Blue 3">
      <a:srgbClr val="82BAFF"/>
    </a:custClr>
    <a:custClr name="Blue 4">
      <a:srgbClr val="CEECFF"/>
    </a:custClr>
    <a:custClr name="Amber 1">
      <a:srgbClr val="CB7E03"/>
    </a:custClr>
    <a:custClr name="Amber 2">
      <a:srgbClr val="FFBF00"/>
    </a:custClr>
    <a:custClr name="Amber 3">
      <a:srgbClr val="FFD98A"/>
    </a:custClr>
    <a:custClr name="Amber 4">
      <a:srgbClr val="FFF3DA"/>
    </a:custClr>
    <a:custClr name="White Spacer 1">
      <a:srgbClr val="FFFFFF"/>
    </a:custClr>
    <a:custClr name="White Spacer 2">
      <a:srgbClr val="FFFFFF"/>
    </a:custClr>
    <a:custClr name="Purple 1">
      <a:srgbClr val="5E017F"/>
    </a:custClr>
    <a:custClr name="Purple 2">
      <a:srgbClr val="8F20DE"/>
    </a:custClr>
    <a:custClr name="Purple 3">
      <a:srgbClr val="DEB1FF"/>
    </a:custClr>
    <a:custClr name="Purple 4">
      <a:srgbClr val="F5E8FF"/>
    </a:custClr>
    <a:custClr name="Green 1">
      <a:srgbClr val="2F7500"/>
    </a:custClr>
    <a:custClr name="Green 2">
      <a:srgbClr val="6ABF30"/>
    </a:custClr>
    <a:custClr name="Green 3">
      <a:srgbClr val="B0DC92"/>
    </a:custClr>
    <a:custClr name="Green 4">
      <a:srgbClr val="DFECD7"/>
    </a:custClr>
    <a:custClr name="White Spacer 3">
      <a:srgbClr val="FFFFFF"/>
    </a:custClr>
    <a:custClr name="White Spacer 4">
      <a:srgbClr val="FFFFFF"/>
    </a:custClr>
    <a:custClr name="Grey 1">
      <a:srgbClr val="3D3C37"/>
    </a:custClr>
    <a:custClr name="Grey 2">
      <a:srgbClr val="7B7974"/>
    </a:custClr>
    <a:custClr name="Grey 3">
      <a:srgbClr val="B9B6B1"/>
    </a:custClr>
    <a:custClr name="Grey 4">
      <a:srgbClr val="F7F3EE"/>
    </a:custClr>
    <a:custClr name="Functional Red">
      <a:srgbClr val="C53532"/>
    </a:custClr>
    <a:custClr name="Functional Green">
      <a:srgbClr val="2F7500"/>
    </a:custClr>
    <a:custClr name="Functional Amber">
      <a:srgbClr val="FFBF00"/>
    </a:custClr>
  </a:custClrLst>
  <a:extLst>
    <a:ext uri="{05A4C25C-085E-4340-85A3-A5531E510DB2}">
      <thm15:themeFamily xmlns:thm15="http://schemas.microsoft.com/office/thememl/2012/main" name="MAR2026.Classic16x9 V09.potx" id="{BE01A8DC-FD82-458F-9F68-179BF4266459}" vid="{377C5825-3BF7-427E-A6BC-DBFA18E33B9E}"/>
    </a:ext>
  </a:extLst>
</a:theme>
</file>

<file path=ppt/theme/theme7.xml><?xml version="1.0" encoding="utf-8"?>
<a:theme xmlns:a="http://schemas.openxmlformats.org/drawingml/2006/main" name="6_MARSH">
  <a:themeElements>
    <a:clrScheme name="MARSH">
      <a:dk1>
        <a:srgbClr val="000F47"/>
      </a:dk1>
      <a:lt1>
        <a:srgbClr val="FFFFFF"/>
      </a:lt1>
      <a:dk2>
        <a:srgbClr val="7B7974"/>
      </a:dk2>
      <a:lt2>
        <a:srgbClr val="CEECFF"/>
      </a:lt2>
      <a:accent1>
        <a:srgbClr val="000F47"/>
      </a:accent1>
      <a:accent2>
        <a:srgbClr val="0B4BFF"/>
      </a:accent2>
      <a:accent3>
        <a:srgbClr val="82BAFF"/>
      </a:accent3>
      <a:accent4>
        <a:srgbClr val="CEECFF"/>
      </a:accent4>
      <a:accent5>
        <a:srgbClr val="FFBF00"/>
      </a:accent5>
      <a:accent6>
        <a:srgbClr val="B9B6B1"/>
      </a:accent6>
      <a:hlink>
        <a:srgbClr val="004CFF"/>
      </a:hlink>
      <a:folHlink>
        <a:srgbClr val="7B7974"/>
      </a:folHlink>
    </a:clrScheme>
    <a:fontScheme name="Marsh 2026">
      <a:majorFont>
        <a:latin typeface="Georgia Pro Ligh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/>
        </a:defPPr>
      </a:lstStyle>
    </a:txDef>
  </a:objectDefaults>
  <a:extraClrSchemeLst/>
  <a:custClrLst>
    <a:custClr name="Blue 1">
      <a:srgbClr val="000F47"/>
    </a:custClr>
    <a:custClr name="Blue 2">
      <a:srgbClr val="0B4BFF"/>
    </a:custClr>
    <a:custClr name="Blue 3">
      <a:srgbClr val="82BAFF"/>
    </a:custClr>
    <a:custClr name="Blue 4">
      <a:srgbClr val="CEECFF"/>
    </a:custClr>
    <a:custClr name="Amber 1">
      <a:srgbClr val="CB7E03"/>
    </a:custClr>
    <a:custClr name="Amber 2">
      <a:srgbClr val="FFBF00"/>
    </a:custClr>
    <a:custClr name="Amber 3">
      <a:srgbClr val="FFD98A"/>
    </a:custClr>
    <a:custClr name="Amber 4">
      <a:srgbClr val="FFF3DA"/>
    </a:custClr>
    <a:custClr name="White Spacer 1">
      <a:srgbClr val="FFFFFF"/>
    </a:custClr>
    <a:custClr name="White Spacer 2">
      <a:srgbClr val="FFFFFF"/>
    </a:custClr>
    <a:custClr name="Purple 1">
      <a:srgbClr val="5E017F"/>
    </a:custClr>
    <a:custClr name="Purple 2">
      <a:srgbClr val="8F20DE"/>
    </a:custClr>
    <a:custClr name="Purple 3">
      <a:srgbClr val="DEB1FF"/>
    </a:custClr>
    <a:custClr name="Purple 4">
      <a:srgbClr val="F5E8FF"/>
    </a:custClr>
    <a:custClr name="Green 1">
      <a:srgbClr val="2F7500"/>
    </a:custClr>
    <a:custClr name="Green 2">
      <a:srgbClr val="6ABF30"/>
    </a:custClr>
    <a:custClr name="Green 3">
      <a:srgbClr val="B0DC92"/>
    </a:custClr>
    <a:custClr name="Green 4">
      <a:srgbClr val="DFECD7"/>
    </a:custClr>
    <a:custClr name="White Spacer 3">
      <a:srgbClr val="FFFFFF"/>
    </a:custClr>
    <a:custClr name="White Spacer 4">
      <a:srgbClr val="FFFFFF"/>
    </a:custClr>
    <a:custClr name="Grey 1">
      <a:srgbClr val="3D3C37"/>
    </a:custClr>
    <a:custClr name="Grey 2">
      <a:srgbClr val="7B7974"/>
    </a:custClr>
    <a:custClr name="Grey 3">
      <a:srgbClr val="B9B6B1"/>
    </a:custClr>
    <a:custClr name="Grey 4">
      <a:srgbClr val="F7F3EE"/>
    </a:custClr>
    <a:custClr name="Functional Red">
      <a:srgbClr val="C53532"/>
    </a:custClr>
    <a:custClr name="Functional Green">
      <a:srgbClr val="2F7500"/>
    </a:custClr>
    <a:custClr name="Functional Amber">
      <a:srgbClr val="FFBF00"/>
    </a:custClr>
  </a:custClrLst>
  <a:extLst>
    <a:ext uri="{05A4C25C-085E-4340-85A3-A5531E510DB2}">
      <thm15:themeFamily xmlns:thm15="http://schemas.microsoft.com/office/thememl/2012/main" name="MAR2026.Classic16x9 V09.potx" id="{BE01A8DC-FD82-458F-9F68-179BF4266459}" vid="{377C5825-3BF7-427E-A6BC-DBFA18E33B9E}"/>
    </a:ext>
  </a:extLst>
</a:theme>
</file>

<file path=ppt/theme/theme8.xml><?xml version="1.0" encoding="utf-8"?>
<a:theme xmlns:a="http://schemas.openxmlformats.org/drawingml/2006/main" name="7_MARSH">
  <a:themeElements>
    <a:clrScheme name="MARSH">
      <a:dk1>
        <a:srgbClr val="000F47"/>
      </a:dk1>
      <a:lt1>
        <a:srgbClr val="FFFFFF"/>
      </a:lt1>
      <a:dk2>
        <a:srgbClr val="7B7974"/>
      </a:dk2>
      <a:lt2>
        <a:srgbClr val="CEECFF"/>
      </a:lt2>
      <a:accent1>
        <a:srgbClr val="000F47"/>
      </a:accent1>
      <a:accent2>
        <a:srgbClr val="0B4BFF"/>
      </a:accent2>
      <a:accent3>
        <a:srgbClr val="82BAFF"/>
      </a:accent3>
      <a:accent4>
        <a:srgbClr val="CEECFF"/>
      </a:accent4>
      <a:accent5>
        <a:srgbClr val="FFBF00"/>
      </a:accent5>
      <a:accent6>
        <a:srgbClr val="B9B6B1"/>
      </a:accent6>
      <a:hlink>
        <a:srgbClr val="004CFF"/>
      </a:hlink>
      <a:folHlink>
        <a:srgbClr val="7B7974"/>
      </a:folHlink>
    </a:clrScheme>
    <a:fontScheme name="Marsh 2026">
      <a:majorFont>
        <a:latin typeface="Georgia Pro Ligh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/>
        </a:defPPr>
      </a:lstStyle>
    </a:txDef>
  </a:objectDefaults>
  <a:extraClrSchemeLst/>
  <a:custClrLst>
    <a:custClr name="Blue 1">
      <a:srgbClr val="000F47"/>
    </a:custClr>
    <a:custClr name="Blue 2">
      <a:srgbClr val="0B4BFF"/>
    </a:custClr>
    <a:custClr name="Blue 3">
      <a:srgbClr val="82BAFF"/>
    </a:custClr>
    <a:custClr name="Blue 4">
      <a:srgbClr val="CEECFF"/>
    </a:custClr>
    <a:custClr name="Amber 1">
      <a:srgbClr val="CB7E03"/>
    </a:custClr>
    <a:custClr name="Amber 2">
      <a:srgbClr val="FFBF00"/>
    </a:custClr>
    <a:custClr name="Amber 3">
      <a:srgbClr val="FFD98A"/>
    </a:custClr>
    <a:custClr name="Amber 4">
      <a:srgbClr val="FFF3DA"/>
    </a:custClr>
    <a:custClr name="White Spacer 1">
      <a:srgbClr val="FFFFFF"/>
    </a:custClr>
    <a:custClr name="White Spacer 2">
      <a:srgbClr val="FFFFFF"/>
    </a:custClr>
    <a:custClr name="Purple 1">
      <a:srgbClr val="5E017F"/>
    </a:custClr>
    <a:custClr name="Purple 2">
      <a:srgbClr val="8F20DE"/>
    </a:custClr>
    <a:custClr name="Purple 3">
      <a:srgbClr val="DEB1FF"/>
    </a:custClr>
    <a:custClr name="Purple 4">
      <a:srgbClr val="F5E8FF"/>
    </a:custClr>
    <a:custClr name="Green 1">
      <a:srgbClr val="2F7500"/>
    </a:custClr>
    <a:custClr name="Green 2">
      <a:srgbClr val="6ABF30"/>
    </a:custClr>
    <a:custClr name="Green 3">
      <a:srgbClr val="B0DC92"/>
    </a:custClr>
    <a:custClr name="Green 4">
      <a:srgbClr val="DFECD7"/>
    </a:custClr>
    <a:custClr name="White Spacer 3">
      <a:srgbClr val="FFFFFF"/>
    </a:custClr>
    <a:custClr name="White Spacer 4">
      <a:srgbClr val="FFFFFF"/>
    </a:custClr>
    <a:custClr name="Grey 1">
      <a:srgbClr val="3D3C37"/>
    </a:custClr>
    <a:custClr name="Grey 2">
      <a:srgbClr val="7B7974"/>
    </a:custClr>
    <a:custClr name="Grey 3">
      <a:srgbClr val="B9B6B1"/>
    </a:custClr>
    <a:custClr name="Grey 4">
      <a:srgbClr val="F7F3EE"/>
    </a:custClr>
    <a:custClr name="Functional Red">
      <a:srgbClr val="C53532"/>
    </a:custClr>
    <a:custClr name="Functional Green">
      <a:srgbClr val="2F7500"/>
    </a:custClr>
    <a:custClr name="Functional Amber">
      <a:srgbClr val="FFBF00"/>
    </a:custClr>
  </a:custClrLst>
  <a:extLst>
    <a:ext uri="{05A4C25C-085E-4340-85A3-A5531E510DB2}">
      <thm15:themeFamily xmlns:thm15="http://schemas.microsoft.com/office/thememl/2012/main" name="MAR2026.Classic16x9 V09.potx" id="{BE01A8DC-FD82-458F-9F68-179BF4266459}" vid="{377C5825-3BF7-427E-A6BC-DBFA18E33B9E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6.xml"/></Relationships>
</file>

<file path=customXml/_rels/item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7.xml"/></Relationships>
</file>

<file path=customXml/_rels/item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8.xml"/></Relationships>
</file>

<file path=customXml/_rels/item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9.xml"/></Relationships>
</file>

<file path=customXml/_rels/item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0.xml"/></Relationships>
</file>

<file path=customXml/_rels/item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1.xml"/></Relationships>
</file>

<file path=customXml/_rels/item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2.xml"/></Relationships>
</file>

<file path=customXml/_rels/item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7.xml"/></Relationships>
</file>

<file path=customXml/_rels/item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8.xml"/></Relationships>
</file>

<file path=customXml/_rels/item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9.xml"/></Relationships>
</file>

<file path=customXml/_rels/item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0.xml"/></Relationships>
</file>

<file path=customXml/_rels/item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1.xml"/></Relationships>
</file>

<file path=customXml/_rels/item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2.xml"/></Relationships>
</file>

<file path=customXml/_rels/item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3.xml"/></Relationships>
</file>

<file path=customXml/_rels/item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4.xml"/></Relationships>
</file>

<file path=customXml/_rels/item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5.xml"/></Relationships>
</file>

<file path=customXml/_rels/item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6.xml"/></Relationships>
</file>

<file path=customXml/_rels/item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7.xml"/></Relationships>
</file>

<file path=customXml/_rels/item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8.xml"/></Relationships>
</file>

<file path=customXml/_rels/item9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9.xml"/></Relationships>
</file>

<file path=customXml/_rels/item10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0.xml"/></Relationships>
</file>

<file path=customXml/_rels/item10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1.xml"/></Relationships>
</file>

<file path=customXml/_rels/item10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2.xml"/></Relationships>
</file>

<file path=customXml/_rels/item10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3.xml"/></Relationships>
</file>

<file path=customXml/_rels/item10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4.xml"/></Relationships>
</file>

<file path=customXml/_rels/item10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5.xml"/></Relationships>
</file>

<file path=customXml/_rels/item10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6.xml"/></Relationships>
</file>

<file path=customXml/_rels/item10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7.xml"/></Relationships>
</file>

<file path=customXml/_rels/item10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8.xml"/></Relationships>
</file>

<file path=customXml/_rels/item10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9.xml"/></Relationships>
</file>

<file path=customXml/_rels/item1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0.xml"/></Relationships>
</file>

<file path=customXml/_rels/item1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1.xml"/></Relationships>
</file>

<file path=customXml/_rels/item1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2.xml"/></Relationships>
</file>

<file path=customXml/_rels/item1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3.xml"/></Relationships>
</file>

<file path=customXml/_rels/item1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4.xml"/></Relationships>
</file>

<file path=customXml/_rels/item1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5.xml"/></Relationships>
</file>

<file path=customXml/_rels/item1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6.xml"/></Relationships>
</file>

<file path=customXml/_rels/item1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7.xml"/></Relationships>
</file>

<file path=customXml/_rels/item1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8.xml"/></Relationships>
</file>

<file path=customXml/_rels/item1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9.xml"/></Relationships>
</file>

<file path=customXml/_rels/item1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0.xml"/></Relationships>
</file>

<file path=customXml/_rels/item1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1.xml"/></Relationships>
</file>

<file path=customXml/_rels/item1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2.xml"/></Relationships>
</file>

<file path=customXml/_rels/item1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3.xml"/></Relationships>
</file>

<file path=customXml/_rels/item1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4.xml"/></Relationships>
</file>

<file path=customXml/_rels/item1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5.xml"/></Relationships>
</file>

<file path=customXml/_rels/item1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6.xml"/></Relationships>
</file>

<file path=customXml/_rels/item1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7.xml"/></Relationships>
</file>

<file path=customXml/_rels/item1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8.xml"/></Relationships>
</file>

<file path=customXml/_rels/item1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9.xml"/></Relationships>
</file>

<file path=customXml/_rels/item1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0.xml"/></Relationships>
</file>

<file path=customXml/_rels/item1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1.xml"/></Relationships>
</file>

<file path=customXml/_rels/item1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2.xml"/></Relationships>
</file>

<file path=customXml/_rels/item1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3.xml"/></Relationships>
</file>

<file path=customXml/_rels/item1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4.xml"/></Relationships>
</file>

<file path=customXml/_rels/item1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5.xml"/></Relationships>
</file>

<file path=customXml/_rels/item1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6.xml"/></Relationships>
</file>

<file path=customXml/_rels/item1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7.xml"/></Relationships>
</file>

<file path=customXml/_rels/item1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8.xml"/></Relationships>
</file>

<file path=customXml/_rels/item1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9.xml"/></Relationships>
</file>

<file path=customXml/_rels/item1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0.xml"/></Relationships>
</file>

<file path=customXml/_rels/item1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1.xml"/></Relationships>
</file>

<file path=customXml/_rels/item1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2.xml"/></Relationships>
</file>

<file path=customXml/_rels/item1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3.xml"/></Relationships>
</file>

<file path=customXml/_rels/item1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4.xml"/></Relationships>
</file>

<file path=customXml/_rels/item1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5.xml"/></Relationships>
</file>

<file path=customXml/_rels/item1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6.xml"/></Relationships>
</file>

<file path=customXml/_rels/item1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7.xml"/></Relationships>
</file>

<file path=customXml/_rels/item1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8.xml"/></Relationships>
</file>

<file path=customXml/_rels/item1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9.xml"/></Relationships>
</file>

<file path=customXml/_rels/item1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0.xml"/></Relationships>
</file>

<file path=customXml/_rels/item1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1.xml"/></Relationships>
</file>

<file path=customXml/_rels/item1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2.xml"/></Relationships>
</file>

<file path=customXml/_rels/item1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3.xml"/></Relationships>
</file>

<file path=customXml/_rels/item1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4.xml"/></Relationships>
</file>

<file path=customXml/_rels/item1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5.xml"/></Relationships>
</file>

<file path=customXml/_rels/item1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6.xml"/></Relationships>
</file>

<file path=customXml/_rels/item1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7.xml"/></Relationships>
</file>

<file path=customXml/_rels/item1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8.xml"/></Relationships>
</file>

<file path=customXml/_rels/item1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9.xml"/></Relationships>
</file>

<file path=customXml/_rels/item1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0.xml"/></Relationships>
</file>

<file path=customXml/_rels/item1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1.xml"/></Relationships>
</file>

<file path=customXml/_rels/item1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2.xml"/></Relationships>
</file>

<file path=customXml/_rels/item1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3.xml"/></Relationships>
</file>

<file path=customXml/_rels/item1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4.xml"/></Relationships>
</file>

<file path=customXml/_rels/item1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5.xml"/></Relationships>
</file>

<file path=customXml/_rels/item1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6.xml"/></Relationships>
</file>

<file path=customXml/_rels/item1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7.xml"/></Relationships>
</file>

<file path=customXml/_rels/item1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8.xml"/></Relationships>
</file>

<file path=customXml/_rels/item1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9.xml"/></Relationships>
</file>

<file path=customXml/_rels/item1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0.xml"/></Relationships>
</file>

<file path=customXml/_rels/item1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1.xml"/></Relationships>
</file>

<file path=customXml/_rels/item1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2.xml"/></Relationships>
</file>

<file path=customXml/_rels/item1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3.xml"/></Relationships>
</file>

<file path=customXml/_rels/item1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4.xml"/></Relationships>
</file>

<file path=customXml/_rels/item1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5.xml"/></Relationships>
</file>

<file path=customXml/_rels/item1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6.xml"/></Relationships>
</file>

<file path=customXml/_rels/item1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7.xml"/></Relationships>
</file>

<file path=customXml/_rels/item1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8.xml"/></Relationships>
</file>

<file path=customXml/_rels/item1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9.xml"/></Relationships>
</file>

<file path=customXml/_rels/item1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0.xml"/></Relationships>
</file>

<file path=customXml/_rels/item1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1.xml"/></Relationships>
</file>

<file path=customXml/_rels/item1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2.xml"/></Relationships>
</file>

<file path=customXml/_rels/item1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3.xml"/></Relationships>
</file>

<file path=customXml/_rels/item1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4.xml"/></Relationships>
</file>

<file path=customXml/_rels/item1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5.xml"/></Relationships>
</file>

<file path=customXml/_rels/item1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6.xml"/></Relationships>
</file>

<file path=customXml/_rels/item1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7.xml"/></Relationships>
</file>

<file path=customXml/_rels/item1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8.xml"/></Relationships>
</file>

<file path=customXml/_rels/item1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9.xml"/></Relationships>
</file>

<file path=customXml/_rels/item1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0.xml"/></Relationships>
</file>

<file path=customXml/_rels/item1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1.xml"/></Relationships>
</file>

<file path=customXml/_rels/item1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2.xml"/></Relationships>
</file>

<file path=customXml/_rels/item1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3.xml"/></Relationships>
</file>

<file path=customXml/_rels/item1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4.xml"/></Relationships>
</file>

<file path=customXml/_rels/item1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5.xml"/></Relationships>
</file>

<file path=customXml/_rels/item1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6.xml"/></Relationships>
</file>

<file path=customXml/_rels/item1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7.xml"/></Relationships>
</file>

<file path=customXml/_rels/item1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8.xml"/></Relationships>
</file>

<file path=customXml/_rels/item19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9.xml"/></Relationships>
</file>

<file path=customXml/_rels/item20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0.xml"/></Relationships>
</file>

<file path=customXml/_rels/item20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1.xml"/></Relationships>
</file>

<file path=customXml/_rels/item20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2.xml"/></Relationships>
</file>

<file path=customXml/_rels/item20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3.xml"/></Relationships>
</file>

<file path=customXml/_rels/item20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4.xml"/></Relationships>
</file>

<file path=customXml/_rels/item20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5.xml"/></Relationships>
</file>

<file path=customXml/_rels/item20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6.xml"/></Relationships>
</file>

<file path=customXml/_rels/item20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7.xml"/></Relationships>
</file>

<file path=customXml/_rels/item20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8.xml"/></Relationships>
</file>

<file path=customXml/_rels/item20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9.xml"/></Relationships>
</file>

<file path=customXml/_rels/item2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0.xml"/></Relationships>
</file>

<file path=customXml/_rels/item2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1.xml"/></Relationships>
</file>

<file path=customXml/_rels/item2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2.xml"/></Relationships>
</file>

<file path=customXml/_rels/item2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3.xml"/></Relationships>
</file>

<file path=customXml/_rels/item2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4.xml"/></Relationships>
</file>

<file path=customXml/_rels/item2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5.xml"/></Relationships>
</file>

<file path=customXml/_rels/item2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6.xml"/></Relationships>
</file>

<file path=customXml/_rels/item2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7.xml"/></Relationships>
</file>

<file path=customXml/_rels/item2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8.xml"/></Relationships>
</file>

<file path=customXml/_rels/item2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9.xml"/></Relationships>
</file>

<file path=customXml/_rels/item2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0.xml"/></Relationships>
</file>

<file path=customXml/_rels/item2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1.xml"/></Relationships>
</file>

<file path=customXml/_rels/item2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2.xml"/></Relationships>
</file>

<file path=customXml/_rels/item2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3.xml"/></Relationships>
</file>

<file path=customXml/_rels/item2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4.xml"/></Relationships>
</file>

<file path=customXml/_rels/item2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5.xml"/></Relationships>
</file>

<file path=customXml/_rels/item2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6.xml"/></Relationships>
</file>

<file path=customXml/_rels/item2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7.xml"/></Relationships>
</file>

<file path=customXml/_rels/item2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8.xml"/></Relationships>
</file>

<file path=customXml/_rels/item2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9.xml"/></Relationships>
</file>

<file path=customXml/_rels/item2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0.xml"/></Relationships>
</file>

<file path=customXml/_rels/item2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1.xml"/></Relationships>
</file>

<file path=customXml/_rels/item2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2.xml"/></Relationships>
</file>

<file path=customXml/_rels/item2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3.xml"/></Relationships>
</file>

<file path=customXml/_rels/item2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4.xml"/></Relationships>
</file>

<file path=customXml/_rels/item2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5.xml"/></Relationships>
</file>

<file path=customXml/_rels/item2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6.xml"/></Relationships>
</file>

<file path=customXml/_rels/item2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7.xml"/></Relationships>
</file>

<file path=customXml/_rels/item2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8.xml"/></Relationships>
</file>

<file path=customXml/_rels/item2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9.xml"/></Relationships>
</file>

<file path=customXml/_rels/item2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0.xml"/></Relationships>
</file>

<file path=customXml/_rels/item2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1.xml"/></Relationships>
</file>

<file path=customXml/_rels/item2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2.xml"/></Relationships>
</file>

<file path=customXml/_rels/item2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3.xml"/></Relationships>
</file>

<file path=customXml/_rels/item2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4.xml"/></Relationships>
</file>

<file path=customXml/_rels/item2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5.xml"/></Relationships>
</file>

<file path=customXml/_rels/item2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6.xml"/></Relationships>
</file>

<file path=customXml/_rels/item2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7.xml"/></Relationships>
</file>

<file path=customXml/_rels/item2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8.xml"/></Relationships>
</file>

<file path=customXml/_rels/item2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9.xml"/></Relationships>
</file>

<file path=customXml/_rels/item2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0.xml"/></Relationships>
</file>

<file path=customXml/_rels/item2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1.xml"/></Relationships>
</file>

<file path=customXml/_rels/item2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2.xml"/></Relationships>
</file>

<file path=customXml/_rels/item2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3.xml"/></Relationships>
</file>

<file path=customXml/_rels/item2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4.xml"/></Relationships>
</file>

<file path=customXml/_rels/item2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5.xml"/></Relationships>
</file>

<file path=customXml/_rels/item2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6.xml"/></Relationships>
</file>

<file path=customXml/_rels/item2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7.xml"/></Relationships>
</file>

<file path=customXml/_rels/item2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8.xml"/></Relationships>
</file>

<file path=customXml/_rels/item2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9.xml"/></Relationships>
</file>

<file path=customXml/_rels/item2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0.xml"/></Relationships>
</file>

<file path=customXml/_rels/item2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1.xml"/></Relationships>
</file>

<file path=customXml/_rels/item2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2.xml"/></Relationships>
</file>

<file path=customXml/_rels/item2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3.xml"/></Relationships>
</file>

<file path=customXml/_rels/item2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4.xml"/></Relationships>
</file>

<file path=customXml/_rels/item2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5.xml"/></Relationships>
</file>

<file path=customXml/_rels/item2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6.xml"/></Relationships>
</file>

<file path=customXml/_rels/item2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7.xml"/></Relationships>
</file>

<file path=customXml/_rels/item2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8.xml"/></Relationships>
</file>

<file path=customXml/_rels/item2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9.xml"/></Relationships>
</file>

<file path=customXml/_rels/item2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0.xml"/></Relationships>
</file>

<file path=customXml/_rels/item2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1.xml"/></Relationships>
</file>

<file path=customXml/_rels/item2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2.xml"/></Relationships>
</file>

<file path=customXml/_rels/item2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3.xml"/></Relationships>
</file>

<file path=customXml/_rels/item2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4.xml"/></Relationships>
</file>

<file path=customXml/_rels/item2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5.xml"/></Relationships>
</file>

<file path=customXml/_rels/item2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6.xml"/></Relationships>
</file>

<file path=customXml/_rels/item2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7.xml"/></Relationships>
</file>

<file path=customXml/_rels/item2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8.xml"/></Relationships>
</file>

<file path=customXml/_rels/item2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9.xml"/></Relationships>
</file>

<file path=customXml/_rels/item2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0.xml"/></Relationships>
</file>

<file path=customXml/_rels/item2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1.xml"/></Relationships>
</file>

<file path=customXml/_rels/item2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2.xml"/></Relationships>
</file>

<file path=customXml/_rels/item2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3.xml"/></Relationships>
</file>

<file path=customXml/_rels/item2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4.xml"/></Relationships>
</file>

<file path=customXml/_rels/item2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5.xml"/></Relationships>
</file>

<file path=customXml/_rels/item2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6.xml"/></Relationships>
</file>

<file path=customXml/_rels/item2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7.xml"/></Relationships>
</file>

<file path=customXml/_rels/item2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8.xml"/></Relationships>
</file>

<file path=customXml/_rels/item2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9.xml"/></Relationships>
</file>

<file path=customXml/_rels/item2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0.xml"/></Relationships>
</file>

<file path=customXml/_rels/item2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1.xml"/></Relationships>
</file>

<file path=customXml/_rels/item2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2.xml"/></Relationships>
</file>

<file path=customXml/_rels/item2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3.xml"/></Relationships>
</file>

<file path=customXml/_rels/item2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4.xml"/></Relationships>
</file>

<file path=customXml/_rels/item2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5.xml"/></Relationships>
</file>

<file path=customXml/_rels/item2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6.xml"/></Relationships>
</file>

<file path=customXml/_rels/item2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7.xml"/></Relationships>
</file>

<file path=customXml/_rels/item2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8.xml"/></Relationships>
</file>

<file path=customXml/_rels/item29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9.xml"/></Relationships>
</file>

<file path=customXml/_rels/item30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0.xml"/></Relationships>
</file>

<file path=customXml/_rels/item30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1.xml"/></Relationships>
</file>

<file path=customXml/_rels/item30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2.xml"/></Relationships>
</file>

<file path=customXml/_rels/item30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3.xml"/></Relationships>
</file>

<file path=customXml/_rels/item30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4.xml"/></Relationships>
</file>

<file path=customXml/_rels/item30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5.xml"/></Relationships>
</file>

<file path=customXml/_rels/item30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6.xml"/></Relationships>
</file>

<file path=customXml/_rels/item30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7.xml"/></Relationships>
</file>

<file path=customXml/_rels/item30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8.xml"/></Relationships>
</file>

<file path=customXml/_rels/item30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9.xml"/></Relationships>
</file>

<file path=customXml/_rels/item3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0.xml"/></Relationships>
</file>

<file path=customXml/_rels/item3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1.xml"/></Relationships>
</file>

<file path=customXml/_rels/item3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2.xml"/></Relationships>
</file>

<file path=customXml/_rels/item3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3.xml"/></Relationships>
</file>

<file path=customXml/_rels/item3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4.xml"/></Relationships>
</file>

<file path=customXml/_rels/item3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5.xml"/></Relationships>
</file>

<file path=customXml/_rels/item3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6.xml"/></Relationships>
</file>

<file path=customXml/_rels/item3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7.xml"/></Relationships>
</file>

<file path=customXml/_rels/item3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8.xml"/></Relationships>
</file>

<file path=customXml/_rels/item3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9.xml"/></Relationships>
</file>

<file path=customXml/_rels/item3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0.xml"/></Relationships>
</file>

<file path=customXml/_rels/item3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1.xml"/></Relationships>
</file>

<file path=customXml/_rels/item3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2.xml"/></Relationships>
</file>

<file path=customXml/_rels/item3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3.xml"/></Relationships>
</file>

<file path=customXml/_rels/item3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4.xml"/></Relationships>
</file>

<file path=customXml/_rels/item3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5.xml"/></Relationships>
</file>

<file path=customXml/_rels/item3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6.xml"/></Relationships>
</file>

<file path=customXml/_rels/item3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7.xml"/></Relationships>
</file>

<file path=customXml/_rels/item3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8.xml"/></Relationships>
</file>

<file path=customXml/_rels/item3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9.xml"/></Relationships>
</file>

<file path=customXml/_rels/item3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0.xml"/></Relationships>
</file>

<file path=customXml/_rels/item3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1.xml"/></Relationships>
</file>

<file path=customXml/_rels/item3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2.xml"/></Relationships>
</file>

<file path=customXml/_rels/item3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3.xml"/></Relationships>
</file>

<file path=customXml/_rels/item3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4.xml"/></Relationships>
</file>

<file path=customXml/_rels/item3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5.xml"/></Relationships>
</file>

<file path=customXml/_rels/item3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6.xml"/></Relationships>
</file>

<file path=customXml/_rels/item3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7.xml"/></Relationships>
</file>

<file path=customXml/_rels/item3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8.xml"/></Relationships>
</file>

<file path=customXml/_rels/item3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9.xml"/></Relationships>
</file>

<file path=customXml/_rels/item3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0.xml"/></Relationships>
</file>

<file path=customXml/_rels/item3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1.xml"/></Relationships>
</file>

<file path=customXml/_rels/item3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2.xml"/></Relationships>
</file>

<file path=customXml/_rels/item3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3.xml"/></Relationships>
</file>

<file path=customXml/_rels/item3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4.xml"/></Relationships>
</file>

<file path=customXml/_rels/item3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5.xml"/></Relationships>
</file>

<file path=customXml/_rels/item3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6.xml"/></Relationships>
</file>

<file path=customXml/_rels/item3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7.xml"/></Relationships>
</file>

<file path=customXml/_rels/item3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8.xml"/></Relationships>
</file>

<file path=customXml/_rels/item3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9.xml"/></Relationships>
</file>

<file path=customXml/_rels/item3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0.xml"/></Relationships>
</file>

<file path=customXml/_rels/item3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1.xml"/></Relationships>
</file>

<file path=customXml/_rels/item3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2.xml"/></Relationships>
</file>

<file path=customXml/_rels/item3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3.xml"/></Relationships>
</file>

<file path=customXml/_rels/item3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4.xml"/></Relationships>
</file>

<file path=customXml/_rels/item3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5.xml"/></Relationships>
</file>

<file path=customXml/_rels/item3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6.xml"/></Relationships>
</file>

<file path=customXml/_rels/item3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7.xml"/></Relationships>
</file>

<file path=customXml/_rels/item3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8.xml"/></Relationships>
</file>

<file path=customXml/_rels/item3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9.xml"/></Relationships>
</file>

<file path=customXml/_rels/item3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0.xml"/></Relationships>
</file>

<file path=customXml/_rels/item3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1.xml"/></Relationships>
</file>

<file path=customXml/_rels/item3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2.xml"/></Relationships>
</file>

<file path=customXml/_rels/item3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3.xml"/></Relationships>
</file>

<file path=customXml/_rels/item3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4.xml"/></Relationships>
</file>

<file path=customXml/_rels/item3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5.xml"/></Relationships>
</file>

<file path=customXml/_rels/item3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6.xml"/></Relationships>
</file>

<file path=customXml/_rels/item3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7.xml"/></Relationships>
</file>

<file path=customXml/_rels/item3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8.xml"/></Relationships>
</file>

<file path=customXml/_rels/item3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9.xml"/></Relationships>
</file>

<file path=customXml/_rels/item3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0.xml"/></Relationships>
</file>

<file path=customXml/_rels/item3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1.xml"/></Relationships>
</file>

<file path=customXml/_rels/item3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2.xml"/></Relationships>
</file>

<file path=customXml/_rels/item3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3.xml"/></Relationships>
</file>

<file path=customXml/_rels/item3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4.xml"/></Relationships>
</file>

<file path=customXml/_rels/item3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5.xml"/></Relationships>
</file>

<file path=customXml/_rels/item3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6.xml"/></Relationships>
</file>

<file path=customXml/_rels/item3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7.xml"/></Relationships>
</file>

<file path=customXml/_rels/item3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8.xml"/></Relationships>
</file>

<file path=customXml/_rels/item3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9.xml"/></Relationships>
</file>

<file path=customXml/_rels/item3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0.xml"/></Relationships>
</file>

<file path=customXml/_rels/item3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1.xml"/></Relationships>
</file>

<file path=customXml/_rels/item3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2.xml"/></Relationships>
</file>

<file path=customXml/_rels/item3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3.xml"/></Relationships>
</file>

<file path=customXml/_rels/item3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4.xml"/></Relationships>
</file>

<file path=customXml/_rels/item3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5.xml"/></Relationships>
</file>

<file path=customXml/_rels/item3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6.xml"/></Relationships>
</file>

<file path=customXml/_rels/item3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7.xml"/></Relationships>
</file>

<file path=customXml/_rels/item3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8.xml"/></Relationships>
</file>

<file path=customXml/_rels/item3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9.xml"/></Relationships>
</file>

<file path=customXml/_rels/item3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0.xml"/></Relationships>
</file>

<file path=customXml/_rels/item3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1.xml"/></Relationships>
</file>

<file path=customXml/_rels/item3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2.xml"/></Relationships>
</file>

<file path=customXml/_rels/item3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3.xml"/></Relationships>
</file>

<file path=customXml/_rels/item3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4.xml"/></Relationships>
</file>

<file path=customXml/_rels/item3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5.xml"/></Relationships>
</file>

<file path=customXml/_rels/item3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6.xml"/></Relationships>
</file>

<file path=customXml/_rels/item3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7.xml"/></Relationships>
</file>

<file path=customXml/_rels/item3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8.xml"/></Relationships>
</file>

<file path=customXml/_rels/item39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9.xml"/></Relationships>
</file>

<file path=customXml/_rels/item40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0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11.xml>��
</file>

<file path=customXml/item12.xml>��
</file>

<file path=customXml/item13.xml>��
</file>

<file path=customXml/item14.xml>��
</file>

<file path=customXml/item15.xml>��
</file>

<file path=customXml/item16.xml>��
</file>

<file path=customXml/item17.xml>��
</file>

<file path=customXml/item18.xml>��
</file>

<file path=customXml/item19.xml>��
</file>

<file path=customXml/item20.xml>��
</file>

<file path=customXml/item21.xml>��
</file>

<file path=customXml/item22.xml>��
</file>

<file path=customXml/item23.xml>��
</file>

<file path=customXml/item24.xml>��
</file>

<file path=customXml/item25.xml>��
</file>

<file path=customXml/item26.xml>��
</file>

<file path=customXml/item27.xml>��
</file>

<file path=customXml/item28.xml>��
</file>

<file path=customXml/item29.xml>��
</file>

<file path=customXml/item30.xml>��
</file>

<file path=customXml/item31.xml>��
</file>

<file path=customXml/item32.xml>��
</file>

<file path=customXml/item33.xml>��
</file>

<file path=customXml/item34.xml>��
</file>

<file path=customXml/item35.xml>��
</file>

<file path=customXml/item36.xml>��
</file>

<file path=customXml/item37.xml>��
</file>

<file path=customXml/item38.xml>��
</file>

<file path=customXml/item39.xml>��
</file>

<file path=customXml/item40.xml>��
</file>

<file path=customXml/item41.xml>��
</file>

<file path=customXml/item42.xml>��
</file>

<file path=customXml/item43.xml>��
</file>

<file path=customXml/item44.xml>��
</file>

<file path=customXml/item45.xml>��
</file>

<file path=customXml/item46.xml>��
</file>

<file path=customXml/item47.xml>��
</file>

<file path=customXml/item48.xml>��
</file>

<file path=customXml/item49.xml>��
</file>

<file path=customXml/item50.xml>��
</file>

<file path=customXml/item51.xml>��
</file>

<file path=customXml/item52.xml>��
</file>

<file path=customXml/item53.xml>��
</file>

<file path=customXml/item54.xml>��
</file>

<file path=customXml/item55.xml>��
</file>

<file path=customXml/item56.xml>��
</file>

<file path=customXml/item57.xml>��
</file>

<file path=customXml/item58.xml>��
</file>

<file path=customXml/item59.xml>��
</file>

<file path=customXml/item60.xml>��
</file>

<file path=customXml/item61.xml>��
</file>

<file path=customXml/item62.xml>��
</file>

<file path=customXml/item63.xml>��
</file>

<file path=customXml/item64.xml>��
</file>

<file path=customXml/item65.xml>��
</file>

<file path=customXml/item66.xml>��
</file>

<file path=customXml/item67.xml>��
</file>

<file path=customXml/item68.xml>��
</file>

<file path=customXml/item69.xml>��
</file>

<file path=customXml/item70.xml>��
</file>

<file path=customXml/item71.xml>��
</file>

<file path=customXml/item72.xml>��
</file>

<file path=customXml/item73.xml>��
</file>

<file path=customXml/item74.xml>��
</file>

<file path=customXml/item75.xml>��
</file>

<file path=customXml/item76.xml>��
</file>

<file path=customXml/item77.xml>��
</file>

<file path=customXml/item78.xml>��
</file>

<file path=customXml/item79.xml>��
</file>

<file path=customXml/item80.xml>��
</file>

<file path=customXml/item81.xml>��
</file>

<file path=customXml/item82.xml>��
</file>

<file path=customXml/item83.xml>��
</file>

<file path=customXml/item84.xml>��
</file>

<file path=customXml/item85.xml>��
</file>

<file path=customXml/item86.xml>��
</file>

<file path=customXml/item87.xml>��
</file>

<file path=customXml/item88.xml>��
</file>

<file path=customXml/item89.xml>��
</file>

<file path=customXml/item90.xml>��
</file>

<file path=customXml/item91.xml>��
</file>

<file path=customXml/item92.xml>��
</file>

<file path=customXml/item93.xml>��
</file>

<file path=customXml/item94.xml>��
</file>

<file path=customXml/item95.xml>��
</file>

<file path=customXml/item96.xml>��
</file>

<file path=customXml/item97.xml>��
</file>

<file path=customXml/item98.xml>��
</file>

<file path=customXml/item99.xml>��
</file>

<file path=customXml/item100.xml>��
</file>

<file path=customXml/item101.xml>��
</file>

<file path=customXml/item102.xml>��
</file>

<file path=customXml/item103.xml>��
</file>

<file path=customXml/item104.xml>��
</file>

<file path=customXml/item105.xml>��
</file>

<file path=customXml/item106.xml>��
</file>

<file path=customXml/item107.xml>��
</file>

<file path=customXml/item108.xml>��
</file>

<file path=customXml/item109.xml>��
</file>

<file path=customXml/item110.xml>��
</file>

<file path=customXml/item111.xml>��
</file>

<file path=customXml/item112.xml>��
</file>

<file path=customXml/item113.xml>��
</file>

<file path=customXml/item114.xml>��
</file>

<file path=customXml/item115.xml>��
</file>

<file path=customXml/item116.xml>��
</file>

<file path=customXml/item117.xml>��
</file>

<file path=customXml/item118.xml>��
</file>

<file path=customXml/item119.xml>��
</file>

<file path=customXml/item120.xml>��
</file>

<file path=customXml/item121.xml>��
</file>

<file path=customXml/item122.xml>��
</file>

<file path=customXml/item123.xml>��
</file>

<file path=customXml/item124.xml>��
</file>

<file path=customXml/item125.xml>��
</file>

<file path=customXml/item126.xml>��
</file>

<file path=customXml/item127.xml>��
</file>

<file path=customXml/item128.xml>��
</file>

<file path=customXml/item129.xml>��
</file>

<file path=customXml/item130.xml>��
</file>

<file path=customXml/item131.xml>��
</file>

<file path=customXml/item132.xml>��
</file>

<file path=customXml/item133.xml>��
</file>

<file path=customXml/item134.xml>��
</file>

<file path=customXml/item135.xml>��
</file>

<file path=customXml/item136.xml>��
</file>

<file path=customXml/item137.xml>��
</file>

<file path=customXml/item138.xml>��
</file>

<file path=customXml/item139.xml>��
</file>

<file path=customXml/item140.xml>��
</file>

<file path=customXml/item141.xml>��
</file>

<file path=customXml/item142.xml>��
</file>

<file path=customXml/item143.xml>��
</file>

<file path=customXml/item144.xml>��
</file>

<file path=customXml/item145.xml>��
</file>

<file path=customXml/item146.xml>��
</file>

<file path=customXml/item147.xml>��
</file>

<file path=customXml/item148.xml>��
</file>

<file path=customXml/item149.xml>��
</file>

<file path=customXml/item150.xml>��
</file>

<file path=customXml/item151.xml>��
</file>

<file path=customXml/item152.xml>��
</file>

<file path=customXml/item153.xml>��
</file>

<file path=customXml/item154.xml>��
</file>

<file path=customXml/item155.xml>��
</file>

<file path=customXml/item156.xml>��
</file>

<file path=customXml/item157.xml>��
</file>

<file path=customXml/item158.xml>��
</file>

<file path=customXml/item159.xml>��
</file>

<file path=customXml/item160.xml>��
</file>

<file path=customXml/item161.xml>��
</file>

<file path=customXml/item162.xml>��
</file>

<file path=customXml/item163.xml>��
</file>

<file path=customXml/item164.xml>��
</file>

<file path=customXml/item165.xml>��
</file>

<file path=customXml/item166.xml>��
</file>

<file path=customXml/item167.xml>��
</file>

<file path=customXml/item168.xml>��
</file>

<file path=customXml/item169.xml>��
</file>

<file path=customXml/item170.xml>��
</file>

<file path=customXml/item171.xml>��
</file>

<file path=customXml/item172.xml>��
</file>

<file path=customXml/item173.xml>��
</file>

<file path=customXml/item174.xml>��
</file>

<file path=customXml/item175.xml>��
</file>

<file path=customXml/item176.xml>��
</file>

<file path=customXml/item177.xml>��
</file>

<file path=customXml/item178.xml>��
</file>

<file path=customXml/item179.xml>��
</file>

<file path=customXml/item180.xml>��
</file>

<file path=customXml/item181.xml>��
</file>

<file path=customXml/item182.xml>��
</file>

<file path=customXml/item183.xml>��
</file>

<file path=customXml/item184.xml>��
</file>

<file path=customXml/item185.xml>��
</file>

<file path=customXml/item186.xml>��
</file>

<file path=customXml/item187.xml>��
</file>

<file path=customXml/item188.xml>��
</file>

<file path=customXml/item189.xml>��
</file>

<file path=customXml/item190.xml>��
</file>

<file path=customXml/item191.xml>��
</file>

<file path=customXml/item192.xml>��
</file>

<file path=customXml/item193.xml>��
</file>

<file path=customXml/item194.xml>��
</file>

<file path=customXml/item195.xml>��
</file>

<file path=customXml/item196.xml>��
</file>

<file path=customXml/item197.xml>��
</file>

<file path=customXml/item198.xml>��
</file>

<file path=customXml/item199.xml>��
</file>

<file path=customXml/item200.xml>��
</file>

<file path=customXml/item201.xml>��
</file>

<file path=customXml/item202.xml>��
</file>

<file path=customXml/item203.xml>��
</file>

<file path=customXml/item204.xml>��
</file>

<file path=customXml/item205.xml>��
</file>

<file path=customXml/item206.xml>��
</file>

<file path=customXml/item207.xml>��
</file>

<file path=customXml/item208.xml>��
</file>

<file path=customXml/item209.xml>��
</file>

<file path=customXml/item210.xml>��
</file>

<file path=customXml/item211.xml>��
</file>

<file path=customXml/item212.xml>��
</file>

<file path=customXml/item213.xml>��
</file>

<file path=customXml/item214.xml>��
</file>

<file path=customXml/item215.xml>��
</file>

<file path=customXml/item216.xml>��
</file>

<file path=customXml/item217.xml>��
</file>

<file path=customXml/item218.xml>��
</file>

<file path=customXml/item219.xml>��
</file>

<file path=customXml/item220.xml>��
</file>

<file path=customXml/item221.xml>��
</file>

<file path=customXml/item222.xml>��
</file>

<file path=customXml/item223.xml>��
</file>

<file path=customXml/item224.xml>��
</file>

<file path=customXml/item225.xml>��
</file>

<file path=customXml/item226.xml>��
</file>

<file path=customXml/item227.xml>��
</file>

<file path=customXml/item228.xml>��
</file>

<file path=customXml/item229.xml>��
</file>

<file path=customXml/item230.xml>��
</file>

<file path=customXml/item231.xml>��
</file>

<file path=customXml/item232.xml>��
</file>

<file path=customXml/item233.xml>��
</file>

<file path=customXml/item234.xml>��
</file>

<file path=customXml/item235.xml>��
</file>

<file path=customXml/item236.xml>��
</file>

<file path=customXml/item237.xml>��
</file>

<file path=customXml/item238.xml>��
</file>

<file path=customXml/item239.xml>��
</file>

<file path=customXml/item240.xml>��
</file>

<file path=customXml/item241.xml>��
</file>

<file path=customXml/item242.xml>��
</file>

<file path=customXml/item243.xml>��
</file>

<file path=customXml/item244.xml>��
</file>

<file path=customXml/item245.xml>��
</file>

<file path=customXml/item246.xml>��
</file>

<file path=customXml/item247.xml>��
</file>

<file path=customXml/item248.xml>��
</file>

<file path=customXml/item249.xml>��
</file>

<file path=customXml/item250.xml>��
</file>

<file path=customXml/item251.xml>��
</file>

<file path=customXml/item252.xml>��
</file>

<file path=customXml/item253.xml>��
</file>

<file path=customXml/item254.xml>��
</file>

<file path=customXml/item255.xml>��
</file>

<file path=customXml/item256.xml>��
</file>

<file path=customXml/item257.xml>��
</file>

<file path=customXml/item258.xml>��
</file>

<file path=customXml/item259.xml>��
</file>

<file path=customXml/item260.xml>��
</file>

<file path=customXml/item261.xml>��
</file>

<file path=customXml/item262.xml>��
</file>

<file path=customXml/item263.xml>��
</file>

<file path=customXml/item264.xml>��
</file>

<file path=customXml/item265.xml>��
</file>

<file path=customXml/item266.xml>��
</file>

<file path=customXml/item267.xml>��
</file>

<file path=customXml/item268.xml>��
</file>

<file path=customXml/item269.xml>��
</file>

<file path=customXml/item270.xml>��
</file>

<file path=customXml/item271.xml>��
</file>

<file path=customXml/item272.xml>��
</file>

<file path=customXml/item273.xml>��
</file>

<file path=customXml/item274.xml>��
</file>

<file path=customXml/item275.xml>��
</file>

<file path=customXml/item276.xml>��
</file>

<file path=customXml/item277.xml>��
</file>

<file path=customXml/item278.xml>��
</file>

<file path=customXml/item279.xml>��
</file>

<file path=customXml/item280.xml>��
</file>

<file path=customXml/item281.xml>��
</file>

<file path=customXml/item282.xml>��
</file>

<file path=customXml/item283.xml>��
</file>

<file path=customXml/item284.xml>��
</file>

<file path=customXml/item285.xml>��
</file>

<file path=customXml/item286.xml>��
</file>

<file path=customXml/item287.xml>��
</file>

<file path=customXml/item288.xml>��
</file>

<file path=customXml/item289.xml>��
</file>

<file path=customXml/item290.xml>��
</file>

<file path=customXml/item291.xml>��
</file>

<file path=customXml/item292.xml>��
</file>

<file path=customXml/item293.xml>��
</file>

<file path=customXml/item294.xml>��
</file>

<file path=customXml/item295.xml>��
</file>

<file path=customXml/item296.xml>��
</file>

<file path=customXml/item297.xml>��
</file>

<file path=customXml/item298.xml>��
</file>

<file path=customXml/item299.xml>��
</file>

<file path=customXml/item300.xml>��
</file>

<file path=customXml/item301.xml>��
</file>

<file path=customXml/item302.xml>��
</file>

<file path=customXml/item303.xml>��
</file>

<file path=customXml/item304.xml>��
</file>

<file path=customXml/item305.xml>��
</file>

<file path=customXml/item306.xml>��
</file>

<file path=customXml/item307.xml>��
</file>

<file path=customXml/item308.xml>��
</file>

<file path=customXml/item309.xml>��
</file>

<file path=customXml/item310.xml>��
</file>

<file path=customXml/item311.xml>��
</file>

<file path=customXml/item312.xml>��
</file>

<file path=customXml/item313.xml>��
</file>

<file path=customXml/item314.xml>��
</file>

<file path=customXml/item315.xml>��
</file>

<file path=customXml/item316.xml>��
</file>

<file path=customXml/item317.xml>��
</file>

<file path=customXml/item318.xml>��
</file>

<file path=customXml/item319.xml>��
</file>

<file path=customXml/item320.xml>��
</file>

<file path=customXml/item321.xml>��
</file>

<file path=customXml/item322.xml>��
</file>

<file path=customXml/item323.xml>��
</file>

<file path=customXml/item324.xml>��
</file>

<file path=customXml/item325.xml>��
</file>

<file path=customXml/item326.xml>��
</file>

<file path=customXml/item327.xml>��
</file>

<file path=customXml/item328.xml>��
</file>

<file path=customXml/item329.xml>��
</file>

<file path=customXml/item330.xml>��
</file>

<file path=customXml/item331.xml>��
</file>

<file path=customXml/item332.xml>��
</file>

<file path=customXml/item333.xml>��
</file>

<file path=customXml/item334.xml>��
</file>

<file path=customXml/item335.xml>��
</file>

<file path=customXml/item336.xml>��
</file>

<file path=customXml/item337.xml>��
</file>

<file path=customXml/item338.xml>��
</file>

<file path=customXml/item339.xml>��
</file>

<file path=customXml/item340.xml>��
</file>

<file path=customXml/item341.xml>��
</file>

<file path=customXml/item342.xml>��
</file>

<file path=customXml/item343.xml>��
</file>

<file path=customXml/item344.xml>��
</file>

<file path=customXml/item345.xml>��
</file>

<file path=customXml/item346.xml>��
</file>

<file path=customXml/item347.xml>��
</file>

<file path=customXml/item348.xml>��
</file>

<file path=customXml/item349.xml>��
</file>

<file path=customXml/item350.xml>��
</file>

<file path=customXml/item351.xml>��
</file>

<file path=customXml/item352.xml>��
</file>

<file path=customXml/item353.xml>��
</file>

<file path=customXml/item354.xml>��
</file>

<file path=customXml/item355.xml>��
</file>

<file path=customXml/item356.xml>��
</file>

<file path=customXml/item357.xml>��
</file>

<file path=customXml/item358.xml>��
</file>

<file path=customXml/item359.xml>��
</file>

<file path=customXml/item360.xml>��
</file>

<file path=customXml/item361.xml>��
</file>

<file path=customXml/item362.xml>��
</file>

<file path=customXml/item363.xml>��
</file>

<file path=customXml/item364.xml>��
</file>

<file path=customXml/item365.xml>��
</file>

<file path=customXml/item366.xml>��
</file>

<file path=customXml/item367.xml>��
</file>

<file path=customXml/item368.xml>��
</file>

<file path=customXml/item369.xml>��
</file>

<file path=customXml/item370.xml>��
</file>

<file path=customXml/item371.xml>��
</file>

<file path=customXml/item372.xml>��
</file>

<file path=customXml/item373.xml>��
</file>

<file path=customXml/item374.xml>��
</file>

<file path=customXml/item375.xml>��
</file>

<file path=customXml/item376.xml>��
</file>

<file path=customXml/item377.xml>��
</file>

<file path=customXml/item378.xml>��
</file>

<file path=customXml/item379.xml>��
</file>

<file path=customXml/item380.xml>��
</file>

<file path=customXml/item381.xml>��
</file>

<file path=customXml/item382.xml>��
</file>

<file path=customXml/item383.xml>��
</file>

<file path=customXml/item384.xml>��
</file>

<file path=customXml/item385.xml>��
</file>

<file path=customXml/item386.xml>��
</file>

<file path=customXml/item387.xml>��
</file>

<file path=customXml/item388.xml>��
</file>

<file path=customXml/item389.xml>��
</file>

<file path=customXml/item390.xml>��
</file>

<file path=customXml/item391.xml>��
</file>

<file path=customXml/item392.xml>��
</file>

<file path=customXml/item393.xml>��
</file>

<file path=customXml/item394.xml>��
</file>

<file path=customXml/item395.xml>��
</file>

<file path=customXml/item396.xml>��
</file>

<file path=customXml/item397.xml>��
</file>

<file path=customXml/item398.xml>��
</file>

<file path=customXml/item399.xml>��
</file>

<file path=customXml/item400.xml>��
</file>

<file path=customXml/itemProps1.xml><?xml version="1.0" encoding="utf-8"?>
<ds:datastoreItem xmlns:ds="http://schemas.openxmlformats.org/officeDocument/2006/customXml" ds:itemID="{3A7AAA1C-219C-4689-92E1-976E5FD83C56}">
  <ds:schemaRefs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45B5DA6-2637-4C13-93D7-E2DC4F4CFE59}">
  <ds:schemaRefs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811BC3A-4EB4-4D0B-95E2-A6238373D992}">
  <ds:schemaRefs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93DEA722-5085-4108-A072-38CDD9749E46}">
  <ds:schemaRefs>
    <ds:schemaRef ds:uri="http://www.w3.org/2001/XMLSchema"/>
  </ds:schemaRefs>
</ds:datastoreItem>
</file>

<file path=customXml/itemProps5.xml><?xml version="1.0" encoding="utf-8"?>
<ds:datastoreItem xmlns:ds="http://schemas.openxmlformats.org/officeDocument/2006/customXml" ds:itemID="{81794C26-54B2-4CA9-9F61-3F720DB8E13B}">
  <ds:schemaRefs>
    <ds:schemaRef ds:uri="http://www.w3.org/2001/XMLSchema"/>
  </ds:schemaRefs>
</ds:datastoreItem>
</file>

<file path=customXml/itemProps6.xml><?xml version="1.0" encoding="utf-8"?>
<ds:datastoreItem xmlns:ds="http://schemas.openxmlformats.org/officeDocument/2006/customXml" ds:itemID="{3BB010C0-E127-4FDC-B8AB-16AED73515D7}">
  <ds:schemaRefs>
    <ds:schemaRef ds:uri="http://www.w3.org/2001/XMLSchema"/>
  </ds:schemaRefs>
</ds:datastoreItem>
</file>

<file path=customXml/itemProps7.xml><?xml version="1.0" encoding="utf-8"?>
<ds:datastoreItem xmlns:ds="http://schemas.openxmlformats.org/officeDocument/2006/customXml" ds:itemID="{BF1E9045-CDE5-5F45-B0A2-A63D7B1714C1}">
  <ds:schemaRefs>
    <ds:schemaRef ds:uri="http://www.w3.org/2001/XMLSchema"/>
  </ds:schemaRefs>
</ds:datastoreItem>
</file>

<file path=customXml/itemProps8.xml><?xml version="1.0" encoding="utf-8"?>
<ds:datastoreItem xmlns:ds="http://schemas.openxmlformats.org/officeDocument/2006/customXml" ds:itemID="{12509F22-7325-4F09-B5BC-B67E4A94DA3E}">
  <ds:schemaRefs>
    <ds:schemaRef ds:uri="http://www.w3.org/2001/XMLSchema"/>
  </ds:schemaRefs>
</ds:datastoreItem>
</file>

<file path=customXml/itemProps9.xml><?xml version="1.0" encoding="utf-8"?>
<ds:datastoreItem xmlns:ds="http://schemas.openxmlformats.org/officeDocument/2006/customXml" ds:itemID="{F474FD24-5CBF-478B-9B17-E5029BD45645}">
  <ds:schemaRefs>
    <ds:schemaRef ds:uri="http://www.w3.org/2001/XMLSchema"/>
  </ds:schemaRefs>
</ds:datastoreItem>
</file>

<file path=customXml/itemProps10.xml><?xml version="1.0" encoding="utf-8"?>
<ds:datastoreItem xmlns:ds="http://schemas.openxmlformats.org/officeDocument/2006/customXml" ds:itemID="{E4296BF4-C87B-4398-91A5-9BA3E0406BB3}">
  <ds:schemaRefs>
    <ds:schemaRef ds:uri="http://www.w3.org/2001/XMLSchema"/>
  </ds:schemaRefs>
</ds:datastoreItem>
</file>

<file path=customXml/itemProps11.xml><?xml version="1.0" encoding="utf-8"?>
<ds:datastoreItem xmlns:ds="http://schemas.openxmlformats.org/officeDocument/2006/customXml" ds:itemID="{C3B0F440-4C40-4A34-BB70-24BA6E75609A}">
  <ds:schemaRefs>
    <ds:schemaRef ds:uri="http://www.w3.org/2001/XMLSchema"/>
  </ds:schemaRefs>
</ds:datastoreItem>
</file>

<file path=customXml/itemProps12.xml><?xml version="1.0" encoding="utf-8"?>
<ds:datastoreItem xmlns:ds="http://schemas.openxmlformats.org/officeDocument/2006/customXml" ds:itemID="{1DED8766-9570-492C-BC5E-E89CB2754310}">
  <ds:schemaRefs>
    <ds:schemaRef ds:uri="http://www.w3.org/2001/XMLSchema"/>
  </ds:schemaRefs>
</ds:datastoreItem>
</file>

<file path=customXml/itemProps13.xml><?xml version="1.0" encoding="utf-8"?>
<ds:datastoreItem xmlns:ds="http://schemas.openxmlformats.org/officeDocument/2006/customXml" ds:itemID="{C3BDE0D8-1F04-4166-A77A-20E6AEC30783}">
  <ds:schemaRefs>
    <ds:schemaRef ds:uri="http://www.w3.org/2001/XMLSchema"/>
  </ds:schemaRefs>
</ds:datastoreItem>
</file>

<file path=customXml/itemProps14.xml><?xml version="1.0" encoding="utf-8"?>
<ds:datastoreItem xmlns:ds="http://schemas.openxmlformats.org/officeDocument/2006/customXml" ds:itemID="{39B9818A-A97D-3245-BCBD-A9483DC2AC6F}">
  <ds:schemaRefs>
    <ds:schemaRef ds:uri="http://www.w3.org/2001/XMLSchema"/>
  </ds:schemaRefs>
</ds:datastoreItem>
</file>

<file path=customXml/itemProps15.xml><?xml version="1.0" encoding="utf-8"?>
<ds:datastoreItem xmlns:ds="http://schemas.openxmlformats.org/officeDocument/2006/customXml" ds:itemID="{F95FA4FD-5383-C143-ACD9-A08A32BD8745}">
  <ds:schemaRefs>
    <ds:schemaRef ds:uri="http://www.w3.org/2001/XMLSchema"/>
  </ds:schemaRefs>
</ds:datastoreItem>
</file>

<file path=customXml/itemProps16.xml><?xml version="1.0" encoding="utf-8"?>
<ds:datastoreItem xmlns:ds="http://schemas.openxmlformats.org/officeDocument/2006/customXml" ds:itemID="{C4463173-EC99-467C-9A70-BD2BF1240458}">
  <ds:schemaRefs>
    <ds:schemaRef ds:uri="http://www.w3.org/2001/XMLSchema"/>
  </ds:schemaRefs>
</ds:datastoreItem>
</file>

<file path=customXml/itemProps17.xml><?xml version="1.0" encoding="utf-8"?>
<ds:datastoreItem xmlns:ds="http://schemas.openxmlformats.org/officeDocument/2006/customXml" ds:itemID="{646B05F3-77E9-4848-95BD-34D770D752D3}">
  <ds:schemaRefs>
    <ds:schemaRef ds:uri="http://www.w3.org/2001/XMLSchema"/>
  </ds:schemaRefs>
</ds:datastoreItem>
</file>

<file path=customXml/itemProps18.xml><?xml version="1.0" encoding="utf-8"?>
<ds:datastoreItem xmlns:ds="http://schemas.openxmlformats.org/officeDocument/2006/customXml" ds:itemID="{89C75685-24CF-41AD-993F-AF5861A7B934}">
  <ds:schemaRefs>
    <ds:schemaRef ds:uri="http://www.w3.org/2001/XMLSchema"/>
  </ds:schemaRefs>
</ds:datastoreItem>
</file>

<file path=customXml/itemProps19.xml><?xml version="1.0" encoding="utf-8"?>
<ds:datastoreItem xmlns:ds="http://schemas.openxmlformats.org/officeDocument/2006/customXml" ds:itemID="{C19E5E76-A27B-4D64-AD2A-565B59DA1453}">
  <ds:schemaRefs>
    <ds:schemaRef ds:uri="http://www.w3.org/2001/XMLSchema"/>
  </ds:schemaRefs>
</ds:datastoreItem>
</file>

<file path=customXml/itemProps20.xml><?xml version="1.0" encoding="utf-8"?>
<ds:datastoreItem xmlns:ds="http://schemas.openxmlformats.org/officeDocument/2006/customXml" ds:itemID="{C8840A1D-877C-4F2E-A2CD-FFC102793BA1}">
  <ds:schemaRefs>
    <ds:schemaRef ds:uri="http://www.w3.org/2001/XMLSchema"/>
  </ds:schemaRefs>
</ds:datastoreItem>
</file>

<file path=customXml/itemProps21.xml><?xml version="1.0" encoding="utf-8"?>
<ds:datastoreItem xmlns:ds="http://schemas.openxmlformats.org/officeDocument/2006/customXml" ds:itemID="{70982E8F-B483-4183-91FE-DB1DF4375600}">
  <ds:schemaRefs>
    <ds:schemaRef ds:uri="http://www.w3.org/2001/XMLSchema"/>
  </ds:schemaRefs>
</ds:datastoreItem>
</file>

<file path=customXml/itemProps22.xml><?xml version="1.0" encoding="utf-8"?>
<ds:datastoreItem xmlns:ds="http://schemas.openxmlformats.org/officeDocument/2006/customXml" ds:itemID="{C7893E90-385F-4881-BE33-FA9EE75FEA98}">
  <ds:schemaRefs>
    <ds:schemaRef ds:uri="http://www.w3.org/2001/XMLSchema"/>
  </ds:schemaRefs>
</ds:datastoreItem>
</file>

<file path=customXml/itemProps23.xml><?xml version="1.0" encoding="utf-8"?>
<ds:datastoreItem xmlns:ds="http://schemas.openxmlformats.org/officeDocument/2006/customXml" ds:itemID="{2201EB03-C258-4AE8-B65C-6C18B22BB71A}">
  <ds:schemaRefs>
    <ds:schemaRef ds:uri="http://www.w3.org/2001/XMLSchema"/>
  </ds:schemaRefs>
</ds:datastoreItem>
</file>

<file path=customXml/itemProps24.xml><?xml version="1.0" encoding="utf-8"?>
<ds:datastoreItem xmlns:ds="http://schemas.openxmlformats.org/officeDocument/2006/customXml" ds:itemID="{CDCB3694-C665-CC48-A4C2-C0E8A2E17CF9}">
  <ds:schemaRefs>
    <ds:schemaRef ds:uri="http://www.w3.org/2001/XMLSchema"/>
  </ds:schemaRefs>
</ds:datastoreItem>
</file>

<file path=customXml/itemProps25.xml><?xml version="1.0" encoding="utf-8"?>
<ds:datastoreItem xmlns:ds="http://schemas.openxmlformats.org/officeDocument/2006/customXml" ds:itemID="{652DC1EB-B8D4-4B71-8B74-44888C73D6C2}">
  <ds:schemaRefs>
    <ds:schemaRef ds:uri="http://www.w3.org/2001/XMLSchema"/>
  </ds:schemaRefs>
</ds:datastoreItem>
</file>

<file path=customXml/itemProps26.xml><?xml version="1.0" encoding="utf-8"?>
<ds:datastoreItem xmlns:ds="http://schemas.openxmlformats.org/officeDocument/2006/customXml" ds:itemID="{992969E6-EAF6-4B12-B02A-B2A3C5DD48D6}">
  <ds:schemaRefs>
    <ds:schemaRef ds:uri="http://www.w3.org/2001/XMLSchema"/>
  </ds:schemaRefs>
</ds:datastoreItem>
</file>

<file path=customXml/itemProps27.xml><?xml version="1.0" encoding="utf-8"?>
<ds:datastoreItem xmlns:ds="http://schemas.openxmlformats.org/officeDocument/2006/customXml" ds:itemID="{BBDA79B3-6C8E-4DD1-A74B-A61417AB3632}">
  <ds:schemaRefs>
    <ds:schemaRef ds:uri="http://www.w3.org/2001/XMLSchema"/>
  </ds:schemaRefs>
</ds:datastoreItem>
</file>

<file path=customXml/itemProps28.xml><?xml version="1.0" encoding="utf-8"?>
<ds:datastoreItem xmlns:ds="http://schemas.openxmlformats.org/officeDocument/2006/customXml" ds:itemID="{4EA26F0F-598B-4444-8C8C-05E6611D7F8D}">
  <ds:schemaRefs>
    <ds:schemaRef ds:uri="http://www.w3.org/2001/XMLSchema"/>
  </ds:schemaRefs>
</ds:datastoreItem>
</file>

<file path=customXml/itemProps29.xml><?xml version="1.0" encoding="utf-8"?>
<ds:datastoreItem xmlns:ds="http://schemas.openxmlformats.org/officeDocument/2006/customXml" ds:itemID="{877A9E8C-207A-4063-8927-8A6F693F6613}">
  <ds:schemaRefs>
    <ds:schemaRef ds:uri="http://www.w3.org/2001/XMLSchema"/>
  </ds:schemaRefs>
</ds:datastoreItem>
</file>

<file path=customXml/itemProps30.xml><?xml version="1.0" encoding="utf-8"?>
<ds:datastoreItem xmlns:ds="http://schemas.openxmlformats.org/officeDocument/2006/customXml" ds:itemID="{4A6A682D-7349-4E36-9495-1E6D6BB4CB51}">
  <ds:schemaRefs>
    <ds:schemaRef ds:uri="http://www.w3.org/2001/XMLSchema"/>
  </ds:schemaRefs>
</ds:datastoreItem>
</file>

<file path=customXml/itemProps31.xml><?xml version="1.0" encoding="utf-8"?>
<ds:datastoreItem xmlns:ds="http://schemas.openxmlformats.org/officeDocument/2006/customXml" ds:itemID="{6AE0C31D-61A1-4DE1-91FC-F1BF5D422003}">
  <ds:schemaRefs>
    <ds:schemaRef ds:uri="http://www.w3.org/2001/XMLSchema"/>
  </ds:schemaRefs>
</ds:datastoreItem>
</file>

<file path=customXml/itemProps32.xml><?xml version="1.0" encoding="utf-8"?>
<ds:datastoreItem xmlns:ds="http://schemas.openxmlformats.org/officeDocument/2006/customXml" ds:itemID="{2593EF02-8CA1-4581-92A5-6DF8794B98C3}">
  <ds:schemaRefs>
    <ds:schemaRef ds:uri="http://www.w3.org/2001/XMLSchema"/>
  </ds:schemaRefs>
</ds:datastoreItem>
</file>

<file path=customXml/itemProps33.xml><?xml version="1.0" encoding="utf-8"?>
<ds:datastoreItem xmlns:ds="http://schemas.openxmlformats.org/officeDocument/2006/customXml" ds:itemID="{A29F39C7-947A-428B-801C-DFFD5CBA9FAB}">
  <ds:schemaRefs>
    <ds:schemaRef ds:uri="http://www.w3.org/2001/XMLSchema"/>
  </ds:schemaRefs>
</ds:datastoreItem>
</file>

<file path=customXml/itemProps34.xml><?xml version="1.0" encoding="utf-8"?>
<ds:datastoreItem xmlns:ds="http://schemas.openxmlformats.org/officeDocument/2006/customXml" ds:itemID="{541AF583-6BBD-4799-9430-8A0096E48682}">
  <ds:schemaRefs>
    <ds:schemaRef ds:uri="http://www.w3.org/2001/XMLSchema"/>
  </ds:schemaRefs>
</ds:datastoreItem>
</file>

<file path=customXml/itemProps35.xml><?xml version="1.0" encoding="utf-8"?>
<ds:datastoreItem xmlns:ds="http://schemas.openxmlformats.org/officeDocument/2006/customXml" ds:itemID="{38B014C3-B171-42C9-9378-871F3788E673}">
  <ds:schemaRefs>
    <ds:schemaRef ds:uri="http://www.w3.org/2001/XMLSchema"/>
  </ds:schemaRefs>
</ds:datastoreItem>
</file>

<file path=customXml/itemProps36.xml><?xml version="1.0" encoding="utf-8"?>
<ds:datastoreItem xmlns:ds="http://schemas.openxmlformats.org/officeDocument/2006/customXml" ds:itemID="{B48C6642-8ECA-4416-A620-F4CC0E6F47CE}">
  <ds:schemaRefs>
    <ds:schemaRef ds:uri="http://www.w3.org/2001/XMLSchema"/>
  </ds:schemaRefs>
</ds:datastoreItem>
</file>

<file path=customXml/itemProps37.xml><?xml version="1.0" encoding="utf-8"?>
<ds:datastoreItem xmlns:ds="http://schemas.openxmlformats.org/officeDocument/2006/customXml" ds:itemID="{37B10ED9-8AE0-44CB-A871-9A0255328D06}">
  <ds:schemaRefs>
    <ds:schemaRef ds:uri="http://www.w3.org/2001/XMLSchema"/>
  </ds:schemaRefs>
</ds:datastoreItem>
</file>

<file path=customXml/itemProps38.xml><?xml version="1.0" encoding="utf-8"?>
<ds:datastoreItem xmlns:ds="http://schemas.openxmlformats.org/officeDocument/2006/customXml" ds:itemID="{1A36EED4-CC04-4594-8495-5E4DD6139D79}">
  <ds:schemaRefs>
    <ds:schemaRef ds:uri="http://www.w3.org/2001/XMLSchema"/>
  </ds:schemaRefs>
</ds:datastoreItem>
</file>

<file path=customXml/itemProps39.xml><?xml version="1.0" encoding="utf-8"?>
<ds:datastoreItem xmlns:ds="http://schemas.openxmlformats.org/officeDocument/2006/customXml" ds:itemID="{BEDA1465-B168-4F9C-96F2-36605D76D893}">
  <ds:schemaRefs>
    <ds:schemaRef ds:uri="http://www.w3.org/2001/XMLSchema"/>
  </ds:schemaRefs>
</ds:datastoreItem>
</file>

<file path=customXml/itemProps40.xml><?xml version="1.0" encoding="utf-8"?>
<ds:datastoreItem xmlns:ds="http://schemas.openxmlformats.org/officeDocument/2006/customXml" ds:itemID="{2C592AFD-41E7-42A7-A002-8E60B04A3298}">
  <ds:schemaRefs>
    <ds:schemaRef ds:uri="http://www.w3.org/2001/XMLSchema"/>
  </ds:schemaRefs>
</ds:datastoreItem>
</file>

<file path=customXml/itemProps41.xml><?xml version="1.0" encoding="utf-8"?>
<ds:datastoreItem xmlns:ds="http://schemas.openxmlformats.org/officeDocument/2006/customXml" ds:itemID="{3F89CBBB-CF42-4C9C-A015-526BDCC8B8C7}">
  <ds:schemaRefs>
    <ds:schemaRef ds:uri="http://www.w3.org/2001/XMLSchema"/>
  </ds:schemaRefs>
</ds:datastoreItem>
</file>

<file path=customXml/itemProps42.xml><?xml version="1.0" encoding="utf-8"?>
<ds:datastoreItem xmlns:ds="http://schemas.openxmlformats.org/officeDocument/2006/customXml" ds:itemID="{6AFBB2D1-FA95-4A48-8F66-41C2EF0A953E}">
  <ds:schemaRefs>
    <ds:schemaRef ds:uri="http://www.w3.org/2001/XMLSchema"/>
  </ds:schemaRefs>
</ds:datastoreItem>
</file>

<file path=customXml/itemProps43.xml><?xml version="1.0" encoding="utf-8"?>
<ds:datastoreItem xmlns:ds="http://schemas.openxmlformats.org/officeDocument/2006/customXml" ds:itemID="{5D094A06-B078-4A71-9EBC-C606C39C418F}">
  <ds:schemaRefs>
    <ds:schemaRef ds:uri="http://www.w3.org/2001/XMLSchema"/>
  </ds:schemaRefs>
</ds:datastoreItem>
</file>

<file path=customXml/itemProps44.xml><?xml version="1.0" encoding="utf-8"?>
<ds:datastoreItem xmlns:ds="http://schemas.openxmlformats.org/officeDocument/2006/customXml" ds:itemID="{9C12FDAD-FD73-4CD7-BE19-CAEA83C8D565}">
  <ds:schemaRefs>
    <ds:schemaRef ds:uri="http://www.w3.org/2001/XMLSchema"/>
  </ds:schemaRefs>
</ds:datastoreItem>
</file>

<file path=customXml/itemProps45.xml><?xml version="1.0" encoding="utf-8"?>
<ds:datastoreItem xmlns:ds="http://schemas.openxmlformats.org/officeDocument/2006/customXml" ds:itemID="{5A44A750-93DB-4F1F-9959-5A236AC0B6E8}">
  <ds:schemaRefs>
    <ds:schemaRef ds:uri="http://www.w3.org/2001/XMLSchema"/>
  </ds:schemaRefs>
</ds:datastoreItem>
</file>

<file path=customXml/itemProps46.xml><?xml version="1.0" encoding="utf-8"?>
<ds:datastoreItem xmlns:ds="http://schemas.openxmlformats.org/officeDocument/2006/customXml" ds:itemID="{E93C46C1-96B0-4A16-A64E-E3B21D6BE62C}">
  <ds:schemaRefs>
    <ds:schemaRef ds:uri="http://www.w3.org/2001/XMLSchema"/>
  </ds:schemaRefs>
</ds:datastoreItem>
</file>

<file path=customXml/itemProps47.xml><?xml version="1.0" encoding="utf-8"?>
<ds:datastoreItem xmlns:ds="http://schemas.openxmlformats.org/officeDocument/2006/customXml" ds:itemID="{0D4BF984-7E33-4570-89C5-8450F8E1BCE0}">
  <ds:schemaRefs>
    <ds:schemaRef ds:uri="http://www.w3.org/2001/XMLSchema"/>
  </ds:schemaRefs>
</ds:datastoreItem>
</file>

<file path=customXml/itemProps48.xml><?xml version="1.0" encoding="utf-8"?>
<ds:datastoreItem xmlns:ds="http://schemas.openxmlformats.org/officeDocument/2006/customXml" ds:itemID="{B45B1043-2C50-4C4F-9939-1BC74665B9AD}">
  <ds:schemaRefs>
    <ds:schemaRef ds:uri="http://www.w3.org/2001/XMLSchema"/>
  </ds:schemaRefs>
</ds:datastoreItem>
</file>

<file path=customXml/itemProps49.xml><?xml version="1.0" encoding="utf-8"?>
<ds:datastoreItem xmlns:ds="http://schemas.openxmlformats.org/officeDocument/2006/customXml" ds:itemID="{B151A477-027E-4C05-B830-FE761FA15453}">
  <ds:schemaRefs>
    <ds:schemaRef ds:uri="http://www.w3.org/2001/XMLSchema"/>
  </ds:schemaRefs>
</ds:datastoreItem>
</file>

<file path=customXml/itemProps50.xml><?xml version="1.0" encoding="utf-8"?>
<ds:datastoreItem xmlns:ds="http://schemas.openxmlformats.org/officeDocument/2006/customXml" ds:itemID="{5A40349F-3AAB-4F00-A831-89763CED8DD2}">
  <ds:schemaRefs>
    <ds:schemaRef ds:uri="http://www.w3.org/2001/XMLSchema"/>
  </ds:schemaRefs>
</ds:datastoreItem>
</file>

<file path=customXml/itemProps51.xml><?xml version="1.0" encoding="utf-8"?>
<ds:datastoreItem xmlns:ds="http://schemas.openxmlformats.org/officeDocument/2006/customXml" ds:itemID="{75796B7C-63D4-4302-A318-4DE4B8019694}">
  <ds:schemaRefs>
    <ds:schemaRef ds:uri="http://www.w3.org/2001/XMLSchema"/>
  </ds:schemaRefs>
</ds:datastoreItem>
</file>

<file path=customXml/itemProps52.xml><?xml version="1.0" encoding="utf-8"?>
<ds:datastoreItem xmlns:ds="http://schemas.openxmlformats.org/officeDocument/2006/customXml" ds:itemID="{B49D6E6E-C0FB-4B76-BA59-514C2A01F212}">
  <ds:schemaRefs>
    <ds:schemaRef ds:uri="http://www.w3.org/2001/XMLSchema"/>
  </ds:schemaRefs>
</ds:datastoreItem>
</file>

<file path=customXml/itemProps53.xml><?xml version="1.0" encoding="utf-8"?>
<ds:datastoreItem xmlns:ds="http://schemas.openxmlformats.org/officeDocument/2006/customXml" ds:itemID="{47DF0579-E78E-42CB-87C9-EBEE42D3C703}">
  <ds:schemaRefs>
    <ds:schemaRef ds:uri="http://www.w3.org/2001/XMLSchema"/>
  </ds:schemaRefs>
</ds:datastoreItem>
</file>

<file path=customXml/itemProps54.xml><?xml version="1.0" encoding="utf-8"?>
<ds:datastoreItem xmlns:ds="http://schemas.openxmlformats.org/officeDocument/2006/customXml" ds:itemID="{510C10C3-04A1-434C-AC07-FBE0CCB7B1E5}">
  <ds:schemaRefs>
    <ds:schemaRef ds:uri="http://www.w3.org/2001/XMLSchema"/>
  </ds:schemaRefs>
</ds:datastoreItem>
</file>

<file path=customXml/itemProps55.xml><?xml version="1.0" encoding="utf-8"?>
<ds:datastoreItem xmlns:ds="http://schemas.openxmlformats.org/officeDocument/2006/customXml" ds:itemID="{0043A008-6AE4-4BFE-A974-CE0F4DD2394F}">
  <ds:schemaRefs>
    <ds:schemaRef ds:uri="http://www.w3.org/2001/XMLSchema"/>
  </ds:schemaRefs>
</ds:datastoreItem>
</file>

<file path=customXml/itemProps56.xml><?xml version="1.0" encoding="utf-8"?>
<ds:datastoreItem xmlns:ds="http://schemas.openxmlformats.org/officeDocument/2006/customXml" ds:itemID="{12B8BF74-2B83-43F8-A5D1-0869B10F9F4E}">
  <ds:schemaRefs>
    <ds:schemaRef ds:uri="http://www.w3.org/2001/XMLSchema"/>
  </ds:schemaRefs>
</ds:datastoreItem>
</file>

<file path=customXml/itemProps57.xml><?xml version="1.0" encoding="utf-8"?>
<ds:datastoreItem xmlns:ds="http://schemas.openxmlformats.org/officeDocument/2006/customXml" ds:itemID="{5F1F697B-DD82-43F8-A82E-C116CE15A128}">
  <ds:schemaRefs>
    <ds:schemaRef ds:uri="http://www.w3.org/2001/XMLSchema"/>
  </ds:schemaRefs>
</ds:datastoreItem>
</file>

<file path=customXml/itemProps58.xml><?xml version="1.0" encoding="utf-8"?>
<ds:datastoreItem xmlns:ds="http://schemas.openxmlformats.org/officeDocument/2006/customXml" ds:itemID="{9DFB852C-9AA6-49B4-8C2F-2938BBBC9D37}">
  <ds:schemaRefs>
    <ds:schemaRef ds:uri="http://www.w3.org/2001/XMLSchema"/>
  </ds:schemaRefs>
</ds:datastoreItem>
</file>

<file path=customXml/itemProps59.xml><?xml version="1.0" encoding="utf-8"?>
<ds:datastoreItem xmlns:ds="http://schemas.openxmlformats.org/officeDocument/2006/customXml" ds:itemID="{8A919F3C-40C7-4A55-8DE1-8191606CCA42}">
  <ds:schemaRefs>
    <ds:schemaRef ds:uri="http://www.w3.org/2001/XMLSchema"/>
  </ds:schemaRefs>
</ds:datastoreItem>
</file>

<file path=customXml/itemProps60.xml><?xml version="1.0" encoding="utf-8"?>
<ds:datastoreItem xmlns:ds="http://schemas.openxmlformats.org/officeDocument/2006/customXml" ds:itemID="{D5F0A88D-0FB6-4802-B16D-43108267EE22}">
  <ds:schemaRefs>
    <ds:schemaRef ds:uri="http://www.w3.org/2001/XMLSchema"/>
  </ds:schemaRefs>
</ds:datastoreItem>
</file>

<file path=customXml/itemProps61.xml><?xml version="1.0" encoding="utf-8"?>
<ds:datastoreItem xmlns:ds="http://schemas.openxmlformats.org/officeDocument/2006/customXml" ds:itemID="{C9D216D8-0D7F-432B-B08E-FA6262850D7C}">
  <ds:schemaRefs>
    <ds:schemaRef ds:uri="http://www.w3.org/2001/XMLSchema"/>
  </ds:schemaRefs>
</ds:datastoreItem>
</file>

<file path=customXml/itemProps62.xml><?xml version="1.0" encoding="utf-8"?>
<ds:datastoreItem xmlns:ds="http://schemas.openxmlformats.org/officeDocument/2006/customXml" ds:itemID="{D8D1735A-1365-4DDF-B5DE-B2D2A3AE2BF2}">
  <ds:schemaRefs>
    <ds:schemaRef ds:uri="http://www.w3.org/2001/XMLSchema"/>
  </ds:schemaRefs>
</ds:datastoreItem>
</file>

<file path=customXml/itemProps63.xml><?xml version="1.0" encoding="utf-8"?>
<ds:datastoreItem xmlns:ds="http://schemas.openxmlformats.org/officeDocument/2006/customXml" ds:itemID="{E9506110-1C57-417F-96C9-B02A6E8248AA}">
  <ds:schemaRefs>
    <ds:schemaRef ds:uri="http://www.w3.org/2001/XMLSchema"/>
  </ds:schemaRefs>
</ds:datastoreItem>
</file>

<file path=customXml/itemProps64.xml><?xml version="1.0" encoding="utf-8"?>
<ds:datastoreItem xmlns:ds="http://schemas.openxmlformats.org/officeDocument/2006/customXml" ds:itemID="{40541055-AE06-47AA-8D1A-22D367A3356F}">
  <ds:schemaRefs>
    <ds:schemaRef ds:uri="http://www.w3.org/2001/XMLSchema"/>
  </ds:schemaRefs>
</ds:datastoreItem>
</file>

<file path=customXml/itemProps65.xml><?xml version="1.0" encoding="utf-8"?>
<ds:datastoreItem xmlns:ds="http://schemas.openxmlformats.org/officeDocument/2006/customXml" ds:itemID="{7BD3FEB3-5CE8-492D-AF71-5E2A52B054B9}">
  <ds:schemaRefs>
    <ds:schemaRef ds:uri="http://www.w3.org/2001/XMLSchema"/>
  </ds:schemaRefs>
</ds:datastoreItem>
</file>

<file path=customXml/itemProps66.xml><?xml version="1.0" encoding="utf-8"?>
<ds:datastoreItem xmlns:ds="http://schemas.openxmlformats.org/officeDocument/2006/customXml" ds:itemID="{397CB31B-DE66-47DE-BFEE-DC5CAC2E32DB}">
  <ds:schemaRefs>
    <ds:schemaRef ds:uri="http://www.w3.org/2001/XMLSchema"/>
  </ds:schemaRefs>
</ds:datastoreItem>
</file>

<file path=customXml/itemProps67.xml><?xml version="1.0" encoding="utf-8"?>
<ds:datastoreItem xmlns:ds="http://schemas.openxmlformats.org/officeDocument/2006/customXml" ds:itemID="{1346ED4D-BC1F-4694-91BA-CF32378B0106}">
  <ds:schemaRefs>
    <ds:schemaRef ds:uri="http://www.w3.org/2001/XMLSchema"/>
  </ds:schemaRefs>
</ds:datastoreItem>
</file>

<file path=customXml/itemProps68.xml><?xml version="1.0" encoding="utf-8"?>
<ds:datastoreItem xmlns:ds="http://schemas.openxmlformats.org/officeDocument/2006/customXml" ds:itemID="{84ACB370-91DE-4120-B9C5-26D673C3395F}">
  <ds:schemaRefs>
    <ds:schemaRef ds:uri="http://www.w3.org/2001/XMLSchema"/>
  </ds:schemaRefs>
</ds:datastoreItem>
</file>

<file path=customXml/itemProps69.xml><?xml version="1.0" encoding="utf-8"?>
<ds:datastoreItem xmlns:ds="http://schemas.openxmlformats.org/officeDocument/2006/customXml" ds:itemID="{44E6AA9E-3889-4A79-9EF9-8EEB6F76E6D7}">
  <ds:schemaRefs>
    <ds:schemaRef ds:uri="http://www.w3.org/2001/XMLSchema"/>
  </ds:schemaRefs>
</ds:datastoreItem>
</file>

<file path=customXml/itemProps70.xml><?xml version="1.0" encoding="utf-8"?>
<ds:datastoreItem xmlns:ds="http://schemas.openxmlformats.org/officeDocument/2006/customXml" ds:itemID="{188A8844-8727-4AAD-870F-6B3DEEB5FCF7}">
  <ds:schemaRefs>
    <ds:schemaRef ds:uri="http://www.w3.org/2001/XMLSchema"/>
  </ds:schemaRefs>
</ds:datastoreItem>
</file>

<file path=customXml/itemProps71.xml><?xml version="1.0" encoding="utf-8"?>
<ds:datastoreItem xmlns:ds="http://schemas.openxmlformats.org/officeDocument/2006/customXml" ds:itemID="{532C0263-3A9B-4EF3-9839-42CC84BA375F}">
  <ds:schemaRefs>
    <ds:schemaRef ds:uri="http://www.w3.org/2001/XMLSchema"/>
  </ds:schemaRefs>
</ds:datastoreItem>
</file>

<file path=customXml/itemProps72.xml><?xml version="1.0" encoding="utf-8"?>
<ds:datastoreItem xmlns:ds="http://schemas.openxmlformats.org/officeDocument/2006/customXml" ds:itemID="{7456466B-4C61-42E1-9A2B-1A61B0FC2113}">
  <ds:schemaRefs>
    <ds:schemaRef ds:uri="http://www.w3.org/2001/XMLSchema"/>
  </ds:schemaRefs>
</ds:datastoreItem>
</file>

<file path=customXml/itemProps73.xml><?xml version="1.0" encoding="utf-8"?>
<ds:datastoreItem xmlns:ds="http://schemas.openxmlformats.org/officeDocument/2006/customXml" ds:itemID="{20E32025-9EB6-4D33-869E-6885686244DB}">
  <ds:schemaRefs>
    <ds:schemaRef ds:uri="http://www.w3.org/2001/XMLSchema"/>
  </ds:schemaRefs>
</ds:datastoreItem>
</file>

<file path=customXml/itemProps74.xml><?xml version="1.0" encoding="utf-8"?>
<ds:datastoreItem xmlns:ds="http://schemas.openxmlformats.org/officeDocument/2006/customXml" ds:itemID="{A50DDE8E-4259-446B-9835-45F382C54044}">
  <ds:schemaRefs>
    <ds:schemaRef ds:uri="http://www.w3.org/2001/XMLSchema"/>
  </ds:schemaRefs>
</ds:datastoreItem>
</file>

<file path=customXml/itemProps75.xml><?xml version="1.0" encoding="utf-8"?>
<ds:datastoreItem xmlns:ds="http://schemas.openxmlformats.org/officeDocument/2006/customXml" ds:itemID="{44C0E335-7F9E-48D8-BB76-936BBDCD52C4}">
  <ds:schemaRefs>
    <ds:schemaRef ds:uri="http://www.w3.org/2001/XMLSchema"/>
  </ds:schemaRefs>
</ds:datastoreItem>
</file>

<file path=customXml/itemProps76.xml><?xml version="1.0" encoding="utf-8"?>
<ds:datastoreItem xmlns:ds="http://schemas.openxmlformats.org/officeDocument/2006/customXml" ds:itemID="{458770D8-2E67-4A01-B112-F9C04D221591}">
  <ds:schemaRefs>
    <ds:schemaRef ds:uri="http://www.w3.org/2001/XMLSchema"/>
  </ds:schemaRefs>
</ds:datastoreItem>
</file>

<file path=customXml/itemProps77.xml><?xml version="1.0" encoding="utf-8"?>
<ds:datastoreItem xmlns:ds="http://schemas.openxmlformats.org/officeDocument/2006/customXml" ds:itemID="{2BC46C40-DA44-4B64-B961-2A9298505F42}">
  <ds:schemaRefs>
    <ds:schemaRef ds:uri="http://www.w3.org/2001/XMLSchema"/>
  </ds:schemaRefs>
</ds:datastoreItem>
</file>

<file path=customXml/itemProps78.xml><?xml version="1.0" encoding="utf-8"?>
<ds:datastoreItem xmlns:ds="http://schemas.openxmlformats.org/officeDocument/2006/customXml" ds:itemID="{1A5BBBD6-5A44-4B4D-A95E-A5A5117DE330}">
  <ds:schemaRefs>
    <ds:schemaRef ds:uri="http://www.w3.org/2001/XMLSchema"/>
  </ds:schemaRefs>
</ds:datastoreItem>
</file>

<file path=customXml/itemProps79.xml><?xml version="1.0" encoding="utf-8"?>
<ds:datastoreItem xmlns:ds="http://schemas.openxmlformats.org/officeDocument/2006/customXml" ds:itemID="{61EFAD1B-05B2-46AB-B235-76D2C5C3D533}">
  <ds:schemaRefs>
    <ds:schemaRef ds:uri="http://www.w3.org/2001/XMLSchema"/>
  </ds:schemaRefs>
</ds:datastoreItem>
</file>

<file path=customXml/itemProps80.xml><?xml version="1.0" encoding="utf-8"?>
<ds:datastoreItem xmlns:ds="http://schemas.openxmlformats.org/officeDocument/2006/customXml" ds:itemID="{EFF767CE-B889-48BC-A11D-3F879EBD1E8F}">
  <ds:schemaRefs>
    <ds:schemaRef ds:uri="http://www.w3.org/2001/XMLSchema"/>
  </ds:schemaRefs>
</ds:datastoreItem>
</file>

<file path=customXml/itemProps81.xml><?xml version="1.0" encoding="utf-8"?>
<ds:datastoreItem xmlns:ds="http://schemas.openxmlformats.org/officeDocument/2006/customXml" ds:itemID="{D094E219-140A-461E-83ED-EB4BAAFB8B43}">
  <ds:schemaRefs>
    <ds:schemaRef ds:uri="http://www.w3.org/2001/XMLSchema"/>
  </ds:schemaRefs>
</ds:datastoreItem>
</file>

<file path=customXml/itemProps82.xml><?xml version="1.0" encoding="utf-8"?>
<ds:datastoreItem xmlns:ds="http://schemas.openxmlformats.org/officeDocument/2006/customXml" ds:itemID="{5D034756-F255-4E5A-8D35-7F02F63EBED6}">
  <ds:schemaRefs>
    <ds:schemaRef ds:uri="http://www.w3.org/2001/XMLSchema"/>
  </ds:schemaRefs>
</ds:datastoreItem>
</file>

<file path=customXml/itemProps83.xml><?xml version="1.0" encoding="utf-8"?>
<ds:datastoreItem xmlns:ds="http://schemas.openxmlformats.org/officeDocument/2006/customXml" ds:itemID="{C0257E75-CB22-481E-886A-B9E39949C1B5}">
  <ds:schemaRefs>
    <ds:schemaRef ds:uri="http://www.w3.org/2001/XMLSchema"/>
  </ds:schemaRefs>
</ds:datastoreItem>
</file>

<file path=customXml/itemProps84.xml><?xml version="1.0" encoding="utf-8"?>
<ds:datastoreItem xmlns:ds="http://schemas.openxmlformats.org/officeDocument/2006/customXml" ds:itemID="{549C68D3-9813-4538-BED1-588EA616E546}">
  <ds:schemaRefs>
    <ds:schemaRef ds:uri="http://www.w3.org/2001/XMLSchema"/>
  </ds:schemaRefs>
</ds:datastoreItem>
</file>

<file path=customXml/itemProps85.xml><?xml version="1.0" encoding="utf-8"?>
<ds:datastoreItem xmlns:ds="http://schemas.openxmlformats.org/officeDocument/2006/customXml" ds:itemID="{18AD332C-D771-4711-BE39-39E5A8D742A5}">
  <ds:schemaRefs>
    <ds:schemaRef ds:uri="http://www.w3.org/2001/XMLSchema"/>
  </ds:schemaRefs>
</ds:datastoreItem>
</file>

<file path=customXml/itemProps86.xml><?xml version="1.0" encoding="utf-8"?>
<ds:datastoreItem xmlns:ds="http://schemas.openxmlformats.org/officeDocument/2006/customXml" ds:itemID="{3DE51BA9-F627-482B-AB74-5FFEA87955D0}">
  <ds:schemaRefs>
    <ds:schemaRef ds:uri="http://www.w3.org/2001/XMLSchema"/>
  </ds:schemaRefs>
</ds:datastoreItem>
</file>

<file path=customXml/itemProps87.xml><?xml version="1.0" encoding="utf-8"?>
<ds:datastoreItem xmlns:ds="http://schemas.openxmlformats.org/officeDocument/2006/customXml" ds:itemID="{CE27EC3E-AAC2-450D-896B-24AEF785DFC4}">
  <ds:schemaRefs>
    <ds:schemaRef ds:uri="http://www.w3.org/2001/XMLSchema"/>
  </ds:schemaRefs>
</ds:datastoreItem>
</file>

<file path=customXml/itemProps88.xml><?xml version="1.0" encoding="utf-8"?>
<ds:datastoreItem xmlns:ds="http://schemas.openxmlformats.org/officeDocument/2006/customXml" ds:itemID="{0BE20B7E-026C-4908-A6E9-E2C4B33429CB}">
  <ds:schemaRefs>
    <ds:schemaRef ds:uri="http://www.w3.org/2001/XMLSchema"/>
  </ds:schemaRefs>
</ds:datastoreItem>
</file>

<file path=customXml/itemProps89.xml><?xml version="1.0" encoding="utf-8"?>
<ds:datastoreItem xmlns:ds="http://schemas.openxmlformats.org/officeDocument/2006/customXml" ds:itemID="{015CBCC6-5F5B-4E6C-ABB0-F354D53AAAD1}">
  <ds:schemaRefs>
    <ds:schemaRef ds:uri="http://www.w3.org/2001/XMLSchema"/>
  </ds:schemaRefs>
</ds:datastoreItem>
</file>

<file path=customXml/itemProps90.xml><?xml version="1.0" encoding="utf-8"?>
<ds:datastoreItem xmlns:ds="http://schemas.openxmlformats.org/officeDocument/2006/customXml" ds:itemID="{1FDC3449-FA25-47AB-9A8A-D8BF02FF39B9}">
  <ds:schemaRefs>
    <ds:schemaRef ds:uri="http://www.w3.org/2001/XMLSchema"/>
  </ds:schemaRefs>
</ds:datastoreItem>
</file>

<file path=customXml/itemProps91.xml><?xml version="1.0" encoding="utf-8"?>
<ds:datastoreItem xmlns:ds="http://schemas.openxmlformats.org/officeDocument/2006/customXml" ds:itemID="{8500D651-6818-44B3-A475-D05F69485527}">
  <ds:schemaRefs>
    <ds:schemaRef ds:uri="http://www.w3.org/2001/XMLSchema"/>
  </ds:schemaRefs>
</ds:datastoreItem>
</file>

<file path=customXml/itemProps92.xml><?xml version="1.0" encoding="utf-8"?>
<ds:datastoreItem xmlns:ds="http://schemas.openxmlformats.org/officeDocument/2006/customXml" ds:itemID="{776D7E34-660F-4E9E-BA94-91B13BE20F7E}">
  <ds:schemaRefs>
    <ds:schemaRef ds:uri="http://www.w3.org/2001/XMLSchema"/>
  </ds:schemaRefs>
</ds:datastoreItem>
</file>

<file path=customXml/itemProps93.xml><?xml version="1.0" encoding="utf-8"?>
<ds:datastoreItem xmlns:ds="http://schemas.openxmlformats.org/officeDocument/2006/customXml" ds:itemID="{3151CE71-FEA8-422A-8899-53DBC04F762E}">
  <ds:schemaRefs>
    <ds:schemaRef ds:uri="http://www.w3.org/2001/XMLSchema"/>
  </ds:schemaRefs>
</ds:datastoreItem>
</file>

<file path=customXml/itemProps94.xml><?xml version="1.0" encoding="utf-8"?>
<ds:datastoreItem xmlns:ds="http://schemas.openxmlformats.org/officeDocument/2006/customXml" ds:itemID="{38E0B5B4-9915-4863-8886-B20124E22EEE}">
  <ds:schemaRefs>
    <ds:schemaRef ds:uri="http://www.w3.org/2001/XMLSchema"/>
  </ds:schemaRefs>
</ds:datastoreItem>
</file>

<file path=customXml/itemProps95.xml><?xml version="1.0" encoding="utf-8"?>
<ds:datastoreItem xmlns:ds="http://schemas.openxmlformats.org/officeDocument/2006/customXml" ds:itemID="{33541230-27AF-44C8-AAD0-A99DB7206773}">
  <ds:schemaRefs>
    <ds:schemaRef ds:uri="http://www.w3.org/2001/XMLSchema"/>
  </ds:schemaRefs>
</ds:datastoreItem>
</file>

<file path=customXml/itemProps96.xml><?xml version="1.0" encoding="utf-8"?>
<ds:datastoreItem xmlns:ds="http://schemas.openxmlformats.org/officeDocument/2006/customXml" ds:itemID="{48B959ED-5C4C-409F-99AF-D8388A050003}">
  <ds:schemaRefs>
    <ds:schemaRef ds:uri="http://www.w3.org/2001/XMLSchema"/>
  </ds:schemaRefs>
</ds:datastoreItem>
</file>

<file path=customXml/itemProps97.xml><?xml version="1.0" encoding="utf-8"?>
<ds:datastoreItem xmlns:ds="http://schemas.openxmlformats.org/officeDocument/2006/customXml" ds:itemID="{D1AAF92D-CC1C-4A78-AC2B-D8DB69F36557}">
  <ds:schemaRefs>
    <ds:schemaRef ds:uri="http://www.w3.org/2001/XMLSchema"/>
  </ds:schemaRefs>
</ds:datastoreItem>
</file>

<file path=customXml/itemProps98.xml><?xml version="1.0" encoding="utf-8"?>
<ds:datastoreItem xmlns:ds="http://schemas.openxmlformats.org/officeDocument/2006/customXml" ds:itemID="{53FDAC74-A6A8-4CFA-A3F3-CBBDE724D978}">
  <ds:schemaRefs>
    <ds:schemaRef ds:uri="http://www.w3.org/2001/XMLSchema"/>
  </ds:schemaRefs>
</ds:datastoreItem>
</file>

<file path=customXml/itemProps99.xml><?xml version="1.0" encoding="utf-8"?>
<ds:datastoreItem xmlns:ds="http://schemas.openxmlformats.org/officeDocument/2006/customXml" ds:itemID="{588ECF66-D83F-4E37-81BA-30B04619D137}">
  <ds:schemaRefs>
    <ds:schemaRef ds:uri="http://www.w3.org/2001/XMLSchema"/>
  </ds:schemaRefs>
</ds:datastoreItem>
</file>

<file path=customXml/itemProps100.xml><?xml version="1.0" encoding="utf-8"?>
<ds:datastoreItem xmlns:ds="http://schemas.openxmlformats.org/officeDocument/2006/customXml" ds:itemID="{9062C3A3-38A9-452A-9135-4D3932F69C87}">
  <ds:schemaRefs>
    <ds:schemaRef ds:uri="http://www.w3.org/2001/XMLSchema"/>
  </ds:schemaRefs>
</ds:datastoreItem>
</file>

<file path=customXml/itemProps101.xml><?xml version="1.0" encoding="utf-8"?>
<ds:datastoreItem xmlns:ds="http://schemas.openxmlformats.org/officeDocument/2006/customXml" ds:itemID="{050CE51E-9A8E-4BFF-90AE-CB298C79C858}">
  <ds:schemaRefs>
    <ds:schemaRef ds:uri="http://www.w3.org/2001/XMLSchema"/>
  </ds:schemaRefs>
</ds:datastoreItem>
</file>

<file path=customXml/itemProps102.xml><?xml version="1.0" encoding="utf-8"?>
<ds:datastoreItem xmlns:ds="http://schemas.openxmlformats.org/officeDocument/2006/customXml" ds:itemID="{20A9B6AB-128B-4386-8CB8-76BE66E62564}">
  <ds:schemaRefs>
    <ds:schemaRef ds:uri="http://www.w3.org/2001/XMLSchema"/>
  </ds:schemaRefs>
</ds:datastoreItem>
</file>

<file path=customXml/itemProps103.xml><?xml version="1.0" encoding="utf-8"?>
<ds:datastoreItem xmlns:ds="http://schemas.openxmlformats.org/officeDocument/2006/customXml" ds:itemID="{9BB4DFA7-597E-403A-9CA2-EEF2A6469B21}">
  <ds:schemaRefs>
    <ds:schemaRef ds:uri="http://www.w3.org/2001/XMLSchema"/>
  </ds:schemaRefs>
</ds:datastoreItem>
</file>

<file path=customXml/itemProps104.xml><?xml version="1.0" encoding="utf-8"?>
<ds:datastoreItem xmlns:ds="http://schemas.openxmlformats.org/officeDocument/2006/customXml" ds:itemID="{FFF3AE5B-4417-43BA-BD07-A21FE6F66E6C}">
  <ds:schemaRefs>
    <ds:schemaRef ds:uri="http://www.w3.org/2001/XMLSchema"/>
  </ds:schemaRefs>
</ds:datastoreItem>
</file>

<file path=customXml/itemProps105.xml><?xml version="1.0" encoding="utf-8"?>
<ds:datastoreItem xmlns:ds="http://schemas.openxmlformats.org/officeDocument/2006/customXml" ds:itemID="{40BA29FB-4CB5-434C-9592-36B847CC526D}">
  <ds:schemaRefs>
    <ds:schemaRef ds:uri="http://www.w3.org/2001/XMLSchema"/>
  </ds:schemaRefs>
</ds:datastoreItem>
</file>

<file path=customXml/itemProps106.xml><?xml version="1.0" encoding="utf-8"?>
<ds:datastoreItem xmlns:ds="http://schemas.openxmlformats.org/officeDocument/2006/customXml" ds:itemID="{1A6D0B5E-9BC0-4380-8CFD-6F99A2A8F843}">
  <ds:schemaRefs>
    <ds:schemaRef ds:uri="http://www.w3.org/2001/XMLSchema"/>
  </ds:schemaRefs>
</ds:datastoreItem>
</file>

<file path=customXml/itemProps107.xml><?xml version="1.0" encoding="utf-8"?>
<ds:datastoreItem xmlns:ds="http://schemas.openxmlformats.org/officeDocument/2006/customXml" ds:itemID="{33559245-A155-4DB8-A87D-1A17738BBD23}">
  <ds:schemaRefs>
    <ds:schemaRef ds:uri="http://www.w3.org/2001/XMLSchema"/>
  </ds:schemaRefs>
</ds:datastoreItem>
</file>

<file path=customXml/itemProps108.xml><?xml version="1.0" encoding="utf-8"?>
<ds:datastoreItem xmlns:ds="http://schemas.openxmlformats.org/officeDocument/2006/customXml" ds:itemID="{2DDBC569-716E-4FB8-A26D-1BFEA4B73E99}">
  <ds:schemaRefs>
    <ds:schemaRef ds:uri="http://www.w3.org/2001/XMLSchema"/>
  </ds:schemaRefs>
</ds:datastoreItem>
</file>

<file path=customXml/itemProps109.xml><?xml version="1.0" encoding="utf-8"?>
<ds:datastoreItem xmlns:ds="http://schemas.openxmlformats.org/officeDocument/2006/customXml" ds:itemID="{DE68595E-7E9B-4EDC-A396-F25545105AF7}">
  <ds:schemaRefs>
    <ds:schemaRef ds:uri="http://www.w3.org/2001/XMLSchema"/>
  </ds:schemaRefs>
</ds:datastoreItem>
</file>

<file path=customXml/itemProps110.xml><?xml version="1.0" encoding="utf-8"?>
<ds:datastoreItem xmlns:ds="http://schemas.openxmlformats.org/officeDocument/2006/customXml" ds:itemID="{86D392FB-EC6C-46D0-BFA8-DB632ADEED3A}">
  <ds:schemaRefs>
    <ds:schemaRef ds:uri="http://www.w3.org/2001/XMLSchema"/>
  </ds:schemaRefs>
</ds:datastoreItem>
</file>

<file path=customXml/itemProps111.xml><?xml version="1.0" encoding="utf-8"?>
<ds:datastoreItem xmlns:ds="http://schemas.openxmlformats.org/officeDocument/2006/customXml" ds:itemID="{39B78684-9A16-4281-A97D-D643E452DD24}">
  <ds:schemaRefs>
    <ds:schemaRef ds:uri="http://www.w3.org/2001/XMLSchema"/>
  </ds:schemaRefs>
</ds:datastoreItem>
</file>

<file path=customXml/itemProps112.xml><?xml version="1.0" encoding="utf-8"?>
<ds:datastoreItem xmlns:ds="http://schemas.openxmlformats.org/officeDocument/2006/customXml" ds:itemID="{70DD42D7-9EBE-4119-84EC-6F0322C3F0F2}">
  <ds:schemaRefs>
    <ds:schemaRef ds:uri="http://www.w3.org/2001/XMLSchema"/>
  </ds:schemaRefs>
</ds:datastoreItem>
</file>

<file path=customXml/itemProps113.xml><?xml version="1.0" encoding="utf-8"?>
<ds:datastoreItem xmlns:ds="http://schemas.openxmlformats.org/officeDocument/2006/customXml" ds:itemID="{456211B2-B8CF-4AEB-8D95-7653B03DFFA6}">
  <ds:schemaRefs>
    <ds:schemaRef ds:uri="http://www.w3.org/2001/XMLSchema"/>
  </ds:schemaRefs>
</ds:datastoreItem>
</file>

<file path=customXml/itemProps114.xml><?xml version="1.0" encoding="utf-8"?>
<ds:datastoreItem xmlns:ds="http://schemas.openxmlformats.org/officeDocument/2006/customXml" ds:itemID="{0D94A683-334F-43C0-A66F-2F22B5BC4E53}">
  <ds:schemaRefs>
    <ds:schemaRef ds:uri="http://www.w3.org/2001/XMLSchema"/>
  </ds:schemaRefs>
</ds:datastoreItem>
</file>

<file path=customXml/itemProps115.xml><?xml version="1.0" encoding="utf-8"?>
<ds:datastoreItem xmlns:ds="http://schemas.openxmlformats.org/officeDocument/2006/customXml" ds:itemID="{0FAA6BBD-9AD2-40A7-A876-C4D0A7EF149B}">
  <ds:schemaRefs>
    <ds:schemaRef ds:uri="http://www.w3.org/2001/XMLSchema"/>
  </ds:schemaRefs>
</ds:datastoreItem>
</file>

<file path=customXml/itemProps116.xml><?xml version="1.0" encoding="utf-8"?>
<ds:datastoreItem xmlns:ds="http://schemas.openxmlformats.org/officeDocument/2006/customXml" ds:itemID="{F5F8EC35-6ABA-47D8-BE61-3D0F08EB9827}">
  <ds:schemaRefs>
    <ds:schemaRef ds:uri="http://www.w3.org/2001/XMLSchema"/>
  </ds:schemaRefs>
</ds:datastoreItem>
</file>

<file path=customXml/itemProps117.xml><?xml version="1.0" encoding="utf-8"?>
<ds:datastoreItem xmlns:ds="http://schemas.openxmlformats.org/officeDocument/2006/customXml" ds:itemID="{255124E6-9B3A-426F-B8DB-A7D8A01172FB}">
  <ds:schemaRefs>
    <ds:schemaRef ds:uri="http://www.w3.org/2001/XMLSchema"/>
  </ds:schemaRefs>
</ds:datastoreItem>
</file>

<file path=customXml/itemProps118.xml><?xml version="1.0" encoding="utf-8"?>
<ds:datastoreItem xmlns:ds="http://schemas.openxmlformats.org/officeDocument/2006/customXml" ds:itemID="{309AC8C8-1394-4B54-86CB-ED48A865532F}">
  <ds:schemaRefs>
    <ds:schemaRef ds:uri="http://www.w3.org/2001/XMLSchema"/>
  </ds:schemaRefs>
</ds:datastoreItem>
</file>

<file path=customXml/itemProps119.xml><?xml version="1.0" encoding="utf-8"?>
<ds:datastoreItem xmlns:ds="http://schemas.openxmlformats.org/officeDocument/2006/customXml" ds:itemID="{4C001702-2841-4575-A453-58B8698E83D1}">
  <ds:schemaRefs>
    <ds:schemaRef ds:uri="http://www.w3.org/2001/XMLSchema"/>
  </ds:schemaRefs>
</ds:datastoreItem>
</file>

<file path=customXml/itemProps120.xml><?xml version="1.0" encoding="utf-8"?>
<ds:datastoreItem xmlns:ds="http://schemas.openxmlformats.org/officeDocument/2006/customXml" ds:itemID="{8D5FE5DC-2D83-43A7-9B47-972D15905010}">
  <ds:schemaRefs>
    <ds:schemaRef ds:uri="http://www.w3.org/2001/XMLSchema"/>
  </ds:schemaRefs>
</ds:datastoreItem>
</file>

<file path=customXml/itemProps121.xml><?xml version="1.0" encoding="utf-8"?>
<ds:datastoreItem xmlns:ds="http://schemas.openxmlformats.org/officeDocument/2006/customXml" ds:itemID="{62CCC7F5-6818-40D2-887A-23A63B858C18}">
  <ds:schemaRefs>
    <ds:schemaRef ds:uri="http://www.w3.org/2001/XMLSchema"/>
  </ds:schemaRefs>
</ds:datastoreItem>
</file>

<file path=customXml/itemProps122.xml><?xml version="1.0" encoding="utf-8"?>
<ds:datastoreItem xmlns:ds="http://schemas.openxmlformats.org/officeDocument/2006/customXml" ds:itemID="{58E7A521-52A1-470E-BA25-1E173DA2C8BA}">
  <ds:schemaRefs>
    <ds:schemaRef ds:uri="http://www.w3.org/2001/XMLSchema"/>
  </ds:schemaRefs>
</ds:datastoreItem>
</file>

<file path=customXml/itemProps123.xml><?xml version="1.0" encoding="utf-8"?>
<ds:datastoreItem xmlns:ds="http://schemas.openxmlformats.org/officeDocument/2006/customXml" ds:itemID="{EFCFA865-212B-44CD-853E-0D5C9EBDEB33}">
  <ds:schemaRefs>
    <ds:schemaRef ds:uri="http://www.w3.org/2001/XMLSchema"/>
  </ds:schemaRefs>
</ds:datastoreItem>
</file>

<file path=customXml/itemProps124.xml><?xml version="1.0" encoding="utf-8"?>
<ds:datastoreItem xmlns:ds="http://schemas.openxmlformats.org/officeDocument/2006/customXml" ds:itemID="{C4DF193C-BCE4-42BD-8734-94B1553DC36A}">
  <ds:schemaRefs>
    <ds:schemaRef ds:uri="http://www.w3.org/2001/XMLSchema"/>
  </ds:schemaRefs>
</ds:datastoreItem>
</file>

<file path=customXml/itemProps125.xml><?xml version="1.0" encoding="utf-8"?>
<ds:datastoreItem xmlns:ds="http://schemas.openxmlformats.org/officeDocument/2006/customXml" ds:itemID="{DEBA16CE-68E7-4133-8419-076C4D063B66}">
  <ds:schemaRefs>
    <ds:schemaRef ds:uri="http://www.w3.org/2001/XMLSchema"/>
  </ds:schemaRefs>
</ds:datastoreItem>
</file>

<file path=customXml/itemProps126.xml><?xml version="1.0" encoding="utf-8"?>
<ds:datastoreItem xmlns:ds="http://schemas.openxmlformats.org/officeDocument/2006/customXml" ds:itemID="{F76C1463-8A88-4623-89AB-1DD8A772DA77}">
  <ds:schemaRefs>
    <ds:schemaRef ds:uri="http://www.w3.org/2001/XMLSchema"/>
  </ds:schemaRefs>
</ds:datastoreItem>
</file>

<file path=customXml/itemProps127.xml><?xml version="1.0" encoding="utf-8"?>
<ds:datastoreItem xmlns:ds="http://schemas.openxmlformats.org/officeDocument/2006/customXml" ds:itemID="{60109E7A-9B30-4ED6-A953-39AA8109A277}">
  <ds:schemaRefs>
    <ds:schemaRef ds:uri="http://www.w3.org/2001/XMLSchema"/>
  </ds:schemaRefs>
</ds:datastoreItem>
</file>

<file path=customXml/itemProps128.xml><?xml version="1.0" encoding="utf-8"?>
<ds:datastoreItem xmlns:ds="http://schemas.openxmlformats.org/officeDocument/2006/customXml" ds:itemID="{FACDA9F2-FDA6-46CB-8530-6556FEFE4D3A}">
  <ds:schemaRefs>
    <ds:schemaRef ds:uri="http://www.w3.org/2001/XMLSchema"/>
  </ds:schemaRefs>
</ds:datastoreItem>
</file>

<file path=customXml/itemProps129.xml><?xml version="1.0" encoding="utf-8"?>
<ds:datastoreItem xmlns:ds="http://schemas.openxmlformats.org/officeDocument/2006/customXml" ds:itemID="{FC36E6D1-B0C9-4A71-94EA-AD7949796A76}">
  <ds:schemaRefs>
    <ds:schemaRef ds:uri="http://www.w3.org/2001/XMLSchema"/>
  </ds:schemaRefs>
</ds:datastoreItem>
</file>

<file path=customXml/itemProps130.xml><?xml version="1.0" encoding="utf-8"?>
<ds:datastoreItem xmlns:ds="http://schemas.openxmlformats.org/officeDocument/2006/customXml" ds:itemID="{585F4D3C-BDD7-4A26-B279-0810E3BD5770}">
  <ds:schemaRefs>
    <ds:schemaRef ds:uri="http://www.w3.org/2001/XMLSchema"/>
  </ds:schemaRefs>
</ds:datastoreItem>
</file>

<file path=customXml/itemProps131.xml><?xml version="1.0" encoding="utf-8"?>
<ds:datastoreItem xmlns:ds="http://schemas.openxmlformats.org/officeDocument/2006/customXml" ds:itemID="{3D88C5C0-A99E-4682-A0C3-0B11AAFCA343}">
  <ds:schemaRefs>
    <ds:schemaRef ds:uri="http://www.w3.org/2001/XMLSchema"/>
  </ds:schemaRefs>
</ds:datastoreItem>
</file>

<file path=customXml/itemProps132.xml><?xml version="1.0" encoding="utf-8"?>
<ds:datastoreItem xmlns:ds="http://schemas.openxmlformats.org/officeDocument/2006/customXml" ds:itemID="{DF36B7BC-2398-4435-8A8F-CFD0EBD35A3F}">
  <ds:schemaRefs>
    <ds:schemaRef ds:uri="http://www.w3.org/2001/XMLSchema"/>
  </ds:schemaRefs>
</ds:datastoreItem>
</file>

<file path=customXml/itemProps133.xml><?xml version="1.0" encoding="utf-8"?>
<ds:datastoreItem xmlns:ds="http://schemas.openxmlformats.org/officeDocument/2006/customXml" ds:itemID="{C604B718-C70D-4ACE-97A6-2FADE0710129}">
  <ds:schemaRefs>
    <ds:schemaRef ds:uri="http://www.w3.org/2001/XMLSchema"/>
  </ds:schemaRefs>
</ds:datastoreItem>
</file>

<file path=customXml/itemProps134.xml><?xml version="1.0" encoding="utf-8"?>
<ds:datastoreItem xmlns:ds="http://schemas.openxmlformats.org/officeDocument/2006/customXml" ds:itemID="{6C42D7D5-4630-4182-9822-0D4D39971AF9}">
  <ds:schemaRefs>
    <ds:schemaRef ds:uri="http://www.w3.org/2001/XMLSchema"/>
  </ds:schemaRefs>
</ds:datastoreItem>
</file>

<file path=customXml/itemProps135.xml><?xml version="1.0" encoding="utf-8"?>
<ds:datastoreItem xmlns:ds="http://schemas.openxmlformats.org/officeDocument/2006/customXml" ds:itemID="{463044B4-33EA-4EFF-AFDE-DA3848CA83C2}">
  <ds:schemaRefs>
    <ds:schemaRef ds:uri="http://www.w3.org/2001/XMLSchema"/>
  </ds:schemaRefs>
</ds:datastoreItem>
</file>

<file path=customXml/itemProps136.xml><?xml version="1.0" encoding="utf-8"?>
<ds:datastoreItem xmlns:ds="http://schemas.openxmlformats.org/officeDocument/2006/customXml" ds:itemID="{20DDF9A5-1D87-41C0-9814-46AD43C8AF74}">
  <ds:schemaRefs>
    <ds:schemaRef ds:uri="http://www.w3.org/2001/XMLSchema"/>
  </ds:schemaRefs>
</ds:datastoreItem>
</file>

<file path=customXml/itemProps137.xml><?xml version="1.0" encoding="utf-8"?>
<ds:datastoreItem xmlns:ds="http://schemas.openxmlformats.org/officeDocument/2006/customXml" ds:itemID="{8ECE55C3-7BE5-4C7D-918F-4527C07A3878}">
  <ds:schemaRefs>
    <ds:schemaRef ds:uri="http://www.w3.org/2001/XMLSchema"/>
  </ds:schemaRefs>
</ds:datastoreItem>
</file>

<file path=customXml/itemProps138.xml><?xml version="1.0" encoding="utf-8"?>
<ds:datastoreItem xmlns:ds="http://schemas.openxmlformats.org/officeDocument/2006/customXml" ds:itemID="{43C7E520-64AC-4EA8-BF0B-38131C63C833}">
  <ds:schemaRefs>
    <ds:schemaRef ds:uri="http://www.w3.org/2001/XMLSchema"/>
  </ds:schemaRefs>
</ds:datastoreItem>
</file>

<file path=customXml/itemProps139.xml><?xml version="1.0" encoding="utf-8"?>
<ds:datastoreItem xmlns:ds="http://schemas.openxmlformats.org/officeDocument/2006/customXml" ds:itemID="{F5CF45BC-55D5-4674-8987-716C724D0377}">
  <ds:schemaRefs>
    <ds:schemaRef ds:uri="http://www.w3.org/2001/XMLSchema"/>
  </ds:schemaRefs>
</ds:datastoreItem>
</file>

<file path=customXml/itemProps140.xml><?xml version="1.0" encoding="utf-8"?>
<ds:datastoreItem xmlns:ds="http://schemas.openxmlformats.org/officeDocument/2006/customXml" ds:itemID="{F7592D27-1556-4060-91B9-45EE395ECE7D}">
  <ds:schemaRefs>
    <ds:schemaRef ds:uri="http://www.w3.org/2001/XMLSchema"/>
  </ds:schemaRefs>
</ds:datastoreItem>
</file>

<file path=customXml/itemProps141.xml><?xml version="1.0" encoding="utf-8"?>
<ds:datastoreItem xmlns:ds="http://schemas.openxmlformats.org/officeDocument/2006/customXml" ds:itemID="{CFA92DCD-27C0-41B7-9249-7F8507FD6D0B}">
  <ds:schemaRefs>
    <ds:schemaRef ds:uri="http://www.w3.org/2001/XMLSchema"/>
  </ds:schemaRefs>
</ds:datastoreItem>
</file>

<file path=customXml/itemProps142.xml><?xml version="1.0" encoding="utf-8"?>
<ds:datastoreItem xmlns:ds="http://schemas.openxmlformats.org/officeDocument/2006/customXml" ds:itemID="{FAC6C92F-EF69-4C30-985B-A2A202F0C67F}">
  <ds:schemaRefs>
    <ds:schemaRef ds:uri="http://www.w3.org/2001/XMLSchema"/>
  </ds:schemaRefs>
</ds:datastoreItem>
</file>

<file path=customXml/itemProps143.xml><?xml version="1.0" encoding="utf-8"?>
<ds:datastoreItem xmlns:ds="http://schemas.openxmlformats.org/officeDocument/2006/customXml" ds:itemID="{A1FD2DE4-198A-41C8-8BA1-DCFC11EEA7B3}">
  <ds:schemaRefs>
    <ds:schemaRef ds:uri="http://www.w3.org/2001/XMLSchema"/>
  </ds:schemaRefs>
</ds:datastoreItem>
</file>

<file path=customXml/itemProps144.xml><?xml version="1.0" encoding="utf-8"?>
<ds:datastoreItem xmlns:ds="http://schemas.openxmlformats.org/officeDocument/2006/customXml" ds:itemID="{1A330DA3-FABE-4280-BEB1-3C8E17F7C46B}">
  <ds:schemaRefs>
    <ds:schemaRef ds:uri="http://www.w3.org/2001/XMLSchema"/>
  </ds:schemaRefs>
</ds:datastoreItem>
</file>

<file path=customXml/itemProps145.xml><?xml version="1.0" encoding="utf-8"?>
<ds:datastoreItem xmlns:ds="http://schemas.openxmlformats.org/officeDocument/2006/customXml" ds:itemID="{45BC91DC-8C30-4E36-BBD9-3BE1F6A2DB67}">
  <ds:schemaRefs>
    <ds:schemaRef ds:uri="http://www.w3.org/2001/XMLSchema"/>
  </ds:schemaRefs>
</ds:datastoreItem>
</file>

<file path=customXml/itemProps146.xml><?xml version="1.0" encoding="utf-8"?>
<ds:datastoreItem xmlns:ds="http://schemas.openxmlformats.org/officeDocument/2006/customXml" ds:itemID="{A3F52080-A0DD-4A6A-906D-2C3DB955F07B}">
  <ds:schemaRefs>
    <ds:schemaRef ds:uri="http://www.w3.org/2001/XMLSchema"/>
  </ds:schemaRefs>
</ds:datastoreItem>
</file>

<file path=customXml/itemProps147.xml><?xml version="1.0" encoding="utf-8"?>
<ds:datastoreItem xmlns:ds="http://schemas.openxmlformats.org/officeDocument/2006/customXml" ds:itemID="{022C396B-4170-4675-96BA-8B19BFCE0E88}">
  <ds:schemaRefs>
    <ds:schemaRef ds:uri="http://www.w3.org/2001/XMLSchema"/>
  </ds:schemaRefs>
</ds:datastoreItem>
</file>

<file path=customXml/itemProps148.xml><?xml version="1.0" encoding="utf-8"?>
<ds:datastoreItem xmlns:ds="http://schemas.openxmlformats.org/officeDocument/2006/customXml" ds:itemID="{2B16D63D-1428-4A56-89DD-9F4EF86DB6DA}">
  <ds:schemaRefs>
    <ds:schemaRef ds:uri="http://www.w3.org/2001/XMLSchema"/>
  </ds:schemaRefs>
</ds:datastoreItem>
</file>

<file path=customXml/itemProps149.xml><?xml version="1.0" encoding="utf-8"?>
<ds:datastoreItem xmlns:ds="http://schemas.openxmlformats.org/officeDocument/2006/customXml" ds:itemID="{873C692F-E847-4A79-851C-09FD77E072CE}">
  <ds:schemaRefs>
    <ds:schemaRef ds:uri="http://www.w3.org/2001/XMLSchema"/>
  </ds:schemaRefs>
</ds:datastoreItem>
</file>

<file path=customXml/itemProps150.xml><?xml version="1.0" encoding="utf-8"?>
<ds:datastoreItem xmlns:ds="http://schemas.openxmlformats.org/officeDocument/2006/customXml" ds:itemID="{E47171D7-1BD7-4EC0-9F0A-150D4FB2FF32}">
  <ds:schemaRefs>
    <ds:schemaRef ds:uri="http://www.w3.org/2001/XMLSchema"/>
  </ds:schemaRefs>
</ds:datastoreItem>
</file>

<file path=customXml/itemProps151.xml><?xml version="1.0" encoding="utf-8"?>
<ds:datastoreItem xmlns:ds="http://schemas.openxmlformats.org/officeDocument/2006/customXml" ds:itemID="{D9942F7C-F57F-4F0D-A41A-2AF0325C8008}">
  <ds:schemaRefs>
    <ds:schemaRef ds:uri="http://www.w3.org/2001/XMLSchema"/>
  </ds:schemaRefs>
</ds:datastoreItem>
</file>

<file path=customXml/itemProps152.xml><?xml version="1.0" encoding="utf-8"?>
<ds:datastoreItem xmlns:ds="http://schemas.openxmlformats.org/officeDocument/2006/customXml" ds:itemID="{317F1A17-A4A0-41C2-9CBF-FAB720DC9F77}">
  <ds:schemaRefs>
    <ds:schemaRef ds:uri="http://www.w3.org/2001/XMLSchema"/>
  </ds:schemaRefs>
</ds:datastoreItem>
</file>

<file path=customXml/itemProps153.xml><?xml version="1.0" encoding="utf-8"?>
<ds:datastoreItem xmlns:ds="http://schemas.openxmlformats.org/officeDocument/2006/customXml" ds:itemID="{E9FD4C35-6917-427D-8B33-921A04FBCB66}">
  <ds:schemaRefs>
    <ds:schemaRef ds:uri="http://www.w3.org/2001/XMLSchema"/>
  </ds:schemaRefs>
</ds:datastoreItem>
</file>

<file path=customXml/itemProps154.xml><?xml version="1.0" encoding="utf-8"?>
<ds:datastoreItem xmlns:ds="http://schemas.openxmlformats.org/officeDocument/2006/customXml" ds:itemID="{E81F8B28-48C9-4377-9AC2-DB4A921AD421}">
  <ds:schemaRefs>
    <ds:schemaRef ds:uri="http://www.w3.org/2001/XMLSchema"/>
  </ds:schemaRefs>
</ds:datastoreItem>
</file>

<file path=customXml/itemProps155.xml><?xml version="1.0" encoding="utf-8"?>
<ds:datastoreItem xmlns:ds="http://schemas.openxmlformats.org/officeDocument/2006/customXml" ds:itemID="{D65F8125-7687-436E-B8B4-A2F414DCE7C9}">
  <ds:schemaRefs>
    <ds:schemaRef ds:uri="http://www.w3.org/2001/XMLSchema"/>
  </ds:schemaRefs>
</ds:datastoreItem>
</file>

<file path=customXml/itemProps156.xml><?xml version="1.0" encoding="utf-8"?>
<ds:datastoreItem xmlns:ds="http://schemas.openxmlformats.org/officeDocument/2006/customXml" ds:itemID="{A16D3B04-2A91-468B-93E5-987DE655D778}">
  <ds:schemaRefs>
    <ds:schemaRef ds:uri="http://www.w3.org/2001/XMLSchema"/>
  </ds:schemaRefs>
</ds:datastoreItem>
</file>

<file path=customXml/itemProps157.xml><?xml version="1.0" encoding="utf-8"?>
<ds:datastoreItem xmlns:ds="http://schemas.openxmlformats.org/officeDocument/2006/customXml" ds:itemID="{F58CA383-7018-4914-B459-F4F34E38E324}">
  <ds:schemaRefs>
    <ds:schemaRef ds:uri="http://www.w3.org/2001/XMLSchema"/>
  </ds:schemaRefs>
</ds:datastoreItem>
</file>

<file path=customXml/itemProps158.xml><?xml version="1.0" encoding="utf-8"?>
<ds:datastoreItem xmlns:ds="http://schemas.openxmlformats.org/officeDocument/2006/customXml" ds:itemID="{A8C7F66B-15C7-47BD-9724-AB64807BCBA7}">
  <ds:schemaRefs>
    <ds:schemaRef ds:uri="http://www.w3.org/2001/XMLSchema"/>
  </ds:schemaRefs>
</ds:datastoreItem>
</file>

<file path=customXml/itemProps159.xml><?xml version="1.0" encoding="utf-8"?>
<ds:datastoreItem xmlns:ds="http://schemas.openxmlformats.org/officeDocument/2006/customXml" ds:itemID="{D3C72967-617F-4588-84C8-D20920C978A7}">
  <ds:schemaRefs>
    <ds:schemaRef ds:uri="http://www.w3.org/2001/XMLSchema"/>
  </ds:schemaRefs>
</ds:datastoreItem>
</file>

<file path=customXml/itemProps160.xml><?xml version="1.0" encoding="utf-8"?>
<ds:datastoreItem xmlns:ds="http://schemas.openxmlformats.org/officeDocument/2006/customXml" ds:itemID="{BD8DE32B-AF1A-4EA4-B813-7A3E4E0DB0FA}">
  <ds:schemaRefs>
    <ds:schemaRef ds:uri="http://www.w3.org/2001/XMLSchema"/>
  </ds:schemaRefs>
</ds:datastoreItem>
</file>

<file path=customXml/itemProps161.xml><?xml version="1.0" encoding="utf-8"?>
<ds:datastoreItem xmlns:ds="http://schemas.openxmlformats.org/officeDocument/2006/customXml" ds:itemID="{99062174-F237-4B10-932F-F4489114ADBE}">
  <ds:schemaRefs>
    <ds:schemaRef ds:uri="http://www.w3.org/2001/XMLSchema"/>
  </ds:schemaRefs>
</ds:datastoreItem>
</file>

<file path=customXml/itemProps162.xml><?xml version="1.0" encoding="utf-8"?>
<ds:datastoreItem xmlns:ds="http://schemas.openxmlformats.org/officeDocument/2006/customXml" ds:itemID="{F1C36F6A-80A0-481E-AC9D-B17D3D4CC18A}">
  <ds:schemaRefs>
    <ds:schemaRef ds:uri="http://www.w3.org/2001/XMLSchema"/>
  </ds:schemaRefs>
</ds:datastoreItem>
</file>

<file path=customXml/itemProps163.xml><?xml version="1.0" encoding="utf-8"?>
<ds:datastoreItem xmlns:ds="http://schemas.openxmlformats.org/officeDocument/2006/customXml" ds:itemID="{6A11C9B8-869D-4160-96F3-B70497FCA1B0}">
  <ds:schemaRefs>
    <ds:schemaRef ds:uri="http://www.w3.org/2001/XMLSchema"/>
  </ds:schemaRefs>
</ds:datastoreItem>
</file>

<file path=customXml/itemProps164.xml><?xml version="1.0" encoding="utf-8"?>
<ds:datastoreItem xmlns:ds="http://schemas.openxmlformats.org/officeDocument/2006/customXml" ds:itemID="{E8E3F4E4-41F3-4460-B84F-5AFFAF1B8ACE}">
  <ds:schemaRefs>
    <ds:schemaRef ds:uri="http://www.w3.org/2001/XMLSchema"/>
  </ds:schemaRefs>
</ds:datastoreItem>
</file>

<file path=customXml/itemProps165.xml><?xml version="1.0" encoding="utf-8"?>
<ds:datastoreItem xmlns:ds="http://schemas.openxmlformats.org/officeDocument/2006/customXml" ds:itemID="{6EE1396C-02A6-4E82-98D0-BCEDDE107CAA}">
  <ds:schemaRefs>
    <ds:schemaRef ds:uri="http://www.w3.org/2001/XMLSchema"/>
  </ds:schemaRefs>
</ds:datastoreItem>
</file>

<file path=customXml/itemProps166.xml><?xml version="1.0" encoding="utf-8"?>
<ds:datastoreItem xmlns:ds="http://schemas.openxmlformats.org/officeDocument/2006/customXml" ds:itemID="{778EB27A-3CDB-49A7-9419-AD2C7E121ABA}">
  <ds:schemaRefs>
    <ds:schemaRef ds:uri="http://www.w3.org/2001/XMLSchema"/>
  </ds:schemaRefs>
</ds:datastoreItem>
</file>

<file path=customXml/itemProps167.xml><?xml version="1.0" encoding="utf-8"?>
<ds:datastoreItem xmlns:ds="http://schemas.openxmlformats.org/officeDocument/2006/customXml" ds:itemID="{189DAF74-71E6-4BE4-8988-2C7C32ABFC9E}">
  <ds:schemaRefs>
    <ds:schemaRef ds:uri="http://www.w3.org/2001/XMLSchema"/>
  </ds:schemaRefs>
</ds:datastoreItem>
</file>

<file path=customXml/itemProps168.xml><?xml version="1.0" encoding="utf-8"?>
<ds:datastoreItem xmlns:ds="http://schemas.openxmlformats.org/officeDocument/2006/customXml" ds:itemID="{E5D4D131-2E17-4582-9A5C-B600AEBD9EC1}">
  <ds:schemaRefs>
    <ds:schemaRef ds:uri="http://www.w3.org/2001/XMLSchema"/>
  </ds:schemaRefs>
</ds:datastoreItem>
</file>

<file path=customXml/itemProps169.xml><?xml version="1.0" encoding="utf-8"?>
<ds:datastoreItem xmlns:ds="http://schemas.openxmlformats.org/officeDocument/2006/customXml" ds:itemID="{B00C1298-7D93-47A3-BF8C-0D778A53E62C}">
  <ds:schemaRefs>
    <ds:schemaRef ds:uri="http://www.w3.org/2001/XMLSchema"/>
  </ds:schemaRefs>
</ds:datastoreItem>
</file>

<file path=customXml/itemProps170.xml><?xml version="1.0" encoding="utf-8"?>
<ds:datastoreItem xmlns:ds="http://schemas.openxmlformats.org/officeDocument/2006/customXml" ds:itemID="{8220C0C4-920F-4691-84CE-F6F10EE7F0FF}">
  <ds:schemaRefs>
    <ds:schemaRef ds:uri="http://www.w3.org/2001/XMLSchema"/>
  </ds:schemaRefs>
</ds:datastoreItem>
</file>

<file path=customXml/itemProps171.xml><?xml version="1.0" encoding="utf-8"?>
<ds:datastoreItem xmlns:ds="http://schemas.openxmlformats.org/officeDocument/2006/customXml" ds:itemID="{9B99EF31-11DC-4944-9784-8CF6633A45E5}">
  <ds:schemaRefs>
    <ds:schemaRef ds:uri="http://www.w3.org/2001/XMLSchema"/>
  </ds:schemaRefs>
</ds:datastoreItem>
</file>

<file path=customXml/itemProps172.xml><?xml version="1.0" encoding="utf-8"?>
<ds:datastoreItem xmlns:ds="http://schemas.openxmlformats.org/officeDocument/2006/customXml" ds:itemID="{89C2571C-BE79-4AA7-8828-834052B797F0}">
  <ds:schemaRefs>
    <ds:schemaRef ds:uri="http://www.w3.org/2001/XMLSchema"/>
  </ds:schemaRefs>
</ds:datastoreItem>
</file>

<file path=customXml/itemProps173.xml><?xml version="1.0" encoding="utf-8"?>
<ds:datastoreItem xmlns:ds="http://schemas.openxmlformats.org/officeDocument/2006/customXml" ds:itemID="{A6193CEB-3C29-4666-AD9A-64C2665FEEF7}">
  <ds:schemaRefs>
    <ds:schemaRef ds:uri="http://www.w3.org/2001/XMLSchema"/>
  </ds:schemaRefs>
</ds:datastoreItem>
</file>

<file path=customXml/itemProps174.xml><?xml version="1.0" encoding="utf-8"?>
<ds:datastoreItem xmlns:ds="http://schemas.openxmlformats.org/officeDocument/2006/customXml" ds:itemID="{82EB8C8A-FEF1-4F53-AE4E-EC7E041C6DFD}">
  <ds:schemaRefs>
    <ds:schemaRef ds:uri="http://www.w3.org/2001/XMLSchema"/>
  </ds:schemaRefs>
</ds:datastoreItem>
</file>

<file path=customXml/itemProps175.xml><?xml version="1.0" encoding="utf-8"?>
<ds:datastoreItem xmlns:ds="http://schemas.openxmlformats.org/officeDocument/2006/customXml" ds:itemID="{E81339E7-54A1-469A-A73D-67EEDDF30312}">
  <ds:schemaRefs>
    <ds:schemaRef ds:uri="http://www.w3.org/2001/XMLSchema"/>
  </ds:schemaRefs>
</ds:datastoreItem>
</file>

<file path=customXml/itemProps176.xml><?xml version="1.0" encoding="utf-8"?>
<ds:datastoreItem xmlns:ds="http://schemas.openxmlformats.org/officeDocument/2006/customXml" ds:itemID="{3668E6C2-B1D9-4A6C-B4CE-F1FF7C6FD20F}">
  <ds:schemaRefs>
    <ds:schemaRef ds:uri="http://www.w3.org/2001/XMLSchema"/>
  </ds:schemaRefs>
</ds:datastoreItem>
</file>

<file path=customXml/itemProps177.xml><?xml version="1.0" encoding="utf-8"?>
<ds:datastoreItem xmlns:ds="http://schemas.openxmlformats.org/officeDocument/2006/customXml" ds:itemID="{C9A301B5-52A7-4D8E-A943-5976D866954D}">
  <ds:schemaRefs>
    <ds:schemaRef ds:uri="http://www.w3.org/2001/XMLSchema"/>
  </ds:schemaRefs>
</ds:datastoreItem>
</file>

<file path=customXml/itemProps178.xml><?xml version="1.0" encoding="utf-8"?>
<ds:datastoreItem xmlns:ds="http://schemas.openxmlformats.org/officeDocument/2006/customXml" ds:itemID="{B2166234-D8DD-421F-9D5E-D937B7A025BC}">
  <ds:schemaRefs>
    <ds:schemaRef ds:uri="http://www.w3.org/2001/XMLSchema"/>
  </ds:schemaRefs>
</ds:datastoreItem>
</file>

<file path=customXml/itemProps179.xml><?xml version="1.0" encoding="utf-8"?>
<ds:datastoreItem xmlns:ds="http://schemas.openxmlformats.org/officeDocument/2006/customXml" ds:itemID="{9CAD2B78-FEC9-44E5-9E08-27C133A52D79}">
  <ds:schemaRefs>
    <ds:schemaRef ds:uri="http://www.w3.org/2001/XMLSchema"/>
  </ds:schemaRefs>
</ds:datastoreItem>
</file>

<file path=customXml/itemProps180.xml><?xml version="1.0" encoding="utf-8"?>
<ds:datastoreItem xmlns:ds="http://schemas.openxmlformats.org/officeDocument/2006/customXml" ds:itemID="{D46F8D9D-5E8D-4ECE-8F2A-9AE1930F69B4}">
  <ds:schemaRefs>
    <ds:schemaRef ds:uri="http://www.w3.org/2001/XMLSchema"/>
  </ds:schemaRefs>
</ds:datastoreItem>
</file>

<file path=customXml/itemProps181.xml><?xml version="1.0" encoding="utf-8"?>
<ds:datastoreItem xmlns:ds="http://schemas.openxmlformats.org/officeDocument/2006/customXml" ds:itemID="{77EE6A22-EA02-48CA-8C9B-43DF3D7023A8}">
  <ds:schemaRefs>
    <ds:schemaRef ds:uri="http://www.w3.org/2001/XMLSchema"/>
  </ds:schemaRefs>
</ds:datastoreItem>
</file>

<file path=customXml/itemProps182.xml><?xml version="1.0" encoding="utf-8"?>
<ds:datastoreItem xmlns:ds="http://schemas.openxmlformats.org/officeDocument/2006/customXml" ds:itemID="{606ECD80-DF47-4580-830F-75C0FA51E4D6}">
  <ds:schemaRefs>
    <ds:schemaRef ds:uri="http://www.w3.org/2001/XMLSchema"/>
  </ds:schemaRefs>
</ds:datastoreItem>
</file>

<file path=customXml/itemProps183.xml><?xml version="1.0" encoding="utf-8"?>
<ds:datastoreItem xmlns:ds="http://schemas.openxmlformats.org/officeDocument/2006/customXml" ds:itemID="{736FF752-11EA-438B-B341-73487A151650}">
  <ds:schemaRefs>
    <ds:schemaRef ds:uri="http://www.w3.org/2001/XMLSchema"/>
  </ds:schemaRefs>
</ds:datastoreItem>
</file>

<file path=customXml/itemProps184.xml><?xml version="1.0" encoding="utf-8"?>
<ds:datastoreItem xmlns:ds="http://schemas.openxmlformats.org/officeDocument/2006/customXml" ds:itemID="{268CEC9E-75DB-4526-94AE-239D5CD6687E}">
  <ds:schemaRefs>
    <ds:schemaRef ds:uri="http://www.w3.org/2001/XMLSchema"/>
  </ds:schemaRefs>
</ds:datastoreItem>
</file>

<file path=customXml/itemProps185.xml><?xml version="1.0" encoding="utf-8"?>
<ds:datastoreItem xmlns:ds="http://schemas.openxmlformats.org/officeDocument/2006/customXml" ds:itemID="{1B495ACA-8B8E-4D52-825C-2A6231A82796}">
  <ds:schemaRefs>
    <ds:schemaRef ds:uri="http://www.w3.org/2001/XMLSchema"/>
  </ds:schemaRefs>
</ds:datastoreItem>
</file>

<file path=customXml/itemProps186.xml><?xml version="1.0" encoding="utf-8"?>
<ds:datastoreItem xmlns:ds="http://schemas.openxmlformats.org/officeDocument/2006/customXml" ds:itemID="{A47BC168-A314-47B1-A922-3BF9255374D4}">
  <ds:schemaRefs>
    <ds:schemaRef ds:uri="http://www.w3.org/2001/XMLSchema"/>
  </ds:schemaRefs>
</ds:datastoreItem>
</file>

<file path=customXml/itemProps187.xml><?xml version="1.0" encoding="utf-8"?>
<ds:datastoreItem xmlns:ds="http://schemas.openxmlformats.org/officeDocument/2006/customXml" ds:itemID="{40A36D81-B96D-4886-8FD9-D56EFFF46AF5}">
  <ds:schemaRefs>
    <ds:schemaRef ds:uri="http://www.w3.org/2001/XMLSchema"/>
  </ds:schemaRefs>
</ds:datastoreItem>
</file>

<file path=customXml/itemProps188.xml><?xml version="1.0" encoding="utf-8"?>
<ds:datastoreItem xmlns:ds="http://schemas.openxmlformats.org/officeDocument/2006/customXml" ds:itemID="{3A4DE94D-DC78-469C-990C-F1A46C4A4427}">
  <ds:schemaRefs>
    <ds:schemaRef ds:uri="http://www.w3.org/2001/XMLSchema"/>
  </ds:schemaRefs>
</ds:datastoreItem>
</file>

<file path=customXml/itemProps189.xml><?xml version="1.0" encoding="utf-8"?>
<ds:datastoreItem xmlns:ds="http://schemas.openxmlformats.org/officeDocument/2006/customXml" ds:itemID="{BA575C59-73FD-455F-BBC9-1714D9EE09F1}">
  <ds:schemaRefs>
    <ds:schemaRef ds:uri="http://www.w3.org/2001/XMLSchema"/>
  </ds:schemaRefs>
</ds:datastoreItem>
</file>

<file path=customXml/itemProps190.xml><?xml version="1.0" encoding="utf-8"?>
<ds:datastoreItem xmlns:ds="http://schemas.openxmlformats.org/officeDocument/2006/customXml" ds:itemID="{DB3103FA-99E3-47C8-898A-E13E999C35BD}">
  <ds:schemaRefs>
    <ds:schemaRef ds:uri="http://www.w3.org/2001/XMLSchema"/>
  </ds:schemaRefs>
</ds:datastoreItem>
</file>

<file path=customXml/itemProps191.xml><?xml version="1.0" encoding="utf-8"?>
<ds:datastoreItem xmlns:ds="http://schemas.openxmlformats.org/officeDocument/2006/customXml" ds:itemID="{93765052-984F-483D-851F-C29F39F2B25F}">
  <ds:schemaRefs>
    <ds:schemaRef ds:uri="http://www.w3.org/2001/XMLSchema"/>
  </ds:schemaRefs>
</ds:datastoreItem>
</file>

<file path=customXml/itemProps192.xml><?xml version="1.0" encoding="utf-8"?>
<ds:datastoreItem xmlns:ds="http://schemas.openxmlformats.org/officeDocument/2006/customXml" ds:itemID="{E9DF0CF3-D93D-4F14-9C3E-AC2104207F59}">
  <ds:schemaRefs>
    <ds:schemaRef ds:uri="http://www.w3.org/2001/XMLSchema"/>
  </ds:schemaRefs>
</ds:datastoreItem>
</file>

<file path=customXml/itemProps193.xml><?xml version="1.0" encoding="utf-8"?>
<ds:datastoreItem xmlns:ds="http://schemas.openxmlformats.org/officeDocument/2006/customXml" ds:itemID="{B5421751-561B-4C72-90F7-2FA20EDCB97E}">
  <ds:schemaRefs>
    <ds:schemaRef ds:uri="http://www.w3.org/2001/XMLSchema"/>
  </ds:schemaRefs>
</ds:datastoreItem>
</file>

<file path=customXml/itemProps194.xml><?xml version="1.0" encoding="utf-8"?>
<ds:datastoreItem xmlns:ds="http://schemas.openxmlformats.org/officeDocument/2006/customXml" ds:itemID="{AB24E32F-9EE0-4B62-B7CA-676A66879280}">
  <ds:schemaRefs>
    <ds:schemaRef ds:uri="http://www.w3.org/2001/XMLSchema"/>
  </ds:schemaRefs>
</ds:datastoreItem>
</file>

<file path=customXml/itemProps195.xml><?xml version="1.0" encoding="utf-8"?>
<ds:datastoreItem xmlns:ds="http://schemas.openxmlformats.org/officeDocument/2006/customXml" ds:itemID="{CC910ED0-6587-4EC1-BDCD-FE8EC5D2451D}">
  <ds:schemaRefs>
    <ds:schemaRef ds:uri="http://www.w3.org/2001/XMLSchema"/>
  </ds:schemaRefs>
</ds:datastoreItem>
</file>

<file path=customXml/itemProps196.xml><?xml version="1.0" encoding="utf-8"?>
<ds:datastoreItem xmlns:ds="http://schemas.openxmlformats.org/officeDocument/2006/customXml" ds:itemID="{C0402381-E3AB-4097-92B4-2C9F308B0268}">
  <ds:schemaRefs>
    <ds:schemaRef ds:uri="http://www.w3.org/2001/XMLSchema"/>
  </ds:schemaRefs>
</ds:datastoreItem>
</file>

<file path=customXml/itemProps197.xml><?xml version="1.0" encoding="utf-8"?>
<ds:datastoreItem xmlns:ds="http://schemas.openxmlformats.org/officeDocument/2006/customXml" ds:itemID="{6B5397B8-BFEC-419C-9AA0-F0D8690D543D}">
  <ds:schemaRefs>
    <ds:schemaRef ds:uri="http://www.w3.org/2001/XMLSchema"/>
  </ds:schemaRefs>
</ds:datastoreItem>
</file>

<file path=customXml/itemProps198.xml><?xml version="1.0" encoding="utf-8"?>
<ds:datastoreItem xmlns:ds="http://schemas.openxmlformats.org/officeDocument/2006/customXml" ds:itemID="{0923FE14-1EE5-4238-90F5-7494E05F2D9F}">
  <ds:schemaRefs>
    <ds:schemaRef ds:uri="http://www.w3.org/2001/XMLSchema"/>
  </ds:schemaRefs>
</ds:datastoreItem>
</file>

<file path=customXml/itemProps199.xml><?xml version="1.0" encoding="utf-8"?>
<ds:datastoreItem xmlns:ds="http://schemas.openxmlformats.org/officeDocument/2006/customXml" ds:itemID="{C8754506-77F5-4777-A827-41C252071D3A}">
  <ds:schemaRefs>
    <ds:schemaRef ds:uri="http://www.w3.org/2001/XMLSchema"/>
  </ds:schemaRefs>
</ds:datastoreItem>
</file>

<file path=customXml/itemProps200.xml><?xml version="1.0" encoding="utf-8"?>
<ds:datastoreItem xmlns:ds="http://schemas.openxmlformats.org/officeDocument/2006/customXml" ds:itemID="{CF8EFF2F-5210-4EF7-8D0B-32A8ACF973A9}">
  <ds:schemaRefs>
    <ds:schemaRef ds:uri="http://www.w3.org/2001/XMLSchema"/>
  </ds:schemaRefs>
</ds:datastoreItem>
</file>

<file path=customXml/itemProps201.xml><?xml version="1.0" encoding="utf-8"?>
<ds:datastoreItem xmlns:ds="http://schemas.openxmlformats.org/officeDocument/2006/customXml" ds:itemID="{0CB4EB25-9F22-43E7-BF9C-4551C2EB8BB6}">
  <ds:schemaRefs>
    <ds:schemaRef ds:uri="http://www.w3.org/2001/XMLSchema"/>
  </ds:schemaRefs>
</ds:datastoreItem>
</file>

<file path=customXml/itemProps202.xml><?xml version="1.0" encoding="utf-8"?>
<ds:datastoreItem xmlns:ds="http://schemas.openxmlformats.org/officeDocument/2006/customXml" ds:itemID="{1D633E35-602C-47D3-8612-3777B66617CD}">
  <ds:schemaRefs>
    <ds:schemaRef ds:uri="http://www.w3.org/2001/XMLSchema"/>
  </ds:schemaRefs>
</ds:datastoreItem>
</file>

<file path=customXml/itemProps203.xml><?xml version="1.0" encoding="utf-8"?>
<ds:datastoreItem xmlns:ds="http://schemas.openxmlformats.org/officeDocument/2006/customXml" ds:itemID="{A56C6D7D-68E0-456B-986B-B744882FECDB}">
  <ds:schemaRefs>
    <ds:schemaRef ds:uri="http://www.w3.org/2001/XMLSchema"/>
  </ds:schemaRefs>
</ds:datastoreItem>
</file>

<file path=customXml/itemProps204.xml><?xml version="1.0" encoding="utf-8"?>
<ds:datastoreItem xmlns:ds="http://schemas.openxmlformats.org/officeDocument/2006/customXml" ds:itemID="{BE894AE5-A8BC-4153-AFBB-1E4F277623E2}">
  <ds:schemaRefs>
    <ds:schemaRef ds:uri="http://www.w3.org/2001/XMLSchema"/>
  </ds:schemaRefs>
</ds:datastoreItem>
</file>

<file path=customXml/itemProps205.xml><?xml version="1.0" encoding="utf-8"?>
<ds:datastoreItem xmlns:ds="http://schemas.openxmlformats.org/officeDocument/2006/customXml" ds:itemID="{64A667FC-158C-4455-9526-E518E918E878}">
  <ds:schemaRefs>
    <ds:schemaRef ds:uri="http://www.w3.org/2001/XMLSchema"/>
  </ds:schemaRefs>
</ds:datastoreItem>
</file>

<file path=customXml/itemProps206.xml><?xml version="1.0" encoding="utf-8"?>
<ds:datastoreItem xmlns:ds="http://schemas.openxmlformats.org/officeDocument/2006/customXml" ds:itemID="{75348F16-5A94-4613-A892-9243C406513E}">
  <ds:schemaRefs>
    <ds:schemaRef ds:uri="http://www.w3.org/2001/XMLSchema"/>
  </ds:schemaRefs>
</ds:datastoreItem>
</file>

<file path=customXml/itemProps207.xml><?xml version="1.0" encoding="utf-8"?>
<ds:datastoreItem xmlns:ds="http://schemas.openxmlformats.org/officeDocument/2006/customXml" ds:itemID="{A3DFCAEA-A434-4916-8193-A7A98A2E4A17}">
  <ds:schemaRefs>
    <ds:schemaRef ds:uri="http://www.w3.org/2001/XMLSchema"/>
  </ds:schemaRefs>
</ds:datastoreItem>
</file>

<file path=customXml/itemProps208.xml><?xml version="1.0" encoding="utf-8"?>
<ds:datastoreItem xmlns:ds="http://schemas.openxmlformats.org/officeDocument/2006/customXml" ds:itemID="{A73E0E1A-4127-4641-BF55-11CB42187003}">
  <ds:schemaRefs>
    <ds:schemaRef ds:uri="http://www.w3.org/2001/XMLSchema"/>
  </ds:schemaRefs>
</ds:datastoreItem>
</file>

<file path=customXml/itemProps209.xml><?xml version="1.0" encoding="utf-8"?>
<ds:datastoreItem xmlns:ds="http://schemas.openxmlformats.org/officeDocument/2006/customXml" ds:itemID="{F5ED0022-8A48-4BE0-8E81-7AAD7A3B9C94}">
  <ds:schemaRefs>
    <ds:schemaRef ds:uri="http://www.w3.org/2001/XMLSchema"/>
  </ds:schemaRefs>
</ds:datastoreItem>
</file>

<file path=customXml/itemProps210.xml><?xml version="1.0" encoding="utf-8"?>
<ds:datastoreItem xmlns:ds="http://schemas.openxmlformats.org/officeDocument/2006/customXml" ds:itemID="{C0776A89-0E74-4705-BFD1-BCA1AAFD2947}">
  <ds:schemaRefs>
    <ds:schemaRef ds:uri="http://www.w3.org/2001/XMLSchema"/>
  </ds:schemaRefs>
</ds:datastoreItem>
</file>

<file path=customXml/itemProps211.xml><?xml version="1.0" encoding="utf-8"?>
<ds:datastoreItem xmlns:ds="http://schemas.openxmlformats.org/officeDocument/2006/customXml" ds:itemID="{84CE86EC-2EBC-470B-9EB5-7BBA2A03B68B}">
  <ds:schemaRefs>
    <ds:schemaRef ds:uri="http://www.w3.org/2001/XMLSchema"/>
  </ds:schemaRefs>
</ds:datastoreItem>
</file>

<file path=customXml/itemProps212.xml><?xml version="1.0" encoding="utf-8"?>
<ds:datastoreItem xmlns:ds="http://schemas.openxmlformats.org/officeDocument/2006/customXml" ds:itemID="{1E29F918-87D5-4A79-B101-1B25FE98F36D}">
  <ds:schemaRefs>
    <ds:schemaRef ds:uri="http://www.w3.org/2001/XMLSchema"/>
  </ds:schemaRefs>
</ds:datastoreItem>
</file>

<file path=customXml/itemProps213.xml><?xml version="1.0" encoding="utf-8"?>
<ds:datastoreItem xmlns:ds="http://schemas.openxmlformats.org/officeDocument/2006/customXml" ds:itemID="{BD04100B-BF5E-4043-B284-193BF34DFFAE}">
  <ds:schemaRefs>
    <ds:schemaRef ds:uri="http://www.w3.org/2001/XMLSchema"/>
  </ds:schemaRefs>
</ds:datastoreItem>
</file>

<file path=customXml/itemProps214.xml><?xml version="1.0" encoding="utf-8"?>
<ds:datastoreItem xmlns:ds="http://schemas.openxmlformats.org/officeDocument/2006/customXml" ds:itemID="{5E6D45C8-57CF-4896-94F0-37A427C5406D}">
  <ds:schemaRefs>
    <ds:schemaRef ds:uri="http://www.w3.org/2001/XMLSchema"/>
  </ds:schemaRefs>
</ds:datastoreItem>
</file>

<file path=customXml/itemProps215.xml><?xml version="1.0" encoding="utf-8"?>
<ds:datastoreItem xmlns:ds="http://schemas.openxmlformats.org/officeDocument/2006/customXml" ds:itemID="{D1B33CE3-3834-4660-9F14-F6CA9D7ECDBC}">
  <ds:schemaRefs>
    <ds:schemaRef ds:uri="http://www.w3.org/2001/XMLSchema"/>
  </ds:schemaRefs>
</ds:datastoreItem>
</file>

<file path=customXml/itemProps216.xml><?xml version="1.0" encoding="utf-8"?>
<ds:datastoreItem xmlns:ds="http://schemas.openxmlformats.org/officeDocument/2006/customXml" ds:itemID="{A74CE801-624B-439C-8A91-45DD8F1F3BAA}">
  <ds:schemaRefs>
    <ds:schemaRef ds:uri="http://www.w3.org/2001/XMLSchema"/>
  </ds:schemaRefs>
</ds:datastoreItem>
</file>

<file path=customXml/itemProps217.xml><?xml version="1.0" encoding="utf-8"?>
<ds:datastoreItem xmlns:ds="http://schemas.openxmlformats.org/officeDocument/2006/customXml" ds:itemID="{A7A0F4FE-4B0F-4E5F-9004-6539E5111398}">
  <ds:schemaRefs>
    <ds:schemaRef ds:uri="http://www.w3.org/2001/XMLSchema"/>
  </ds:schemaRefs>
</ds:datastoreItem>
</file>

<file path=customXml/itemProps218.xml><?xml version="1.0" encoding="utf-8"?>
<ds:datastoreItem xmlns:ds="http://schemas.openxmlformats.org/officeDocument/2006/customXml" ds:itemID="{E71E3096-0116-4363-928F-1020C1876FE5}">
  <ds:schemaRefs>
    <ds:schemaRef ds:uri="http://www.w3.org/2001/XMLSchema"/>
  </ds:schemaRefs>
</ds:datastoreItem>
</file>

<file path=customXml/itemProps219.xml><?xml version="1.0" encoding="utf-8"?>
<ds:datastoreItem xmlns:ds="http://schemas.openxmlformats.org/officeDocument/2006/customXml" ds:itemID="{360B5F08-5964-4505-8662-BEB69BAA531E}">
  <ds:schemaRefs>
    <ds:schemaRef ds:uri="http://www.w3.org/2001/XMLSchema"/>
  </ds:schemaRefs>
</ds:datastoreItem>
</file>

<file path=customXml/itemProps220.xml><?xml version="1.0" encoding="utf-8"?>
<ds:datastoreItem xmlns:ds="http://schemas.openxmlformats.org/officeDocument/2006/customXml" ds:itemID="{3E640872-B6ED-44DB-967C-D95FAB48F6FA}">
  <ds:schemaRefs>
    <ds:schemaRef ds:uri="http://www.w3.org/2001/XMLSchema"/>
  </ds:schemaRefs>
</ds:datastoreItem>
</file>

<file path=customXml/itemProps221.xml><?xml version="1.0" encoding="utf-8"?>
<ds:datastoreItem xmlns:ds="http://schemas.openxmlformats.org/officeDocument/2006/customXml" ds:itemID="{F6B12C0D-3C8A-4918-8E2D-BEA18CA43A36}">
  <ds:schemaRefs>
    <ds:schemaRef ds:uri="http://www.w3.org/2001/XMLSchema"/>
  </ds:schemaRefs>
</ds:datastoreItem>
</file>

<file path=customXml/itemProps222.xml><?xml version="1.0" encoding="utf-8"?>
<ds:datastoreItem xmlns:ds="http://schemas.openxmlformats.org/officeDocument/2006/customXml" ds:itemID="{E99DECD7-FD2E-410B-92A4-E84607BBC702}">
  <ds:schemaRefs>
    <ds:schemaRef ds:uri="http://www.w3.org/2001/XMLSchema"/>
  </ds:schemaRefs>
</ds:datastoreItem>
</file>

<file path=customXml/itemProps223.xml><?xml version="1.0" encoding="utf-8"?>
<ds:datastoreItem xmlns:ds="http://schemas.openxmlformats.org/officeDocument/2006/customXml" ds:itemID="{394E580A-E397-4A42-BC6A-3963CBE0FFF7}">
  <ds:schemaRefs>
    <ds:schemaRef ds:uri="http://www.w3.org/2001/XMLSchema"/>
  </ds:schemaRefs>
</ds:datastoreItem>
</file>

<file path=customXml/itemProps224.xml><?xml version="1.0" encoding="utf-8"?>
<ds:datastoreItem xmlns:ds="http://schemas.openxmlformats.org/officeDocument/2006/customXml" ds:itemID="{4C1C61AB-2BCF-4FA9-B43D-84C1B3DBED5B}">
  <ds:schemaRefs>
    <ds:schemaRef ds:uri="http://www.w3.org/2001/XMLSchema"/>
  </ds:schemaRefs>
</ds:datastoreItem>
</file>

<file path=customXml/itemProps225.xml><?xml version="1.0" encoding="utf-8"?>
<ds:datastoreItem xmlns:ds="http://schemas.openxmlformats.org/officeDocument/2006/customXml" ds:itemID="{641E6885-5E84-433B-A6B7-CCA7A7C4B640}">
  <ds:schemaRefs>
    <ds:schemaRef ds:uri="http://www.w3.org/2001/XMLSchema"/>
  </ds:schemaRefs>
</ds:datastoreItem>
</file>

<file path=customXml/itemProps226.xml><?xml version="1.0" encoding="utf-8"?>
<ds:datastoreItem xmlns:ds="http://schemas.openxmlformats.org/officeDocument/2006/customXml" ds:itemID="{5B1EEE00-587A-4487-A0D2-53B918DCF4E9}">
  <ds:schemaRefs>
    <ds:schemaRef ds:uri="http://www.w3.org/2001/XMLSchema"/>
  </ds:schemaRefs>
</ds:datastoreItem>
</file>

<file path=customXml/itemProps227.xml><?xml version="1.0" encoding="utf-8"?>
<ds:datastoreItem xmlns:ds="http://schemas.openxmlformats.org/officeDocument/2006/customXml" ds:itemID="{CB86041E-AAFB-4614-8E12-691255C20109}">
  <ds:schemaRefs>
    <ds:schemaRef ds:uri="http://www.w3.org/2001/XMLSchema"/>
  </ds:schemaRefs>
</ds:datastoreItem>
</file>

<file path=customXml/itemProps228.xml><?xml version="1.0" encoding="utf-8"?>
<ds:datastoreItem xmlns:ds="http://schemas.openxmlformats.org/officeDocument/2006/customXml" ds:itemID="{58AC03D5-098C-4198-A8CD-7AD4F84F9376}">
  <ds:schemaRefs>
    <ds:schemaRef ds:uri="http://www.w3.org/2001/XMLSchema"/>
  </ds:schemaRefs>
</ds:datastoreItem>
</file>

<file path=customXml/itemProps229.xml><?xml version="1.0" encoding="utf-8"?>
<ds:datastoreItem xmlns:ds="http://schemas.openxmlformats.org/officeDocument/2006/customXml" ds:itemID="{5AA3180B-B813-47CD-AFA3-1E268E041070}">
  <ds:schemaRefs>
    <ds:schemaRef ds:uri="http://www.w3.org/2001/XMLSchema"/>
  </ds:schemaRefs>
</ds:datastoreItem>
</file>

<file path=customXml/itemProps230.xml><?xml version="1.0" encoding="utf-8"?>
<ds:datastoreItem xmlns:ds="http://schemas.openxmlformats.org/officeDocument/2006/customXml" ds:itemID="{040426DC-D594-41A8-B992-CBAAEB6E8CD8}">
  <ds:schemaRefs>
    <ds:schemaRef ds:uri="http://www.w3.org/2001/XMLSchema"/>
  </ds:schemaRefs>
</ds:datastoreItem>
</file>

<file path=customXml/itemProps231.xml><?xml version="1.0" encoding="utf-8"?>
<ds:datastoreItem xmlns:ds="http://schemas.openxmlformats.org/officeDocument/2006/customXml" ds:itemID="{44BC9533-B9D0-4A18-AF68-47A979BD1368}">
  <ds:schemaRefs>
    <ds:schemaRef ds:uri="http://www.w3.org/2001/XMLSchema"/>
  </ds:schemaRefs>
</ds:datastoreItem>
</file>

<file path=customXml/itemProps232.xml><?xml version="1.0" encoding="utf-8"?>
<ds:datastoreItem xmlns:ds="http://schemas.openxmlformats.org/officeDocument/2006/customXml" ds:itemID="{1239C78A-5639-4ECB-AAA8-0E13D5966F23}">
  <ds:schemaRefs>
    <ds:schemaRef ds:uri="http://www.w3.org/2001/XMLSchema"/>
  </ds:schemaRefs>
</ds:datastoreItem>
</file>

<file path=customXml/itemProps233.xml><?xml version="1.0" encoding="utf-8"?>
<ds:datastoreItem xmlns:ds="http://schemas.openxmlformats.org/officeDocument/2006/customXml" ds:itemID="{DBA226ED-9A58-4D21-A2DD-4406F9283406}">
  <ds:schemaRefs>
    <ds:schemaRef ds:uri="http://www.w3.org/2001/XMLSchema"/>
  </ds:schemaRefs>
</ds:datastoreItem>
</file>

<file path=customXml/itemProps234.xml><?xml version="1.0" encoding="utf-8"?>
<ds:datastoreItem xmlns:ds="http://schemas.openxmlformats.org/officeDocument/2006/customXml" ds:itemID="{3FB012D3-15FA-4F64-BD87-D40465744740}">
  <ds:schemaRefs>
    <ds:schemaRef ds:uri="http://www.w3.org/2001/XMLSchema"/>
  </ds:schemaRefs>
</ds:datastoreItem>
</file>

<file path=customXml/itemProps235.xml><?xml version="1.0" encoding="utf-8"?>
<ds:datastoreItem xmlns:ds="http://schemas.openxmlformats.org/officeDocument/2006/customXml" ds:itemID="{877CF8ED-9E11-4B9F-B914-F07A6C7CEFE3}">
  <ds:schemaRefs>
    <ds:schemaRef ds:uri="http://www.w3.org/2001/XMLSchema"/>
  </ds:schemaRefs>
</ds:datastoreItem>
</file>

<file path=customXml/itemProps236.xml><?xml version="1.0" encoding="utf-8"?>
<ds:datastoreItem xmlns:ds="http://schemas.openxmlformats.org/officeDocument/2006/customXml" ds:itemID="{88721C82-EFB2-4362-B21C-143DA85A9C5E}">
  <ds:schemaRefs>
    <ds:schemaRef ds:uri="http://www.w3.org/2001/XMLSchema"/>
  </ds:schemaRefs>
</ds:datastoreItem>
</file>

<file path=customXml/itemProps237.xml><?xml version="1.0" encoding="utf-8"?>
<ds:datastoreItem xmlns:ds="http://schemas.openxmlformats.org/officeDocument/2006/customXml" ds:itemID="{36E843A8-7125-4DF1-914E-32852A46DB17}">
  <ds:schemaRefs>
    <ds:schemaRef ds:uri="http://www.w3.org/2001/XMLSchema"/>
  </ds:schemaRefs>
</ds:datastoreItem>
</file>

<file path=customXml/itemProps238.xml><?xml version="1.0" encoding="utf-8"?>
<ds:datastoreItem xmlns:ds="http://schemas.openxmlformats.org/officeDocument/2006/customXml" ds:itemID="{6B8DB8F3-5BBC-45F3-9B82-56A73C6FC269}">
  <ds:schemaRefs>
    <ds:schemaRef ds:uri="http://www.w3.org/2001/XMLSchema"/>
  </ds:schemaRefs>
</ds:datastoreItem>
</file>

<file path=customXml/itemProps239.xml><?xml version="1.0" encoding="utf-8"?>
<ds:datastoreItem xmlns:ds="http://schemas.openxmlformats.org/officeDocument/2006/customXml" ds:itemID="{607AA644-B7D2-474D-A96A-A9641792B2B2}">
  <ds:schemaRefs>
    <ds:schemaRef ds:uri="http://www.w3.org/2001/XMLSchema"/>
  </ds:schemaRefs>
</ds:datastoreItem>
</file>

<file path=customXml/itemProps240.xml><?xml version="1.0" encoding="utf-8"?>
<ds:datastoreItem xmlns:ds="http://schemas.openxmlformats.org/officeDocument/2006/customXml" ds:itemID="{6DE490DE-7FE6-4780-AE4D-91ED8DF273F3}">
  <ds:schemaRefs>
    <ds:schemaRef ds:uri="http://www.w3.org/2001/XMLSchema"/>
  </ds:schemaRefs>
</ds:datastoreItem>
</file>

<file path=customXml/itemProps241.xml><?xml version="1.0" encoding="utf-8"?>
<ds:datastoreItem xmlns:ds="http://schemas.openxmlformats.org/officeDocument/2006/customXml" ds:itemID="{478CB4A7-C26F-4122-ACDB-0E7D1FF10A67}">
  <ds:schemaRefs>
    <ds:schemaRef ds:uri="http://www.w3.org/2001/XMLSchema"/>
  </ds:schemaRefs>
</ds:datastoreItem>
</file>

<file path=customXml/itemProps242.xml><?xml version="1.0" encoding="utf-8"?>
<ds:datastoreItem xmlns:ds="http://schemas.openxmlformats.org/officeDocument/2006/customXml" ds:itemID="{D850405E-5051-42AD-83C3-C9B8E3CB8736}">
  <ds:schemaRefs>
    <ds:schemaRef ds:uri="http://www.w3.org/2001/XMLSchema"/>
  </ds:schemaRefs>
</ds:datastoreItem>
</file>

<file path=customXml/itemProps243.xml><?xml version="1.0" encoding="utf-8"?>
<ds:datastoreItem xmlns:ds="http://schemas.openxmlformats.org/officeDocument/2006/customXml" ds:itemID="{C2C9F697-B50F-4182-A225-248625B15367}">
  <ds:schemaRefs>
    <ds:schemaRef ds:uri="http://www.w3.org/2001/XMLSchema"/>
  </ds:schemaRefs>
</ds:datastoreItem>
</file>

<file path=customXml/itemProps244.xml><?xml version="1.0" encoding="utf-8"?>
<ds:datastoreItem xmlns:ds="http://schemas.openxmlformats.org/officeDocument/2006/customXml" ds:itemID="{56DBA70E-2B4A-42FC-83F9-EA6585DA8515}">
  <ds:schemaRefs>
    <ds:schemaRef ds:uri="http://www.w3.org/2001/XMLSchema"/>
  </ds:schemaRefs>
</ds:datastoreItem>
</file>

<file path=customXml/itemProps245.xml><?xml version="1.0" encoding="utf-8"?>
<ds:datastoreItem xmlns:ds="http://schemas.openxmlformats.org/officeDocument/2006/customXml" ds:itemID="{1B10A38E-728E-4F10-99FD-A11532A7C08C}">
  <ds:schemaRefs>
    <ds:schemaRef ds:uri="http://www.w3.org/2001/XMLSchema"/>
  </ds:schemaRefs>
</ds:datastoreItem>
</file>

<file path=customXml/itemProps246.xml><?xml version="1.0" encoding="utf-8"?>
<ds:datastoreItem xmlns:ds="http://schemas.openxmlformats.org/officeDocument/2006/customXml" ds:itemID="{C2D21E1B-D56A-4E7F-9644-FA3B0E9DF702}">
  <ds:schemaRefs>
    <ds:schemaRef ds:uri="http://www.w3.org/2001/XMLSchema"/>
  </ds:schemaRefs>
</ds:datastoreItem>
</file>

<file path=customXml/itemProps247.xml><?xml version="1.0" encoding="utf-8"?>
<ds:datastoreItem xmlns:ds="http://schemas.openxmlformats.org/officeDocument/2006/customXml" ds:itemID="{3D01EE9C-9A3E-49A9-B520-7082637C39AF}">
  <ds:schemaRefs>
    <ds:schemaRef ds:uri="http://www.w3.org/2001/XMLSchema"/>
  </ds:schemaRefs>
</ds:datastoreItem>
</file>

<file path=customXml/itemProps248.xml><?xml version="1.0" encoding="utf-8"?>
<ds:datastoreItem xmlns:ds="http://schemas.openxmlformats.org/officeDocument/2006/customXml" ds:itemID="{60457F10-0C05-4B63-A835-32B80BEAB35B}">
  <ds:schemaRefs>
    <ds:schemaRef ds:uri="http://www.w3.org/2001/XMLSchema"/>
  </ds:schemaRefs>
</ds:datastoreItem>
</file>

<file path=customXml/itemProps249.xml><?xml version="1.0" encoding="utf-8"?>
<ds:datastoreItem xmlns:ds="http://schemas.openxmlformats.org/officeDocument/2006/customXml" ds:itemID="{DDF7CABC-7DDA-499C-911A-91D59E9F80EE}">
  <ds:schemaRefs>
    <ds:schemaRef ds:uri="http://www.w3.org/2001/XMLSchema"/>
  </ds:schemaRefs>
</ds:datastoreItem>
</file>

<file path=customXml/itemProps250.xml><?xml version="1.0" encoding="utf-8"?>
<ds:datastoreItem xmlns:ds="http://schemas.openxmlformats.org/officeDocument/2006/customXml" ds:itemID="{EE59AD98-FD1E-496F-9591-D5C89CB27DF3}">
  <ds:schemaRefs>
    <ds:schemaRef ds:uri="http://www.w3.org/2001/XMLSchema"/>
  </ds:schemaRefs>
</ds:datastoreItem>
</file>

<file path=customXml/itemProps251.xml><?xml version="1.0" encoding="utf-8"?>
<ds:datastoreItem xmlns:ds="http://schemas.openxmlformats.org/officeDocument/2006/customXml" ds:itemID="{EEC27A7E-C68A-4BA5-BD65-1D10CFB87815}">
  <ds:schemaRefs>
    <ds:schemaRef ds:uri="http://www.w3.org/2001/XMLSchema"/>
  </ds:schemaRefs>
</ds:datastoreItem>
</file>

<file path=customXml/itemProps252.xml><?xml version="1.0" encoding="utf-8"?>
<ds:datastoreItem xmlns:ds="http://schemas.openxmlformats.org/officeDocument/2006/customXml" ds:itemID="{CC27AC0C-CD7C-47BA-92E9-8F99015F8E4B}">
  <ds:schemaRefs>
    <ds:schemaRef ds:uri="http://www.w3.org/2001/XMLSchema"/>
  </ds:schemaRefs>
</ds:datastoreItem>
</file>

<file path=customXml/itemProps253.xml><?xml version="1.0" encoding="utf-8"?>
<ds:datastoreItem xmlns:ds="http://schemas.openxmlformats.org/officeDocument/2006/customXml" ds:itemID="{06114AAC-88D4-41D9-A87F-CB1A2931815E}">
  <ds:schemaRefs>
    <ds:schemaRef ds:uri="http://www.w3.org/2001/XMLSchema"/>
  </ds:schemaRefs>
</ds:datastoreItem>
</file>

<file path=customXml/itemProps254.xml><?xml version="1.0" encoding="utf-8"?>
<ds:datastoreItem xmlns:ds="http://schemas.openxmlformats.org/officeDocument/2006/customXml" ds:itemID="{B3ACB066-52A2-43D7-B751-33C3F0AE4CF2}">
  <ds:schemaRefs>
    <ds:schemaRef ds:uri="http://www.w3.org/2001/XMLSchema"/>
  </ds:schemaRefs>
</ds:datastoreItem>
</file>

<file path=customXml/itemProps255.xml><?xml version="1.0" encoding="utf-8"?>
<ds:datastoreItem xmlns:ds="http://schemas.openxmlformats.org/officeDocument/2006/customXml" ds:itemID="{B9E5B6E9-F191-4004-B521-8571052BC83B}">
  <ds:schemaRefs>
    <ds:schemaRef ds:uri="http://www.w3.org/2001/XMLSchema"/>
  </ds:schemaRefs>
</ds:datastoreItem>
</file>

<file path=customXml/itemProps256.xml><?xml version="1.0" encoding="utf-8"?>
<ds:datastoreItem xmlns:ds="http://schemas.openxmlformats.org/officeDocument/2006/customXml" ds:itemID="{AF36E7B0-F0BC-478E-A790-05F279290E29}">
  <ds:schemaRefs>
    <ds:schemaRef ds:uri="http://www.w3.org/2001/XMLSchema"/>
  </ds:schemaRefs>
</ds:datastoreItem>
</file>

<file path=customXml/itemProps257.xml><?xml version="1.0" encoding="utf-8"?>
<ds:datastoreItem xmlns:ds="http://schemas.openxmlformats.org/officeDocument/2006/customXml" ds:itemID="{DEC1091D-40DB-4147-8A14-C9F9A5B7B8E9}">
  <ds:schemaRefs>
    <ds:schemaRef ds:uri="http://www.w3.org/2001/XMLSchema"/>
  </ds:schemaRefs>
</ds:datastoreItem>
</file>

<file path=customXml/itemProps258.xml><?xml version="1.0" encoding="utf-8"?>
<ds:datastoreItem xmlns:ds="http://schemas.openxmlformats.org/officeDocument/2006/customXml" ds:itemID="{1AE2442D-BCAD-4A34-B5CE-47918B4F5E27}">
  <ds:schemaRefs>
    <ds:schemaRef ds:uri="http://www.w3.org/2001/XMLSchema"/>
  </ds:schemaRefs>
</ds:datastoreItem>
</file>

<file path=customXml/itemProps259.xml><?xml version="1.0" encoding="utf-8"?>
<ds:datastoreItem xmlns:ds="http://schemas.openxmlformats.org/officeDocument/2006/customXml" ds:itemID="{3BB82CAE-E14D-4E70-8E8A-2CB3911987CD}">
  <ds:schemaRefs>
    <ds:schemaRef ds:uri="http://www.w3.org/2001/XMLSchema"/>
  </ds:schemaRefs>
</ds:datastoreItem>
</file>

<file path=customXml/itemProps260.xml><?xml version="1.0" encoding="utf-8"?>
<ds:datastoreItem xmlns:ds="http://schemas.openxmlformats.org/officeDocument/2006/customXml" ds:itemID="{655C864C-F542-4658-95F8-D7BAC7D697EB}">
  <ds:schemaRefs>
    <ds:schemaRef ds:uri="http://www.w3.org/2001/XMLSchema"/>
  </ds:schemaRefs>
</ds:datastoreItem>
</file>

<file path=customXml/itemProps261.xml><?xml version="1.0" encoding="utf-8"?>
<ds:datastoreItem xmlns:ds="http://schemas.openxmlformats.org/officeDocument/2006/customXml" ds:itemID="{8D655222-D9A4-4099-8886-5845ED4F9014}">
  <ds:schemaRefs>
    <ds:schemaRef ds:uri="http://www.w3.org/2001/XMLSchema"/>
  </ds:schemaRefs>
</ds:datastoreItem>
</file>

<file path=customXml/itemProps262.xml><?xml version="1.0" encoding="utf-8"?>
<ds:datastoreItem xmlns:ds="http://schemas.openxmlformats.org/officeDocument/2006/customXml" ds:itemID="{F6EA688D-4AFF-49F1-8E63-40DC7861C39E}">
  <ds:schemaRefs>
    <ds:schemaRef ds:uri="http://www.w3.org/2001/XMLSchema"/>
  </ds:schemaRefs>
</ds:datastoreItem>
</file>

<file path=customXml/itemProps263.xml><?xml version="1.0" encoding="utf-8"?>
<ds:datastoreItem xmlns:ds="http://schemas.openxmlformats.org/officeDocument/2006/customXml" ds:itemID="{BAEDCA4D-95D9-4D89-93A4-30919AE03BE6}">
  <ds:schemaRefs>
    <ds:schemaRef ds:uri="http://www.w3.org/2001/XMLSchema"/>
  </ds:schemaRefs>
</ds:datastoreItem>
</file>

<file path=customXml/itemProps264.xml><?xml version="1.0" encoding="utf-8"?>
<ds:datastoreItem xmlns:ds="http://schemas.openxmlformats.org/officeDocument/2006/customXml" ds:itemID="{6010DB1D-C0D3-4638-9912-7D50E429E1EA}">
  <ds:schemaRefs>
    <ds:schemaRef ds:uri="http://www.w3.org/2001/XMLSchema"/>
  </ds:schemaRefs>
</ds:datastoreItem>
</file>

<file path=customXml/itemProps265.xml><?xml version="1.0" encoding="utf-8"?>
<ds:datastoreItem xmlns:ds="http://schemas.openxmlformats.org/officeDocument/2006/customXml" ds:itemID="{462F6078-CF97-4EEF-9C89-FA00D7048D6F}">
  <ds:schemaRefs>
    <ds:schemaRef ds:uri="http://www.w3.org/2001/XMLSchema"/>
  </ds:schemaRefs>
</ds:datastoreItem>
</file>

<file path=customXml/itemProps266.xml><?xml version="1.0" encoding="utf-8"?>
<ds:datastoreItem xmlns:ds="http://schemas.openxmlformats.org/officeDocument/2006/customXml" ds:itemID="{F4AE2022-795A-4CE5-A42F-185E14907F5F}">
  <ds:schemaRefs>
    <ds:schemaRef ds:uri="http://www.w3.org/2001/XMLSchema"/>
  </ds:schemaRefs>
</ds:datastoreItem>
</file>

<file path=customXml/itemProps267.xml><?xml version="1.0" encoding="utf-8"?>
<ds:datastoreItem xmlns:ds="http://schemas.openxmlformats.org/officeDocument/2006/customXml" ds:itemID="{8D0A742A-8FD4-4C50-BB33-098E41C93EA4}">
  <ds:schemaRefs>
    <ds:schemaRef ds:uri="http://www.w3.org/2001/XMLSchema"/>
  </ds:schemaRefs>
</ds:datastoreItem>
</file>

<file path=customXml/itemProps268.xml><?xml version="1.0" encoding="utf-8"?>
<ds:datastoreItem xmlns:ds="http://schemas.openxmlformats.org/officeDocument/2006/customXml" ds:itemID="{0F9C29B7-0B39-4A12-BE7F-FB86C686D9F1}">
  <ds:schemaRefs>
    <ds:schemaRef ds:uri="http://www.w3.org/2001/XMLSchema"/>
  </ds:schemaRefs>
</ds:datastoreItem>
</file>

<file path=customXml/itemProps269.xml><?xml version="1.0" encoding="utf-8"?>
<ds:datastoreItem xmlns:ds="http://schemas.openxmlformats.org/officeDocument/2006/customXml" ds:itemID="{ECEAAF50-4D21-40CB-ACDB-483F46B0C357}">
  <ds:schemaRefs>
    <ds:schemaRef ds:uri="http://www.w3.org/2001/XMLSchema"/>
  </ds:schemaRefs>
</ds:datastoreItem>
</file>

<file path=customXml/itemProps270.xml><?xml version="1.0" encoding="utf-8"?>
<ds:datastoreItem xmlns:ds="http://schemas.openxmlformats.org/officeDocument/2006/customXml" ds:itemID="{19BAC805-FC1B-438E-BC93-4EEE8CE1BC6D}">
  <ds:schemaRefs>
    <ds:schemaRef ds:uri="http://www.w3.org/2001/XMLSchema"/>
  </ds:schemaRefs>
</ds:datastoreItem>
</file>

<file path=customXml/itemProps271.xml><?xml version="1.0" encoding="utf-8"?>
<ds:datastoreItem xmlns:ds="http://schemas.openxmlformats.org/officeDocument/2006/customXml" ds:itemID="{7945A66E-6A51-49C4-9AFE-6F5DD4A7F3E3}">
  <ds:schemaRefs>
    <ds:schemaRef ds:uri="http://www.w3.org/2001/XMLSchema"/>
  </ds:schemaRefs>
</ds:datastoreItem>
</file>

<file path=customXml/itemProps272.xml><?xml version="1.0" encoding="utf-8"?>
<ds:datastoreItem xmlns:ds="http://schemas.openxmlformats.org/officeDocument/2006/customXml" ds:itemID="{D8020306-7572-41CD-9DB1-2BA01C8C992F}">
  <ds:schemaRefs>
    <ds:schemaRef ds:uri="http://www.w3.org/2001/XMLSchema"/>
  </ds:schemaRefs>
</ds:datastoreItem>
</file>

<file path=customXml/itemProps273.xml><?xml version="1.0" encoding="utf-8"?>
<ds:datastoreItem xmlns:ds="http://schemas.openxmlformats.org/officeDocument/2006/customXml" ds:itemID="{3BED03C2-2E29-4E18-9B16-C1E1F21E4150}">
  <ds:schemaRefs>
    <ds:schemaRef ds:uri="http://www.w3.org/2001/XMLSchema"/>
  </ds:schemaRefs>
</ds:datastoreItem>
</file>

<file path=customXml/itemProps274.xml><?xml version="1.0" encoding="utf-8"?>
<ds:datastoreItem xmlns:ds="http://schemas.openxmlformats.org/officeDocument/2006/customXml" ds:itemID="{28CB99CA-8B79-4FD1-8870-D07848066BCD}">
  <ds:schemaRefs>
    <ds:schemaRef ds:uri="http://www.w3.org/2001/XMLSchema"/>
  </ds:schemaRefs>
</ds:datastoreItem>
</file>

<file path=customXml/itemProps275.xml><?xml version="1.0" encoding="utf-8"?>
<ds:datastoreItem xmlns:ds="http://schemas.openxmlformats.org/officeDocument/2006/customXml" ds:itemID="{DE827868-A67B-4C83-98AC-A19FC9B94309}">
  <ds:schemaRefs>
    <ds:schemaRef ds:uri="http://www.w3.org/2001/XMLSchema"/>
  </ds:schemaRefs>
</ds:datastoreItem>
</file>

<file path=customXml/itemProps276.xml><?xml version="1.0" encoding="utf-8"?>
<ds:datastoreItem xmlns:ds="http://schemas.openxmlformats.org/officeDocument/2006/customXml" ds:itemID="{AA53A5BC-0A7E-46D4-BD01-AB448559A6B8}">
  <ds:schemaRefs>
    <ds:schemaRef ds:uri="http://www.w3.org/2001/XMLSchema"/>
  </ds:schemaRefs>
</ds:datastoreItem>
</file>

<file path=customXml/itemProps277.xml><?xml version="1.0" encoding="utf-8"?>
<ds:datastoreItem xmlns:ds="http://schemas.openxmlformats.org/officeDocument/2006/customXml" ds:itemID="{E95AFFEE-3F0D-4C5F-9CE8-9758DC8F5497}">
  <ds:schemaRefs>
    <ds:schemaRef ds:uri="http://www.w3.org/2001/XMLSchema"/>
  </ds:schemaRefs>
</ds:datastoreItem>
</file>

<file path=customXml/itemProps278.xml><?xml version="1.0" encoding="utf-8"?>
<ds:datastoreItem xmlns:ds="http://schemas.openxmlformats.org/officeDocument/2006/customXml" ds:itemID="{197B8B42-B35D-40CB-8ED5-AC6877B24813}">
  <ds:schemaRefs>
    <ds:schemaRef ds:uri="http://www.w3.org/2001/XMLSchema"/>
  </ds:schemaRefs>
</ds:datastoreItem>
</file>

<file path=customXml/itemProps279.xml><?xml version="1.0" encoding="utf-8"?>
<ds:datastoreItem xmlns:ds="http://schemas.openxmlformats.org/officeDocument/2006/customXml" ds:itemID="{55319166-AA14-4E87-9EB2-49D11E7CE894}">
  <ds:schemaRefs>
    <ds:schemaRef ds:uri="http://www.w3.org/2001/XMLSchema"/>
  </ds:schemaRefs>
</ds:datastoreItem>
</file>

<file path=customXml/itemProps280.xml><?xml version="1.0" encoding="utf-8"?>
<ds:datastoreItem xmlns:ds="http://schemas.openxmlformats.org/officeDocument/2006/customXml" ds:itemID="{3755303B-B7C5-4927-A548-73566A3DC2F8}">
  <ds:schemaRefs>
    <ds:schemaRef ds:uri="http://www.w3.org/2001/XMLSchema"/>
  </ds:schemaRefs>
</ds:datastoreItem>
</file>

<file path=customXml/itemProps281.xml><?xml version="1.0" encoding="utf-8"?>
<ds:datastoreItem xmlns:ds="http://schemas.openxmlformats.org/officeDocument/2006/customXml" ds:itemID="{F6FD5CBF-F4AF-4F40-BC94-34D2D066E0FE}">
  <ds:schemaRefs>
    <ds:schemaRef ds:uri="http://www.w3.org/2001/XMLSchema"/>
  </ds:schemaRefs>
</ds:datastoreItem>
</file>

<file path=customXml/itemProps282.xml><?xml version="1.0" encoding="utf-8"?>
<ds:datastoreItem xmlns:ds="http://schemas.openxmlformats.org/officeDocument/2006/customXml" ds:itemID="{F7F5095C-93E9-4694-A6B4-96E31E912E05}">
  <ds:schemaRefs>
    <ds:schemaRef ds:uri="http://www.w3.org/2001/XMLSchema"/>
  </ds:schemaRefs>
</ds:datastoreItem>
</file>

<file path=customXml/itemProps283.xml><?xml version="1.0" encoding="utf-8"?>
<ds:datastoreItem xmlns:ds="http://schemas.openxmlformats.org/officeDocument/2006/customXml" ds:itemID="{EBACB952-6F19-442F-96DE-1F236CD68C4F}">
  <ds:schemaRefs>
    <ds:schemaRef ds:uri="http://www.w3.org/2001/XMLSchema"/>
  </ds:schemaRefs>
</ds:datastoreItem>
</file>

<file path=customXml/itemProps284.xml><?xml version="1.0" encoding="utf-8"?>
<ds:datastoreItem xmlns:ds="http://schemas.openxmlformats.org/officeDocument/2006/customXml" ds:itemID="{FEEB3926-DF7D-412B-AC80-9F976928C32C}">
  <ds:schemaRefs>
    <ds:schemaRef ds:uri="http://www.w3.org/2001/XMLSchema"/>
  </ds:schemaRefs>
</ds:datastoreItem>
</file>

<file path=customXml/itemProps285.xml><?xml version="1.0" encoding="utf-8"?>
<ds:datastoreItem xmlns:ds="http://schemas.openxmlformats.org/officeDocument/2006/customXml" ds:itemID="{B439007F-0F9F-47E5-93FF-DC9BA9FB81A0}">
  <ds:schemaRefs>
    <ds:schemaRef ds:uri="http://www.w3.org/2001/XMLSchema"/>
  </ds:schemaRefs>
</ds:datastoreItem>
</file>

<file path=customXml/itemProps286.xml><?xml version="1.0" encoding="utf-8"?>
<ds:datastoreItem xmlns:ds="http://schemas.openxmlformats.org/officeDocument/2006/customXml" ds:itemID="{29757036-938A-4041-ADAA-35302080F881}">
  <ds:schemaRefs>
    <ds:schemaRef ds:uri="http://www.w3.org/2001/XMLSchema"/>
  </ds:schemaRefs>
</ds:datastoreItem>
</file>

<file path=customXml/itemProps287.xml><?xml version="1.0" encoding="utf-8"?>
<ds:datastoreItem xmlns:ds="http://schemas.openxmlformats.org/officeDocument/2006/customXml" ds:itemID="{57AE152C-1E58-4ED5-AD95-2A5EE8FAD715}">
  <ds:schemaRefs>
    <ds:schemaRef ds:uri="http://www.w3.org/2001/XMLSchema"/>
  </ds:schemaRefs>
</ds:datastoreItem>
</file>

<file path=customXml/itemProps288.xml><?xml version="1.0" encoding="utf-8"?>
<ds:datastoreItem xmlns:ds="http://schemas.openxmlformats.org/officeDocument/2006/customXml" ds:itemID="{8093142B-5BA2-440C-A918-234FE79371C7}">
  <ds:schemaRefs>
    <ds:schemaRef ds:uri="http://www.w3.org/2001/XMLSchema"/>
  </ds:schemaRefs>
</ds:datastoreItem>
</file>

<file path=customXml/itemProps289.xml><?xml version="1.0" encoding="utf-8"?>
<ds:datastoreItem xmlns:ds="http://schemas.openxmlformats.org/officeDocument/2006/customXml" ds:itemID="{0ACE0230-1101-4C84-847D-1EEBD8269AA4}">
  <ds:schemaRefs>
    <ds:schemaRef ds:uri="http://www.w3.org/2001/XMLSchema"/>
  </ds:schemaRefs>
</ds:datastoreItem>
</file>

<file path=customXml/itemProps290.xml><?xml version="1.0" encoding="utf-8"?>
<ds:datastoreItem xmlns:ds="http://schemas.openxmlformats.org/officeDocument/2006/customXml" ds:itemID="{DA71A33D-59EF-4C23-AFB2-3F76EE4B3BF2}">
  <ds:schemaRefs>
    <ds:schemaRef ds:uri="http://www.w3.org/2001/XMLSchema"/>
  </ds:schemaRefs>
</ds:datastoreItem>
</file>

<file path=customXml/itemProps291.xml><?xml version="1.0" encoding="utf-8"?>
<ds:datastoreItem xmlns:ds="http://schemas.openxmlformats.org/officeDocument/2006/customXml" ds:itemID="{5C72EF9F-994E-434B-93C7-EC156993C15C}">
  <ds:schemaRefs>
    <ds:schemaRef ds:uri="http://www.w3.org/2001/XMLSchema"/>
  </ds:schemaRefs>
</ds:datastoreItem>
</file>

<file path=customXml/itemProps292.xml><?xml version="1.0" encoding="utf-8"?>
<ds:datastoreItem xmlns:ds="http://schemas.openxmlformats.org/officeDocument/2006/customXml" ds:itemID="{EA21EA4E-EBDA-4650-8582-594398EED4A5}">
  <ds:schemaRefs>
    <ds:schemaRef ds:uri="http://www.w3.org/2001/XMLSchema"/>
  </ds:schemaRefs>
</ds:datastoreItem>
</file>

<file path=customXml/itemProps293.xml><?xml version="1.0" encoding="utf-8"?>
<ds:datastoreItem xmlns:ds="http://schemas.openxmlformats.org/officeDocument/2006/customXml" ds:itemID="{F629178A-1755-4387-BA42-66271D65568D}">
  <ds:schemaRefs>
    <ds:schemaRef ds:uri="http://www.w3.org/2001/XMLSchema"/>
  </ds:schemaRefs>
</ds:datastoreItem>
</file>

<file path=customXml/itemProps294.xml><?xml version="1.0" encoding="utf-8"?>
<ds:datastoreItem xmlns:ds="http://schemas.openxmlformats.org/officeDocument/2006/customXml" ds:itemID="{34A35E00-4902-49FF-B807-F6A66A0F1371}">
  <ds:schemaRefs>
    <ds:schemaRef ds:uri="http://www.w3.org/2001/XMLSchema"/>
  </ds:schemaRefs>
</ds:datastoreItem>
</file>

<file path=customXml/itemProps295.xml><?xml version="1.0" encoding="utf-8"?>
<ds:datastoreItem xmlns:ds="http://schemas.openxmlformats.org/officeDocument/2006/customXml" ds:itemID="{56B545C8-C202-4255-ADE1-81205BF438B8}">
  <ds:schemaRefs>
    <ds:schemaRef ds:uri="http://www.w3.org/2001/XMLSchema"/>
  </ds:schemaRefs>
</ds:datastoreItem>
</file>

<file path=customXml/itemProps296.xml><?xml version="1.0" encoding="utf-8"?>
<ds:datastoreItem xmlns:ds="http://schemas.openxmlformats.org/officeDocument/2006/customXml" ds:itemID="{0566D959-DF66-49AC-A5CC-DD70AB281EE5}">
  <ds:schemaRefs>
    <ds:schemaRef ds:uri="http://www.w3.org/2001/XMLSchema"/>
  </ds:schemaRefs>
</ds:datastoreItem>
</file>

<file path=customXml/itemProps297.xml><?xml version="1.0" encoding="utf-8"?>
<ds:datastoreItem xmlns:ds="http://schemas.openxmlformats.org/officeDocument/2006/customXml" ds:itemID="{94A3F169-93F3-40CF-B2B6-5E86281AF6B9}">
  <ds:schemaRefs>
    <ds:schemaRef ds:uri="http://www.w3.org/2001/XMLSchema"/>
  </ds:schemaRefs>
</ds:datastoreItem>
</file>

<file path=customXml/itemProps298.xml><?xml version="1.0" encoding="utf-8"?>
<ds:datastoreItem xmlns:ds="http://schemas.openxmlformats.org/officeDocument/2006/customXml" ds:itemID="{E2CC95C2-F26D-48B5-8475-9BE0B5F99F92}">
  <ds:schemaRefs>
    <ds:schemaRef ds:uri="http://www.w3.org/2001/XMLSchema"/>
  </ds:schemaRefs>
</ds:datastoreItem>
</file>

<file path=customXml/itemProps299.xml><?xml version="1.0" encoding="utf-8"?>
<ds:datastoreItem xmlns:ds="http://schemas.openxmlformats.org/officeDocument/2006/customXml" ds:itemID="{CB35C5EC-CB26-4393-935B-0264B3FD6FCC}">
  <ds:schemaRefs>
    <ds:schemaRef ds:uri="http://www.w3.org/2001/XMLSchema"/>
  </ds:schemaRefs>
</ds:datastoreItem>
</file>

<file path=customXml/itemProps300.xml><?xml version="1.0" encoding="utf-8"?>
<ds:datastoreItem xmlns:ds="http://schemas.openxmlformats.org/officeDocument/2006/customXml" ds:itemID="{77F33F62-18A9-44C5-852B-1A0E5D4AB7D8}">
  <ds:schemaRefs>
    <ds:schemaRef ds:uri="http://www.w3.org/2001/XMLSchema"/>
  </ds:schemaRefs>
</ds:datastoreItem>
</file>

<file path=customXml/itemProps301.xml><?xml version="1.0" encoding="utf-8"?>
<ds:datastoreItem xmlns:ds="http://schemas.openxmlformats.org/officeDocument/2006/customXml" ds:itemID="{5FF68404-2FCF-4C43-ADD2-5F2C9FB296C2}">
  <ds:schemaRefs>
    <ds:schemaRef ds:uri="http://www.w3.org/2001/XMLSchema"/>
  </ds:schemaRefs>
</ds:datastoreItem>
</file>

<file path=customXml/itemProps302.xml><?xml version="1.0" encoding="utf-8"?>
<ds:datastoreItem xmlns:ds="http://schemas.openxmlformats.org/officeDocument/2006/customXml" ds:itemID="{DF702B1D-0A6F-4D91-8D22-7CA42516B59B}">
  <ds:schemaRefs>
    <ds:schemaRef ds:uri="http://www.w3.org/2001/XMLSchema"/>
  </ds:schemaRefs>
</ds:datastoreItem>
</file>

<file path=customXml/itemProps303.xml><?xml version="1.0" encoding="utf-8"?>
<ds:datastoreItem xmlns:ds="http://schemas.openxmlformats.org/officeDocument/2006/customXml" ds:itemID="{0C2CE610-600B-4B25-A80C-13851AB8E4EF}">
  <ds:schemaRefs>
    <ds:schemaRef ds:uri="http://www.w3.org/2001/XMLSchema"/>
  </ds:schemaRefs>
</ds:datastoreItem>
</file>

<file path=customXml/itemProps304.xml><?xml version="1.0" encoding="utf-8"?>
<ds:datastoreItem xmlns:ds="http://schemas.openxmlformats.org/officeDocument/2006/customXml" ds:itemID="{847DAD07-F8DB-4BB4-AA23-3ADD07ED7423}">
  <ds:schemaRefs>
    <ds:schemaRef ds:uri="http://www.w3.org/2001/XMLSchema"/>
  </ds:schemaRefs>
</ds:datastoreItem>
</file>

<file path=customXml/itemProps305.xml><?xml version="1.0" encoding="utf-8"?>
<ds:datastoreItem xmlns:ds="http://schemas.openxmlformats.org/officeDocument/2006/customXml" ds:itemID="{48FF98FC-DF64-4314-820C-E1FD14C91954}">
  <ds:schemaRefs>
    <ds:schemaRef ds:uri="http://www.w3.org/2001/XMLSchema"/>
  </ds:schemaRefs>
</ds:datastoreItem>
</file>

<file path=customXml/itemProps306.xml><?xml version="1.0" encoding="utf-8"?>
<ds:datastoreItem xmlns:ds="http://schemas.openxmlformats.org/officeDocument/2006/customXml" ds:itemID="{ABAB1EDD-B3FB-4AE2-8FE5-73AE64CA89EF}">
  <ds:schemaRefs>
    <ds:schemaRef ds:uri="http://www.w3.org/2001/XMLSchema"/>
  </ds:schemaRefs>
</ds:datastoreItem>
</file>

<file path=customXml/itemProps307.xml><?xml version="1.0" encoding="utf-8"?>
<ds:datastoreItem xmlns:ds="http://schemas.openxmlformats.org/officeDocument/2006/customXml" ds:itemID="{D74B4284-6771-4206-BFCB-C0D4D1FF8F96}">
  <ds:schemaRefs>
    <ds:schemaRef ds:uri="http://www.w3.org/2001/XMLSchema"/>
  </ds:schemaRefs>
</ds:datastoreItem>
</file>

<file path=customXml/itemProps308.xml><?xml version="1.0" encoding="utf-8"?>
<ds:datastoreItem xmlns:ds="http://schemas.openxmlformats.org/officeDocument/2006/customXml" ds:itemID="{219D90F0-8EA9-4EC1-AE0E-F46E54CD8E68}">
  <ds:schemaRefs>
    <ds:schemaRef ds:uri="http://www.w3.org/2001/XMLSchema"/>
  </ds:schemaRefs>
</ds:datastoreItem>
</file>

<file path=customXml/itemProps309.xml><?xml version="1.0" encoding="utf-8"?>
<ds:datastoreItem xmlns:ds="http://schemas.openxmlformats.org/officeDocument/2006/customXml" ds:itemID="{7DC52073-1090-41DE-A727-6B64CD26AE00}">
  <ds:schemaRefs>
    <ds:schemaRef ds:uri="http://www.w3.org/2001/XMLSchema"/>
  </ds:schemaRefs>
</ds:datastoreItem>
</file>

<file path=customXml/itemProps310.xml><?xml version="1.0" encoding="utf-8"?>
<ds:datastoreItem xmlns:ds="http://schemas.openxmlformats.org/officeDocument/2006/customXml" ds:itemID="{B7010AF9-C965-4F79-8DAD-880122387CD3}">
  <ds:schemaRefs>
    <ds:schemaRef ds:uri="http://www.w3.org/2001/XMLSchema"/>
  </ds:schemaRefs>
</ds:datastoreItem>
</file>

<file path=customXml/itemProps311.xml><?xml version="1.0" encoding="utf-8"?>
<ds:datastoreItem xmlns:ds="http://schemas.openxmlformats.org/officeDocument/2006/customXml" ds:itemID="{F3251FC7-BCD3-4713-BEA8-62AE45B529BE}">
  <ds:schemaRefs>
    <ds:schemaRef ds:uri="http://www.w3.org/2001/XMLSchema"/>
  </ds:schemaRefs>
</ds:datastoreItem>
</file>

<file path=customXml/itemProps312.xml><?xml version="1.0" encoding="utf-8"?>
<ds:datastoreItem xmlns:ds="http://schemas.openxmlformats.org/officeDocument/2006/customXml" ds:itemID="{963FE40B-2EC6-48D7-BE84-3ECBA820970B}">
  <ds:schemaRefs>
    <ds:schemaRef ds:uri="http://www.w3.org/2001/XMLSchema"/>
  </ds:schemaRefs>
</ds:datastoreItem>
</file>

<file path=customXml/itemProps313.xml><?xml version="1.0" encoding="utf-8"?>
<ds:datastoreItem xmlns:ds="http://schemas.openxmlformats.org/officeDocument/2006/customXml" ds:itemID="{D776AD0B-3A39-4DC2-96A7-916DD940C19A}">
  <ds:schemaRefs>
    <ds:schemaRef ds:uri="http://www.w3.org/2001/XMLSchema"/>
  </ds:schemaRefs>
</ds:datastoreItem>
</file>

<file path=customXml/itemProps314.xml><?xml version="1.0" encoding="utf-8"?>
<ds:datastoreItem xmlns:ds="http://schemas.openxmlformats.org/officeDocument/2006/customXml" ds:itemID="{DAF15CB4-5B68-44BC-BB2F-0A5CF46A482D}">
  <ds:schemaRefs>
    <ds:schemaRef ds:uri="http://www.w3.org/2001/XMLSchema"/>
  </ds:schemaRefs>
</ds:datastoreItem>
</file>

<file path=customXml/itemProps315.xml><?xml version="1.0" encoding="utf-8"?>
<ds:datastoreItem xmlns:ds="http://schemas.openxmlformats.org/officeDocument/2006/customXml" ds:itemID="{29D0564F-EB7F-4120-8B02-79F80B522B38}">
  <ds:schemaRefs>
    <ds:schemaRef ds:uri="http://www.w3.org/2001/XMLSchema"/>
  </ds:schemaRefs>
</ds:datastoreItem>
</file>

<file path=customXml/itemProps316.xml><?xml version="1.0" encoding="utf-8"?>
<ds:datastoreItem xmlns:ds="http://schemas.openxmlformats.org/officeDocument/2006/customXml" ds:itemID="{C48343E5-5FB4-4CA2-89B9-E08CCC058B0E}">
  <ds:schemaRefs>
    <ds:schemaRef ds:uri="http://www.w3.org/2001/XMLSchema"/>
  </ds:schemaRefs>
</ds:datastoreItem>
</file>

<file path=customXml/itemProps317.xml><?xml version="1.0" encoding="utf-8"?>
<ds:datastoreItem xmlns:ds="http://schemas.openxmlformats.org/officeDocument/2006/customXml" ds:itemID="{C00F79B9-919B-4073-8583-D38E39689F62}">
  <ds:schemaRefs>
    <ds:schemaRef ds:uri="http://www.w3.org/2001/XMLSchema"/>
  </ds:schemaRefs>
</ds:datastoreItem>
</file>

<file path=customXml/itemProps318.xml><?xml version="1.0" encoding="utf-8"?>
<ds:datastoreItem xmlns:ds="http://schemas.openxmlformats.org/officeDocument/2006/customXml" ds:itemID="{4A8BD9A4-5065-49C8-84D4-D904354AE160}">
  <ds:schemaRefs>
    <ds:schemaRef ds:uri="http://www.w3.org/2001/XMLSchema"/>
  </ds:schemaRefs>
</ds:datastoreItem>
</file>

<file path=customXml/itemProps319.xml><?xml version="1.0" encoding="utf-8"?>
<ds:datastoreItem xmlns:ds="http://schemas.openxmlformats.org/officeDocument/2006/customXml" ds:itemID="{45DBFC73-636A-44FA-A42E-33A95D4A575B}">
  <ds:schemaRefs>
    <ds:schemaRef ds:uri="http://www.w3.org/2001/XMLSchema"/>
  </ds:schemaRefs>
</ds:datastoreItem>
</file>

<file path=customXml/itemProps320.xml><?xml version="1.0" encoding="utf-8"?>
<ds:datastoreItem xmlns:ds="http://schemas.openxmlformats.org/officeDocument/2006/customXml" ds:itemID="{0C569D57-2E51-4992-BC7D-CA3577321D8A}">
  <ds:schemaRefs>
    <ds:schemaRef ds:uri="http://www.w3.org/2001/XMLSchema"/>
  </ds:schemaRefs>
</ds:datastoreItem>
</file>

<file path=customXml/itemProps321.xml><?xml version="1.0" encoding="utf-8"?>
<ds:datastoreItem xmlns:ds="http://schemas.openxmlformats.org/officeDocument/2006/customXml" ds:itemID="{ECDBC62E-F4C1-422D-9F84-5CC45BE5E07B}">
  <ds:schemaRefs>
    <ds:schemaRef ds:uri="http://www.w3.org/2001/XMLSchema"/>
  </ds:schemaRefs>
</ds:datastoreItem>
</file>

<file path=customXml/itemProps322.xml><?xml version="1.0" encoding="utf-8"?>
<ds:datastoreItem xmlns:ds="http://schemas.openxmlformats.org/officeDocument/2006/customXml" ds:itemID="{23C2E794-DF9B-4099-939A-003FF6CE892B}">
  <ds:schemaRefs>
    <ds:schemaRef ds:uri="http://www.w3.org/2001/XMLSchema"/>
  </ds:schemaRefs>
</ds:datastoreItem>
</file>

<file path=customXml/itemProps323.xml><?xml version="1.0" encoding="utf-8"?>
<ds:datastoreItem xmlns:ds="http://schemas.openxmlformats.org/officeDocument/2006/customXml" ds:itemID="{E75ED688-8A9A-4CF9-8655-27FF412012A5}">
  <ds:schemaRefs>
    <ds:schemaRef ds:uri="http://www.w3.org/2001/XMLSchema"/>
  </ds:schemaRefs>
</ds:datastoreItem>
</file>

<file path=customXml/itemProps324.xml><?xml version="1.0" encoding="utf-8"?>
<ds:datastoreItem xmlns:ds="http://schemas.openxmlformats.org/officeDocument/2006/customXml" ds:itemID="{78ACB27E-7431-4B1E-BD8D-A4E916172955}">
  <ds:schemaRefs>
    <ds:schemaRef ds:uri="http://www.w3.org/2001/XMLSchema"/>
  </ds:schemaRefs>
</ds:datastoreItem>
</file>

<file path=customXml/itemProps325.xml><?xml version="1.0" encoding="utf-8"?>
<ds:datastoreItem xmlns:ds="http://schemas.openxmlformats.org/officeDocument/2006/customXml" ds:itemID="{FFA77F71-BEF9-40BF-8A58-E9349A1A7442}">
  <ds:schemaRefs>
    <ds:schemaRef ds:uri="http://www.w3.org/2001/XMLSchema"/>
  </ds:schemaRefs>
</ds:datastoreItem>
</file>

<file path=customXml/itemProps326.xml><?xml version="1.0" encoding="utf-8"?>
<ds:datastoreItem xmlns:ds="http://schemas.openxmlformats.org/officeDocument/2006/customXml" ds:itemID="{350EFCD6-84FE-4E4B-A55D-FAEFD61423DF}">
  <ds:schemaRefs>
    <ds:schemaRef ds:uri="http://www.w3.org/2001/XMLSchema"/>
  </ds:schemaRefs>
</ds:datastoreItem>
</file>

<file path=customXml/itemProps327.xml><?xml version="1.0" encoding="utf-8"?>
<ds:datastoreItem xmlns:ds="http://schemas.openxmlformats.org/officeDocument/2006/customXml" ds:itemID="{15F52943-C97B-477D-B964-DED7732B7E95}">
  <ds:schemaRefs>
    <ds:schemaRef ds:uri="http://www.w3.org/2001/XMLSchema"/>
  </ds:schemaRefs>
</ds:datastoreItem>
</file>

<file path=customXml/itemProps328.xml><?xml version="1.0" encoding="utf-8"?>
<ds:datastoreItem xmlns:ds="http://schemas.openxmlformats.org/officeDocument/2006/customXml" ds:itemID="{B2FDFD14-19FA-496D-A433-0515D6C6B0E6}">
  <ds:schemaRefs>
    <ds:schemaRef ds:uri="http://www.w3.org/2001/XMLSchema"/>
  </ds:schemaRefs>
</ds:datastoreItem>
</file>

<file path=customXml/itemProps329.xml><?xml version="1.0" encoding="utf-8"?>
<ds:datastoreItem xmlns:ds="http://schemas.openxmlformats.org/officeDocument/2006/customXml" ds:itemID="{D7115CF1-ED7A-4478-89C1-95FE8062AE4E}">
  <ds:schemaRefs>
    <ds:schemaRef ds:uri="http://www.w3.org/2001/XMLSchema"/>
  </ds:schemaRefs>
</ds:datastoreItem>
</file>

<file path=customXml/itemProps330.xml><?xml version="1.0" encoding="utf-8"?>
<ds:datastoreItem xmlns:ds="http://schemas.openxmlformats.org/officeDocument/2006/customXml" ds:itemID="{7AEC8491-A9DF-4C75-81CA-02A68D6BF300}">
  <ds:schemaRefs>
    <ds:schemaRef ds:uri="http://www.w3.org/2001/XMLSchema"/>
  </ds:schemaRefs>
</ds:datastoreItem>
</file>

<file path=customXml/itemProps331.xml><?xml version="1.0" encoding="utf-8"?>
<ds:datastoreItem xmlns:ds="http://schemas.openxmlformats.org/officeDocument/2006/customXml" ds:itemID="{71A98EF3-E545-4B16-9F37-95DA4778D1EB}">
  <ds:schemaRefs>
    <ds:schemaRef ds:uri="http://www.w3.org/2001/XMLSchema"/>
  </ds:schemaRefs>
</ds:datastoreItem>
</file>

<file path=customXml/itemProps332.xml><?xml version="1.0" encoding="utf-8"?>
<ds:datastoreItem xmlns:ds="http://schemas.openxmlformats.org/officeDocument/2006/customXml" ds:itemID="{7F15B1AA-5954-42C0-A8AB-6E2452D1F2F1}">
  <ds:schemaRefs>
    <ds:schemaRef ds:uri="http://www.w3.org/2001/XMLSchema"/>
  </ds:schemaRefs>
</ds:datastoreItem>
</file>

<file path=customXml/itemProps333.xml><?xml version="1.0" encoding="utf-8"?>
<ds:datastoreItem xmlns:ds="http://schemas.openxmlformats.org/officeDocument/2006/customXml" ds:itemID="{616A767C-1BE8-430B-A9F2-4BE590B08697}">
  <ds:schemaRefs>
    <ds:schemaRef ds:uri="http://www.w3.org/2001/XMLSchema"/>
  </ds:schemaRefs>
</ds:datastoreItem>
</file>

<file path=customXml/itemProps334.xml><?xml version="1.0" encoding="utf-8"?>
<ds:datastoreItem xmlns:ds="http://schemas.openxmlformats.org/officeDocument/2006/customXml" ds:itemID="{A0EB3FA6-823F-4519-9C0E-11500AD0D6BF}">
  <ds:schemaRefs>
    <ds:schemaRef ds:uri="http://www.w3.org/2001/XMLSchema"/>
  </ds:schemaRefs>
</ds:datastoreItem>
</file>

<file path=customXml/itemProps335.xml><?xml version="1.0" encoding="utf-8"?>
<ds:datastoreItem xmlns:ds="http://schemas.openxmlformats.org/officeDocument/2006/customXml" ds:itemID="{4E6A10DF-36DA-4F7C-8B3D-91220A39DE5E}">
  <ds:schemaRefs>
    <ds:schemaRef ds:uri="http://www.w3.org/2001/XMLSchema"/>
  </ds:schemaRefs>
</ds:datastoreItem>
</file>

<file path=customXml/itemProps336.xml><?xml version="1.0" encoding="utf-8"?>
<ds:datastoreItem xmlns:ds="http://schemas.openxmlformats.org/officeDocument/2006/customXml" ds:itemID="{7B406278-F35F-487D-B498-75C6598A21AF}">
  <ds:schemaRefs>
    <ds:schemaRef ds:uri="http://www.w3.org/2001/XMLSchema"/>
  </ds:schemaRefs>
</ds:datastoreItem>
</file>

<file path=customXml/itemProps337.xml><?xml version="1.0" encoding="utf-8"?>
<ds:datastoreItem xmlns:ds="http://schemas.openxmlformats.org/officeDocument/2006/customXml" ds:itemID="{DC102FEA-3B68-4BB3-87E2-8FE4440B6516}">
  <ds:schemaRefs>
    <ds:schemaRef ds:uri="http://www.w3.org/2001/XMLSchema"/>
  </ds:schemaRefs>
</ds:datastoreItem>
</file>

<file path=customXml/itemProps338.xml><?xml version="1.0" encoding="utf-8"?>
<ds:datastoreItem xmlns:ds="http://schemas.openxmlformats.org/officeDocument/2006/customXml" ds:itemID="{DE62BD19-8BA6-4FD8-8A65-A66B198EBF52}">
  <ds:schemaRefs>
    <ds:schemaRef ds:uri="http://www.w3.org/2001/XMLSchema"/>
  </ds:schemaRefs>
</ds:datastoreItem>
</file>

<file path=customXml/itemProps339.xml><?xml version="1.0" encoding="utf-8"?>
<ds:datastoreItem xmlns:ds="http://schemas.openxmlformats.org/officeDocument/2006/customXml" ds:itemID="{C1D64092-EE80-4B77-88EF-1833D1E8A057}">
  <ds:schemaRefs>
    <ds:schemaRef ds:uri="http://www.w3.org/2001/XMLSchema"/>
  </ds:schemaRefs>
</ds:datastoreItem>
</file>

<file path=customXml/itemProps340.xml><?xml version="1.0" encoding="utf-8"?>
<ds:datastoreItem xmlns:ds="http://schemas.openxmlformats.org/officeDocument/2006/customXml" ds:itemID="{CD9D4299-FF76-4C6F-BAA2-3D5106EEB560}">
  <ds:schemaRefs>
    <ds:schemaRef ds:uri="http://www.w3.org/2001/XMLSchema"/>
  </ds:schemaRefs>
</ds:datastoreItem>
</file>

<file path=customXml/itemProps341.xml><?xml version="1.0" encoding="utf-8"?>
<ds:datastoreItem xmlns:ds="http://schemas.openxmlformats.org/officeDocument/2006/customXml" ds:itemID="{2545FB51-25BA-44C7-A81B-7ED72BC4C844}">
  <ds:schemaRefs>
    <ds:schemaRef ds:uri="http://www.w3.org/2001/XMLSchema"/>
  </ds:schemaRefs>
</ds:datastoreItem>
</file>

<file path=customXml/itemProps342.xml><?xml version="1.0" encoding="utf-8"?>
<ds:datastoreItem xmlns:ds="http://schemas.openxmlformats.org/officeDocument/2006/customXml" ds:itemID="{FC7307BC-25AC-4A02-9A8D-F0458A54D8BA}">
  <ds:schemaRefs>
    <ds:schemaRef ds:uri="http://www.w3.org/2001/XMLSchema"/>
  </ds:schemaRefs>
</ds:datastoreItem>
</file>

<file path=customXml/itemProps343.xml><?xml version="1.0" encoding="utf-8"?>
<ds:datastoreItem xmlns:ds="http://schemas.openxmlformats.org/officeDocument/2006/customXml" ds:itemID="{F98942C0-35E1-4336-8AC5-2067976DE1A9}">
  <ds:schemaRefs>
    <ds:schemaRef ds:uri="http://www.w3.org/2001/XMLSchema"/>
  </ds:schemaRefs>
</ds:datastoreItem>
</file>

<file path=customXml/itemProps344.xml><?xml version="1.0" encoding="utf-8"?>
<ds:datastoreItem xmlns:ds="http://schemas.openxmlformats.org/officeDocument/2006/customXml" ds:itemID="{0DC47A4A-E489-4528-8C26-B0C9E86A996C}">
  <ds:schemaRefs>
    <ds:schemaRef ds:uri="http://www.w3.org/2001/XMLSchema"/>
  </ds:schemaRefs>
</ds:datastoreItem>
</file>

<file path=customXml/itemProps345.xml><?xml version="1.0" encoding="utf-8"?>
<ds:datastoreItem xmlns:ds="http://schemas.openxmlformats.org/officeDocument/2006/customXml" ds:itemID="{06733BFC-E7DC-4539-9E2A-BC38F07F89F6}">
  <ds:schemaRefs>
    <ds:schemaRef ds:uri="http://www.w3.org/2001/XMLSchema"/>
  </ds:schemaRefs>
</ds:datastoreItem>
</file>

<file path=customXml/itemProps346.xml><?xml version="1.0" encoding="utf-8"?>
<ds:datastoreItem xmlns:ds="http://schemas.openxmlformats.org/officeDocument/2006/customXml" ds:itemID="{A1E00AB7-92A5-466C-82BB-B74BEF44CA16}">
  <ds:schemaRefs>
    <ds:schemaRef ds:uri="http://www.w3.org/2001/XMLSchema"/>
  </ds:schemaRefs>
</ds:datastoreItem>
</file>

<file path=customXml/itemProps347.xml><?xml version="1.0" encoding="utf-8"?>
<ds:datastoreItem xmlns:ds="http://schemas.openxmlformats.org/officeDocument/2006/customXml" ds:itemID="{15C266B6-BA54-4129-B4F7-1F677EAF4841}">
  <ds:schemaRefs>
    <ds:schemaRef ds:uri="http://www.w3.org/2001/XMLSchema"/>
  </ds:schemaRefs>
</ds:datastoreItem>
</file>

<file path=customXml/itemProps348.xml><?xml version="1.0" encoding="utf-8"?>
<ds:datastoreItem xmlns:ds="http://schemas.openxmlformats.org/officeDocument/2006/customXml" ds:itemID="{9672F2DE-9069-4610-A381-E3D6D06FA240}">
  <ds:schemaRefs>
    <ds:schemaRef ds:uri="http://www.w3.org/2001/XMLSchema"/>
  </ds:schemaRefs>
</ds:datastoreItem>
</file>

<file path=customXml/itemProps349.xml><?xml version="1.0" encoding="utf-8"?>
<ds:datastoreItem xmlns:ds="http://schemas.openxmlformats.org/officeDocument/2006/customXml" ds:itemID="{34467EE6-32D8-43EE-A259-C301441AA689}">
  <ds:schemaRefs>
    <ds:schemaRef ds:uri="http://www.w3.org/2001/XMLSchema"/>
  </ds:schemaRefs>
</ds:datastoreItem>
</file>

<file path=customXml/itemProps350.xml><?xml version="1.0" encoding="utf-8"?>
<ds:datastoreItem xmlns:ds="http://schemas.openxmlformats.org/officeDocument/2006/customXml" ds:itemID="{93B24F49-677B-4EEC-AB1F-9E0F02901816}">
  <ds:schemaRefs>
    <ds:schemaRef ds:uri="http://www.w3.org/2001/XMLSchema"/>
  </ds:schemaRefs>
</ds:datastoreItem>
</file>

<file path=customXml/itemProps351.xml><?xml version="1.0" encoding="utf-8"?>
<ds:datastoreItem xmlns:ds="http://schemas.openxmlformats.org/officeDocument/2006/customXml" ds:itemID="{4211BB5F-0ADA-40FE-B5E1-7B1ED004BE4C}">
  <ds:schemaRefs>
    <ds:schemaRef ds:uri="http://www.w3.org/2001/XMLSchema"/>
  </ds:schemaRefs>
</ds:datastoreItem>
</file>

<file path=customXml/itemProps352.xml><?xml version="1.0" encoding="utf-8"?>
<ds:datastoreItem xmlns:ds="http://schemas.openxmlformats.org/officeDocument/2006/customXml" ds:itemID="{A9F1B67C-6989-4D8B-BD19-56CFA71F9D04}">
  <ds:schemaRefs>
    <ds:schemaRef ds:uri="http://www.w3.org/2001/XMLSchema"/>
  </ds:schemaRefs>
</ds:datastoreItem>
</file>

<file path=customXml/itemProps353.xml><?xml version="1.0" encoding="utf-8"?>
<ds:datastoreItem xmlns:ds="http://schemas.openxmlformats.org/officeDocument/2006/customXml" ds:itemID="{6B31BE5C-E0E2-414A-AB61-B2E73CE670B6}">
  <ds:schemaRefs>
    <ds:schemaRef ds:uri="http://www.w3.org/2001/XMLSchema"/>
  </ds:schemaRefs>
</ds:datastoreItem>
</file>

<file path=customXml/itemProps354.xml><?xml version="1.0" encoding="utf-8"?>
<ds:datastoreItem xmlns:ds="http://schemas.openxmlformats.org/officeDocument/2006/customXml" ds:itemID="{C2A01241-812A-4889-AF0A-8C21B7C1CDC4}">
  <ds:schemaRefs>
    <ds:schemaRef ds:uri="http://www.w3.org/2001/XMLSchema"/>
  </ds:schemaRefs>
</ds:datastoreItem>
</file>

<file path=customXml/itemProps355.xml><?xml version="1.0" encoding="utf-8"?>
<ds:datastoreItem xmlns:ds="http://schemas.openxmlformats.org/officeDocument/2006/customXml" ds:itemID="{63F45BD9-7859-4E4F-8B13-48379937C853}">
  <ds:schemaRefs>
    <ds:schemaRef ds:uri="http://www.w3.org/2001/XMLSchema"/>
  </ds:schemaRefs>
</ds:datastoreItem>
</file>

<file path=customXml/itemProps356.xml><?xml version="1.0" encoding="utf-8"?>
<ds:datastoreItem xmlns:ds="http://schemas.openxmlformats.org/officeDocument/2006/customXml" ds:itemID="{17943240-131B-4A32-894C-E1A938E99918}">
  <ds:schemaRefs>
    <ds:schemaRef ds:uri="http://www.w3.org/2001/XMLSchema"/>
  </ds:schemaRefs>
</ds:datastoreItem>
</file>

<file path=customXml/itemProps357.xml><?xml version="1.0" encoding="utf-8"?>
<ds:datastoreItem xmlns:ds="http://schemas.openxmlformats.org/officeDocument/2006/customXml" ds:itemID="{88553A14-227E-4E7A-ACE4-2A6CA91994EE}">
  <ds:schemaRefs>
    <ds:schemaRef ds:uri="http://www.w3.org/2001/XMLSchema"/>
  </ds:schemaRefs>
</ds:datastoreItem>
</file>

<file path=customXml/itemProps358.xml><?xml version="1.0" encoding="utf-8"?>
<ds:datastoreItem xmlns:ds="http://schemas.openxmlformats.org/officeDocument/2006/customXml" ds:itemID="{9DB87CBD-7F03-4C86-B526-7772D124B7B0}">
  <ds:schemaRefs>
    <ds:schemaRef ds:uri="http://www.w3.org/2001/XMLSchema"/>
  </ds:schemaRefs>
</ds:datastoreItem>
</file>

<file path=customXml/itemProps359.xml><?xml version="1.0" encoding="utf-8"?>
<ds:datastoreItem xmlns:ds="http://schemas.openxmlformats.org/officeDocument/2006/customXml" ds:itemID="{6F89B447-6CE1-4BE7-BB14-CA2AFFB1BE4E}">
  <ds:schemaRefs>
    <ds:schemaRef ds:uri="http://www.w3.org/2001/XMLSchema"/>
  </ds:schemaRefs>
</ds:datastoreItem>
</file>

<file path=customXml/itemProps360.xml><?xml version="1.0" encoding="utf-8"?>
<ds:datastoreItem xmlns:ds="http://schemas.openxmlformats.org/officeDocument/2006/customXml" ds:itemID="{1928DFB9-97C8-4E6A-B3A7-0051BC1C6E06}">
  <ds:schemaRefs>
    <ds:schemaRef ds:uri="http://www.w3.org/2001/XMLSchema"/>
  </ds:schemaRefs>
</ds:datastoreItem>
</file>

<file path=customXml/itemProps361.xml><?xml version="1.0" encoding="utf-8"?>
<ds:datastoreItem xmlns:ds="http://schemas.openxmlformats.org/officeDocument/2006/customXml" ds:itemID="{E6345315-965E-48B5-ADA0-7D7C81C6773C}">
  <ds:schemaRefs>
    <ds:schemaRef ds:uri="http://www.w3.org/2001/XMLSchema"/>
  </ds:schemaRefs>
</ds:datastoreItem>
</file>

<file path=customXml/itemProps362.xml><?xml version="1.0" encoding="utf-8"?>
<ds:datastoreItem xmlns:ds="http://schemas.openxmlformats.org/officeDocument/2006/customXml" ds:itemID="{44ED5B89-A0DC-48A9-9069-A2CE6310E5EC}">
  <ds:schemaRefs>
    <ds:schemaRef ds:uri="http://www.w3.org/2001/XMLSchema"/>
  </ds:schemaRefs>
</ds:datastoreItem>
</file>

<file path=customXml/itemProps363.xml><?xml version="1.0" encoding="utf-8"?>
<ds:datastoreItem xmlns:ds="http://schemas.openxmlformats.org/officeDocument/2006/customXml" ds:itemID="{A947EBAD-BD99-45CE-A24A-E3A086F40114}">
  <ds:schemaRefs>
    <ds:schemaRef ds:uri="http://www.w3.org/2001/XMLSchema"/>
  </ds:schemaRefs>
</ds:datastoreItem>
</file>

<file path=customXml/itemProps364.xml><?xml version="1.0" encoding="utf-8"?>
<ds:datastoreItem xmlns:ds="http://schemas.openxmlformats.org/officeDocument/2006/customXml" ds:itemID="{F208F4FA-C78D-431F-A101-920ED68CB15D}">
  <ds:schemaRefs>
    <ds:schemaRef ds:uri="http://www.w3.org/2001/XMLSchema"/>
  </ds:schemaRefs>
</ds:datastoreItem>
</file>

<file path=customXml/itemProps365.xml><?xml version="1.0" encoding="utf-8"?>
<ds:datastoreItem xmlns:ds="http://schemas.openxmlformats.org/officeDocument/2006/customXml" ds:itemID="{B6AE5D93-444E-4E9B-960C-D2C29005D167}">
  <ds:schemaRefs>
    <ds:schemaRef ds:uri="http://www.w3.org/2001/XMLSchema"/>
  </ds:schemaRefs>
</ds:datastoreItem>
</file>

<file path=customXml/itemProps366.xml><?xml version="1.0" encoding="utf-8"?>
<ds:datastoreItem xmlns:ds="http://schemas.openxmlformats.org/officeDocument/2006/customXml" ds:itemID="{C2641844-1CBB-45AE-B608-7C2FF24C80B8}">
  <ds:schemaRefs>
    <ds:schemaRef ds:uri="http://www.w3.org/2001/XMLSchema"/>
  </ds:schemaRefs>
</ds:datastoreItem>
</file>

<file path=customXml/itemProps367.xml><?xml version="1.0" encoding="utf-8"?>
<ds:datastoreItem xmlns:ds="http://schemas.openxmlformats.org/officeDocument/2006/customXml" ds:itemID="{243FE3A0-427F-4E28-BD2F-FE572392DDA9}">
  <ds:schemaRefs>
    <ds:schemaRef ds:uri="http://www.w3.org/2001/XMLSchema"/>
  </ds:schemaRefs>
</ds:datastoreItem>
</file>

<file path=customXml/itemProps368.xml><?xml version="1.0" encoding="utf-8"?>
<ds:datastoreItem xmlns:ds="http://schemas.openxmlformats.org/officeDocument/2006/customXml" ds:itemID="{1472C65C-952F-45A8-991B-ABD29631C3CC}">
  <ds:schemaRefs>
    <ds:schemaRef ds:uri="http://www.w3.org/2001/XMLSchema"/>
  </ds:schemaRefs>
</ds:datastoreItem>
</file>

<file path=customXml/itemProps369.xml><?xml version="1.0" encoding="utf-8"?>
<ds:datastoreItem xmlns:ds="http://schemas.openxmlformats.org/officeDocument/2006/customXml" ds:itemID="{8B3D2E72-F2E0-41CA-AC33-FA0F623F75CC}">
  <ds:schemaRefs>
    <ds:schemaRef ds:uri="http://www.w3.org/2001/XMLSchema"/>
  </ds:schemaRefs>
</ds:datastoreItem>
</file>

<file path=customXml/itemProps370.xml><?xml version="1.0" encoding="utf-8"?>
<ds:datastoreItem xmlns:ds="http://schemas.openxmlformats.org/officeDocument/2006/customXml" ds:itemID="{111ACEDE-BCEF-47A4-B683-A7C61AA87565}">
  <ds:schemaRefs>
    <ds:schemaRef ds:uri="http://www.w3.org/2001/XMLSchema"/>
  </ds:schemaRefs>
</ds:datastoreItem>
</file>

<file path=customXml/itemProps371.xml><?xml version="1.0" encoding="utf-8"?>
<ds:datastoreItem xmlns:ds="http://schemas.openxmlformats.org/officeDocument/2006/customXml" ds:itemID="{73BF448A-D98C-4901-B909-3377AAE81E8D}">
  <ds:schemaRefs>
    <ds:schemaRef ds:uri="http://www.w3.org/2001/XMLSchema"/>
  </ds:schemaRefs>
</ds:datastoreItem>
</file>

<file path=customXml/itemProps372.xml><?xml version="1.0" encoding="utf-8"?>
<ds:datastoreItem xmlns:ds="http://schemas.openxmlformats.org/officeDocument/2006/customXml" ds:itemID="{272A7DA2-019F-4356-93F0-1C1607EE4798}">
  <ds:schemaRefs>
    <ds:schemaRef ds:uri="http://www.w3.org/2001/XMLSchema"/>
  </ds:schemaRefs>
</ds:datastoreItem>
</file>

<file path=customXml/itemProps373.xml><?xml version="1.0" encoding="utf-8"?>
<ds:datastoreItem xmlns:ds="http://schemas.openxmlformats.org/officeDocument/2006/customXml" ds:itemID="{3F65D1CA-8D17-F84C-AC0B-5592A60CFC9C}">
  <ds:schemaRefs>
    <ds:schemaRef ds:uri="http://www.w3.org/2001/XMLSchema"/>
  </ds:schemaRefs>
</ds:datastoreItem>
</file>

<file path=customXml/itemProps374.xml><?xml version="1.0" encoding="utf-8"?>
<ds:datastoreItem xmlns:ds="http://schemas.openxmlformats.org/officeDocument/2006/customXml" ds:itemID="{977A3099-BA4A-458B-9D4C-7323553C9C45}">
  <ds:schemaRefs>
    <ds:schemaRef ds:uri="http://www.w3.org/2001/XMLSchema"/>
  </ds:schemaRefs>
</ds:datastoreItem>
</file>

<file path=customXml/itemProps375.xml><?xml version="1.0" encoding="utf-8"?>
<ds:datastoreItem xmlns:ds="http://schemas.openxmlformats.org/officeDocument/2006/customXml" ds:itemID="{00CA4C08-B674-42B1-B309-CA8B8295A15B}">
  <ds:schemaRefs>
    <ds:schemaRef ds:uri="http://www.w3.org/2001/XMLSchema"/>
  </ds:schemaRefs>
</ds:datastoreItem>
</file>

<file path=customXml/itemProps376.xml><?xml version="1.0" encoding="utf-8"?>
<ds:datastoreItem xmlns:ds="http://schemas.openxmlformats.org/officeDocument/2006/customXml" ds:itemID="{632D1A78-B157-4C93-8CE6-CFFF2146E70F}">
  <ds:schemaRefs>
    <ds:schemaRef ds:uri="http://www.w3.org/2001/XMLSchema"/>
  </ds:schemaRefs>
</ds:datastoreItem>
</file>

<file path=customXml/itemProps377.xml><?xml version="1.0" encoding="utf-8"?>
<ds:datastoreItem xmlns:ds="http://schemas.openxmlformats.org/officeDocument/2006/customXml" ds:itemID="{E2F2320C-3D03-48DD-8DB2-5AB5EB3A9EBA}">
  <ds:schemaRefs>
    <ds:schemaRef ds:uri="http://www.w3.org/2001/XMLSchema"/>
  </ds:schemaRefs>
</ds:datastoreItem>
</file>

<file path=customXml/itemProps378.xml><?xml version="1.0" encoding="utf-8"?>
<ds:datastoreItem xmlns:ds="http://schemas.openxmlformats.org/officeDocument/2006/customXml" ds:itemID="{4A20FB80-4C5B-4B5C-821C-92449BD6EDA9}">
  <ds:schemaRefs>
    <ds:schemaRef ds:uri="http://www.w3.org/2001/XMLSchema"/>
  </ds:schemaRefs>
</ds:datastoreItem>
</file>

<file path=customXml/itemProps379.xml><?xml version="1.0" encoding="utf-8"?>
<ds:datastoreItem xmlns:ds="http://schemas.openxmlformats.org/officeDocument/2006/customXml" ds:itemID="{F9BAA10B-D357-4C26-A134-C8BE8102AE88}">
  <ds:schemaRefs>
    <ds:schemaRef ds:uri="http://www.w3.org/2001/XMLSchema"/>
  </ds:schemaRefs>
</ds:datastoreItem>
</file>

<file path=customXml/itemProps380.xml><?xml version="1.0" encoding="utf-8"?>
<ds:datastoreItem xmlns:ds="http://schemas.openxmlformats.org/officeDocument/2006/customXml" ds:itemID="{3C72E40C-99B1-4A56-81A7-0F99CA57B1A3}">
  <ds:schemaRefs>
    <ds:schemaRef ds:uri="http://www.w3.org/2001/XMLSchema"/>
  </ds:schemaRefs>
</ds:datastoreItem>
</file>

<file path=customXml/itemProps381.xml><?xml version="1.0" encoding="utf-8"?>
<ds:datastoreItem xmlns:ds="http://schemas.openxmlformats.org/officeDocument/2006/customXml" ds:itemID="{AD4860C3-21D4-430D-B995-D3A5BB23B4E7}">
  <ds:schemaRefs>
    <ds:schemaRef ds:uri="http://www.w3.org/2001/XMLSchema"/>
  </ds:schemaRefs>
</ds:datastoreItem>
</file>

<file path=customXml/itemProps382.xml><?xml version="1.0" encoding="utf-8"?>
<ds:datastoreItem xmlns:ds="http://schemas.openxmlformats.org/officeDocument/2006/customXml" ds:itemID="{02F79576-A72C-4D73-BFB4-8498C8E8634F}">
  <ds:schemaRefs>
    <ds:schemaRef ds:uri="http://www.w3.org/2001/XMLSchema"/>
  </ds:schemaRefs>
</ds:datastoreItem>
</file>

<file path=customXml/itemProps383.xml><?xml version="1.0" encoding="utf-8"?>
<ds:datastoreItem xmlns:ds="http://schemas.openxmlformats.org/officeDocument/2006/customXml" ds:itemID="{8A33DC3F-2789-4C03-93FD-96190F1D7CC7}">
  <ds:schemaRefs>
    <ds:schemaRef ds:uri="http://www.w3.org/2001/XMLSchema"/>
  </ds:schemaRefs>
</ds:datastoreItem>
</file>

<file path=customXml/itemProps384.xml><?xml version="1.0" encoding="utf-8"?>
<ds:datastoreItem xmlns:ds="http://schemas.openxmlformats.org/officeDocument/2006/customXml" ds:itemID="{8696A874-0594-4BD9-8111-B536BBB1D9FE}">
  <ds:schemaRefs>
    <ds:schemaRef ds:uri="http://www.w3.org/2001/XMLSchema"/>
  </ds:schemaRefs>
</ds:datastoreItem>
</file>

<file path=customXml/itemProps385.xml><?xml version="1.0" encoding="utf-8"?>
<ds:datastoreItem xmlns:ds="http://schemas.openxmlformats.org/officeDocument/2006/customXml" ds:itemID="{BF7228B7-EA56-41F2-9FCB-2A947F87FC4F}">
  <ds:schemaRefs>
    <ds:schemaRef ds:uri="http://www.w3.org/2001/XMLSchema"/>
  </ds:schemaRefs>
</ds:datastoreItem>
</file>

<file path=customXml/itemProps386.xml><?xml version="1.0" encoding="utf-8"?>
<ds:datastoreItem xmlns:ds="http://schemas.openxmlformats.org/officeDocument/2006/customXml" ds:itemID="{A9713AEB-B456-4A83-B1C4-3E66B1B72535}">
  <ds:schemaRefs>
    <ds:schemaRef ds:uri="http://www.w3.org/2001/XMLSchema"/>
  </ds:schemaRefs>
</ds:datastoreItem>
</file>

<file path=customXml/itemProps387.xml><?xml version="1.0" encoding="utf-8"?>
<ds:datastoreItem xmlns:ds="http://schemas.openxmlformats.org/officeDocument/2006/customXml" ds:itemID="{530B5B21-2259-42C4-BE5D-F69950EC0044}">
  <ds:schemaRefs>
    <ds:schemaRef ds:uri="http://www.w3.org/2001/XMLSchema"/>
  </ds:schemaRefs>
</ds:datastoreItem>
</file>

<file path=customXml/itemProps388.xml><?xml version="1.0" encoding="utf-8"?>
<ds:datastoreItem xmlns:ds="http://schemas.openxmlformats.org/officeDocument/2006/customXml" ds:itemID="{901560A3-0CFC-42C6-B603-A8C2F72BF206}">
  <ds:schemaRefs>
    <ds:schemaRef ds:uri="http://www.w3.org/2001/XMLSchema"/>
  </ds:schemaRefs>
</ds:datastoreItem>
</file>

<file path=customXml/itemProps389.xml><?xml version="1.0" encoding="utf-8"?>
<ds:datastoreItem xmlns:ds="http://schemas.openxmlformats.org/officeDocument/2006/customXml" ds:itemID="{49F649AC-1A56-4F10-8FFD-57F772F325E9}">
  <ds:schemaRefs>
    <ds:schemaRef ds:uri="http://www.w3.org/2001/XMLSchema"/>
  </ds:schemaRefs>
</ds:datastoreItem>
</file>

<file path=customXml/itemProps390.xml><?xml version="1.0" encoding="utf-8"?>
<ds:datastoreItem xmlns:ds="http://schemas.openxmlformats.org/officeDocument/2006/customXml" ds:itemID="{2F23670E-FC2B-42CE-9EFF-D0CDB3850110}">
  <ds:schemaRefs>
    <ds:schemaRef ds:uri="http://www.w3.org/2001/XMLSchema"/>
  </ds:schemaRefs>
</ds:datastoreItem>
</file>

<file path=customXml/itemProps391.xml><?xml version="1.0" encoding="utf-8"?>
<ds:datastoreItem xmlns:ds="http://schemas.openxmlformats.org/officeDocument/2006/customXml" ds:itemID="{D3D9DDE9-FB54-40DB-B9F6-362F7FDE1AA7}">
  <ds:schemaRefs>
    <ds:schemaRef ds:uri="http://www.w3.org/2001/XMLSchema"/>
  </ds:schemaRefs>
</ds:datastoreItem>
</file>

<file path=customXml/itemProps392.xml><?xml version="1.0" encoding="utf-8"?>
<ds:datastoreItem xmlns:ds="http://schemas.openxmlformats.org/officeDocument/2006/customXml" ds:itemID="{E5E66A2D-25E2-4CE6-BA42-0A5BC3BA30E0}">
  <ds:schemaRefs>
    <ds:schemaRef ds:uri="http://www.w3.org/2001/XMLSchema"/>
  </ds:schemaRefs>
</ds:datastoreItem>
</file>

<file path=customXml/itemProps393.xml><?xml version="1.0" encoding="utf-8"?>
<ds:datastoreItem xmlns:ds="http://schemas.openxmlformats.org/officeDocument/2006/customXml" ds:itemID="{553B2684-F6D4-41B0-8A96-CA42C8767F5F}">
  <ds:schemaRefs>
    <ds:schemaRef ds:uri="http://www.w3.org/2001/XMLSchema"/>
  </ds:schemaRefs>
</ds:datastoreItem>
</file>

<file path=customXml/itemProps394.xml><?xml version="1.0" encoding="utf-8"?>
<ds:datastoreItem xmlns:ds="http://schemas.openxmlformats.org/officeDocument/2006/customXml" ds:itemID="{FBB15F7E-9918-4467-A70F-D653EE8226AA}">
  <ds:schemaRefs>
    <ds:schemaRef ds:uri="http://www.w3.org/2001/XMLSchema"/>
  </ds:schemaRefs>
</ds:datastoreItem>
</file>

<file path=customXml/itemProps395.xml><?xml version="1.0" encoding="utf-8"?>
<ds:datastoreItem xmlns:ds="http://schemas.openxmlformats.org/officeDocument/2006/customXml" ds:itemID="{9B89601C-9EE3-4F0B-9CCD-062DFD92E95A}">
  <ds:schemaRefs>
    <ds:schemaRef ds:uri="http://www.w3.org/2001/XMLSchema"/>
  </ds:schemaRefs>
</ds:datastoreItem>
</file>

<file path=customXml/itemProps396.xml><?xml version="1.0" encoding="utf-8"?>
<ds:datastoreItem xmlns:ds="http://schemas.openxmlformats.org/officeDocument/2006/customXml" ds:itemID="{B39E1BCE-3BF8-43C2-B47E-FED892818201}">
  <ds:schemaRefs>
    <ds:schemaRef ds:uri="http://www.w3.org/2001/XMLSchema"/>
  </ds:schemaRefs>
</ds:datastoreItem>
</file>

<file path=customXml/itemProps397.xml><?xml version="1.0" encoding="utf-8"?>
<ds:datastoreItem xmlns:ds="http://schemas.openxmlformats.org/officeDocument/2006/customXml" ds:itemID="{A3D8B0D4-A630-42A6-B121-7F6F7A9B8EB8}">
  <ds:schemaRefs>
    <ds:schemaRef ds:uri="http://www.w3.org/2001/XMLSchema"/>
  </ds:schemaRefs>
</ds:datastoreItem>
</file>

<file path=customXml/itemProps398.xml><?xml version="1.0" encoding="utf-8"?>
<ds:datastoreItem xmlns:ds="http://schemas.openxmlformats.org/officeDocument/2006/customXml" ds:itemID="{CFD507B6-6776-4B03-859F-473EF54B7450}">
  <ds:schemaRefs>
    <ds:schemaRef ds:uri="http://www.w3.org/2001/XMLSchema"/>
  </ds:schemaRefs>
</ds:datastoreItem>
</file>

<file path=customXml/itemProps399.xml><?xml version="1.0" encoding="utf-8"?>
<ds:datastoreItem xmlns:ds="http://schemas.openxmlformats.org/officeDocument/2006/customXml" ds:itemID="{8BC0F885-561F-429B-B86F-99CA29B2315C}">
  <ds:schemaRefs>
    <ds:schemaRef ds:uri="http://www.w3.org/2001/XMLSchema"/>
  </ds:schemaRefs>
</ds:datastoreItem>
</file>

<file path=customXml/itemProps400.xml><?xml version="1.0" encoding="utf-8"?>
<ds:datastoreItem xmlns:ds="http://schemas.openxmlformats.org/officeDocument/2006/customXml" ds:itemID="{0FFB6A0E-E027-4C9B-85FF-8B871C70AC23}">
  <ds:schemaRefs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1446</Words>
  <Application>Microsoft Office PowerPoint</Application>
  <PresentationFormat>Widescreen</PresentationFormat>
  <Paragraphs>490</Paragraphs>
  <Slides>17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8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6" baseType="lpstr">
      <vt:lpstr>Aptos</vt:lpstr>
      <vt:lpstr>Arial</vt:lpstr>
      <vt:lpstr>Century Schoolbook</vt:lpstr>
      <vt:lpstr>Georgia Pro Light</vt:lpstr>
      <vt:lpstr>QBE Sans</vt:lpstr>
      <vt:lpstr>QBE Sans Medium</vt:lpstr>
      <vt:lpstr>QBE Sans SemiBold</vt:lpstr>
      <vt:lpstr>Stag Medium</vt:lpstr>
      <vt:lpstr>SwissReSans Light</vt:lpstr>
      <vt:lpstr>Wingdings</vt:lpstr>
      <vt:lpstr>MARSH</vt:lpstr>
      <vt:lpstr>1_MARSH</vt:lpstr>
      <vt:lpstr>2_MARSH</vt:lpstr>
      <vt:lpstr>3_MARSH</vt:lpstr>
      <vt:lpstr>4_MARSH</vt:lpstr>
      <vt:lpstr>5_MARSH</vt:lpstr>
      <vt:lpstr>6_MARSH</vt:lpstr>
      <vt:lpstr>7_MARSH</vt:lpstr>
      <vt:lpstr>think-cell Slide</vt:lpstr>
      <vt:lpstr>PowerPoint Presentation</vt:lpstr>
      <vt:lpstr>Positive Growth and Market Leadership Highlights </vt:lpstr>
      <vt:lpstr>Carrier Trading Summary with Marsh</vt:lpstr>
      <vt:lpstr>PowerPoint Presentation</vt:lpstr>
      <vt:lpstr>Marine Feedback</vt:lpstr>
      <vt:lpstr>Property Feedback</vt:lpstr>
      <vt:lpstr>Marsh Portfolio and LC ranking</vt:lpstr>
      <vt:lpstr>Marsh Portfolio and LC ranking</vt:lpstr>
      <vt:lpstr>PowerPoint Presentation</vt:lpstr>
      <vt:lpstr>Carrier breakdown  </vt:lpstr>
      <vt:lpstr>Carrier: </vt:lpstr>
      <vt:lpstr>Carrier vs Marsh growth rates</vt:lpstr>
      <vt:lpstr>PowerPoint Presentation</vt:lpstr>
      <vt:lpstr>PowerPoint Presentation</vt:lpstr>
      <vt:lpstr>Carrier breakdown  </vt:lpstr>
      <vt:lpstr>Carrier: </vt:lpstr>
      <vt:lpstr>Carrier vs Marsh growth rates</vt:lpstr>
    </vt:vector>
  </TitlesOfParts>
  <Company>MMC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Paresh Vora, Jash</dc:creator>
  <cp:lastModifiedBy>Paresh Vora, Jash</cp:lastModifiedBy>
  <cp:revision>1</cp:revision>
  <dcterms:created xsi:type="dcterms:W3CDTF">2026-06-24T09:21:19Z</dcterms:created>
  <dcterms:modified xsi:type="dcterms:W3CDTF">2026-06-25T07:19:58Z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f1469a-2c2a-4aee-b92b-090d4c5468ff_Enabled">
    <vt:lpwstr>true</vt:lpwstr>
  </property>
  <property fmtid="{D5CDD505-2E9C-101B-9397-08002B2CF9AE}" pid="3" name="MSIP_Label_38f1469a-2c2a-4aee-b92b-090d4c5468ff_SetDate">
    <vt:lpwstr>2026-06-24T09:52:05Z</vt:lpwstr>
  </property>
  <property fmtid="{D5CDD505-2E9C-101B-9397-08002B2CF9AE}" pid="4" name="MSIP_Label_38f1469a-2c2a-4aee-b92b-090d4c5468ff_Method">
    <vt:lpwstr>Standard</vt:lpwstr>
  </property>
  <property fmtid="{D5CDD505-2E9C-101B-9397-08002B2CF9AE}" pid="5" name="MSIP_Label_38f1469a-2c2a-4aee-b92b-090d4c5468ff_Name">
    <vt:lpwstr>Confidential - Unmarked</vt:lpwstr>
  </property>
  <property fmtid="{D5CDD505-2E9C-101B-9397-08002B2CF9AE}" pid="6" name="MSIP_Label_38f1469a-2c2a-4aee-b92b-090d4c5468ff_SiteId">
    <vt:lpwstr>2a6e6092-73e4-4752-b1a5-477a17f5056d</vt:lpwstr>
  </property>
  <property fmtid="{D5CDD505-2E9C-101B-9397-08002B2CF9AE}" pid="7" name="MSIP_Label_38f1469a-2c2a-4aee-b92b-090d4c5468ff_ActionId">
    <vt:lpwstr>e4768718-b5d1-4d27-89b3-a28e658bf281</vt:lpwstr>
  </property>
  <property fmtid="{D5CDD505-2E9C-101B-9397-08002B2CF9AE}" pid="8" name="MSIP_Label_38f1469a-2c2a-4aee-b92b-090d4c5468ff_ContentBits">
    <vt:lpwstr>0</vt:lpwstr>
  </property>
  <property fmtid="{D5CDD505-2E9C-101B-9397-08002B2CF9AE}" pid="9" name="MSIP_Label_38f1469a-2c2a-4aee-b92b-090d4c5468ff_Tag">
    <vt:lpwstr>10, 3, 0, 1</vt:lpwstr>
  </property>
</Properties>
</file>