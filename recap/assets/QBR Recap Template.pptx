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2"/>
  </p:sldMasterIdLst>
  <p:notesMasterIdLst>
    <p:notesMasterId r:id="rId55"/>
  </p:notesMasterIdLst>
  <p:sldIdLst>
    <p:sldId id="2147483621" r:id="rId53"/>
    <p:sldId id="2147483636"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customXml" Target="../customXml/item39.xml"/><Relationship Id="rId21" Type="http://schemas.openxmlformats.org/officeDocument/2006/relationships/customXml" Target="../customXml/item21.xml"/><Relationship Id="rId34" Type="http://schemas.openxmlformats.org/officeDocument/2006/relationships/customXml" Target="../customXml/item34.xml"/><Relationship Id="rId42" Type="http://schemas.openxmlformats.org/officeDocument/2006/relationships/customXml" Target="../customXml/item42.xml"/><Relationship Id="rId47" Type="http://schemas.openxmlformats.org/officeDocument/2006/relationships/customXml" Target="../customXml/item47.xml"/><Relationship Id="rId50" Type="http://schemas.openxmlformats.org/officeDocument/2006/relationships/customXml" Target="../customXml/item50.xml"/><Relationship Id="rId55" Type="http://schemas.openxmlformats.org/officeDocument/2006/relationships/notesMaster" Target="notesMasters/notesMaster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customXml" Target="../customXml/item40.xml"/><Relationship Id="rId45" Type="http://schemas.openxmlformats.org/officeDocument/2006/relationships/customXml" Target="../customXml/item45.xml"/><Relationship Id="rId53" Type="http://schemas.openxmlformats.org/officeDocument/2006/relationships/slide" Target="slides/slide1.xml"/><Relationship Id="rId58" Type="http://schemas.openxmlformats.org/officeDocument/2006/relationships/theme" Target="theme/theme1.xml"/><Relationship Id="rId5" Type="http://schemas.openxmlformats.org/officeDocument/2006/relationships/customXml" Target="../customXml/item5.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customXml" Target="../customXml/item48.xml"/><Relationship Id="rId56" Type="http://schemas.openxmlformats.org/officeDocument/2006/relationships/presProps" Target="presProps.xml"/><Relationship Id="rId8" Type="http://schemas.openxmlformats.org/officeDocument/2006/relationships/customXml" Target="../customXml/item8.xml"/><Relationship Id="rId51" Type="http://schemas.openxmlformats.org/officeDocument/2006/relationships/customXml" Target="../customXml/item5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customXml" Target="../customXml/item46.xml"/><Relationship Id="rId59" Type="http://schemas.openxmlformats.org/officeDocument/2006/relationships/tableStyles" Target="tableStyles.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2.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customXml" Target="../customXml/item49.xml"/><Relationship Id="rId57" Type="http://schemas.openxmlformats.org/officeDocument/2006/relationships/viewProps" Target="viewProps.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slideMaster" Target="slideMasters/slideMaster1.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la, Manvi Monil" userId="1ea4ce0f-5714-4a47-834c-6a131fa223af" providerId="ADAL" clId="{8724943B-A172-4C77-93DA-148EC3344076}"/>
    <pc:docChg chg="custSel modSld">
      <pc:chgData name="Bhala, Manvi Monil" userId="1ea4ce0f-5714-4a47-834c-6a131fa223af" providerId="ADAL" clId="{8724943B-A172-4C77-93DA-148EC3344076}" dt="2026-09-08T14:28:00.144" v="95" actId="1035"/>
      <pc:docMkLst>
        <pc:docMk/>
      </pc:docMkLst>
      <pc:sldChg chg="delSp modSp mod">
        <pc:chgData name="Bhala, Manvi Monil" userId="1ea4ce0f-5714-4a47-834c-6a131fa223af" providerId="ADAL" clId="{8724943B-A172-4C77-93DA-148EC3344076}" dt="2026-09-08T14:28:00.144" v="95" actId="1035"/>
        <pc:sldMkLst>
          <pc:docMk/>
          <pc:sldMk cId="2648227582" sldId="2147483621"/>
        </pc:sldMkLst>
        <pc:spChg chg="mod">
          <ac:chgData name="Bhala, Manvi Monil" userId="1ea4ce0f-5714-4a47-834c-6a131fa223af" providerId="ADAL" clId="{8724943B-A172-4C77-93DA-148EC3344076}" dt="2026-09-08T14:27:44.943" v="75" actId="1035"/>
          <ac:spMkLst>
            <pc:docMk/>
            <pc:sldMk cId="2648227582" sldId="2147483621"/>
            <ac:spMk id="4" creationId="{75911817-8B4B-23F6-F270-B7C0B004ED11}"/>
          </ac:spMkLst>
        </pc:spChg>
        <pc:spChg chg="mod">
          <ac:chgData name="Bhala, Manvi Monil" userId="1ea4ce0f-5714-4a47-834c-6a131fa223af" providerId="ADAL" clId="{8724943B-A172-4C77-93DA-148EC3344076}" dt="2026-09-08T14:27:23.200" v="36" actId="1035"/>
          <ac:spMkLst>
            <pc:docMk/>
            <pc:sldMk cId="2648227582" sldId="2147483621"/>
            <ac:spMk id="5" creationId="{2D6E828A-BAC9-4CCD-0A0C-606B669FE34C}"/>
          </ac:spMkLst>
        </pc:spChg>
        <pc:spChg chg="mod">
          <ac:chgData name="Bhala, Manvi Monil" userId="1ea4ce0f-5714-4a47-834c-6a131fa223af" providerId="ADAL" clId="{8724943B-A172-4C77-93DA-148EC3344076}" dt="2026-09-08T14:27:07.466" v="16" actId="1035"/>
          <ac:spMkLst>
            <pc:docMk/>
            <pc:sldMk cId="2648227582" sldId="2147483621"/>
            <ac:spMk id="6" creationId="{95988626-0ADA-BDA7-4C75-0C3E79B9506A}"/>
          </ac:spMkLst>
        </pc:spChg>
        <pc:spChg chg="mod">
          <ac:chgData name="Bhala, Manvi Monil" userId="1ea4ce0f-5714-4a47-834c-6a131fa223af" providerId="ADAL" clId="{8724943B-A172-4C77-93DA-148EC3344076}" dt="2026-09-08T14:26:44.911" v="3" actId="14100"/>
          <ac:spMkLst>
            <pc:docMk/>
            <pc:sldMk cId="2648227582" sldId="2147483621"/>
            <ac:spMk id="7" creationId="{CAD210D8-CD47-CF4F-4AEB-2810C6319199}"/>
          </ac:spMkLst>
        </pc:spChg>
        <pc:spChg chg="mod">
          <ac:chgData name="Bhala, Manvi Monil" userId="1ea4ce0f-5714-4a47-834c-6a131fa223af" providerId="ADAL" clId="{8724943B-A172-4C77-93DA-148EC3344076}" dt="2026-09-08T14:26:50.732" v="4" actId="14100"/>
          <ac:spMkLst>
            <pc:docMk/>
            <pc:sldMk cId="2648227582" sldId="2147483621"/>
            <ac:spMk id="8" creationId="{F028318F-07DB-9CE1-B91F-8194CEB12C86}"/>
          </ac:spMkLst>
        </pc:spChg>
        <pc:spChg chg="del">
          <ac:chgData name="Bhala, Manvi Monil" userId="1ea4ce0f-5714-4a47-834c-6a131fa223af" providerId="ADAL" clId="{8724943B-A172-4C77-93DA-148EC3344076}" dt="2026-09-08T14:26:26.293" v="1" actId="478"/>
          <ac:spMkLst>
            <pc:docMk/>
            <pc:sldMk cId="2648227582" sldId="2147483621"/>
            <ac:spMk id="9" creationId="{D20B2290-09F4-A712-9FF3-EAC990C0B49D}"/>
          </ac:spMkLst>
        </pc:spChg>
        <pc:spChg chg="mod">
          <ac:chgData name="Bhala, Manvi Monil" userId="1ea4ce0f-5714-4a47-834c-6a131fa223af" providerId="ADAL" clId="{8724943B-A172-4C77-93DA-148EC3344076}" dt="2026-09-08T14:28:00.144" v="95" actId="1035"/>
          <ac:spMkLst>
            <pc:docMk/>
            <pc:sldMk cId="2648227582" sldId="2147483621"/>
            <ac:spMk id="10" creationId="{C8A3FB5C-62B9-7F18-70E8-03450C2B3900}"/>
          </ac:spMkLst>
        </pc:spChg>
        <pc:spChg chg="mod">
          <ac:chgData name="Bhala, Manvi Monil" userId="1ea4ce0f-5714-4a47-834c-6a131fa223af" providerId="ADAL" clId="{8724943B-A172-4C77-93DA-148EC3344076}" dt="2026-09-08T14:27:35.082" v="56" actId="1035"/>
          <ac:spMkLst>
            <pc:docMk/>
            <pc:sldMk cId="2648227582" sldId="2147483621"/>
            <ac:spMk id="12" creationId="{CE5B0DA9-E535-8676-A16C-4E05A6B02697}"/>
          </ac:spMkLst>
        </pc:spChg>
        <pc:spChg chg="mod">
          <ac:chgData name="Bhala, Manvi Monil" userId="1ea4ce0f-5714-4a47-834c-6a131fa223af" providerId="ADAL" clId="{8724943B-A172-4C77-93DA-148EC3344076}" dt="2026-09-08T14:26:59.208" v="10" actId="1035"/>
          <ac:spMkLst>
            <pc:docMk/>
            <pc:sldMk cId="2648227582" sldId="2147483621"/>
            <ac:spMk id="24" creationId="{88D979BE-A7B3-4575-54DC-E93E2DC4829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6C997-68AA-46DD-86E7-C9662A7749FE}"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6C70A-F837-403C-AF00-03A8B98A2A65}" type="slidenum">
              <a:rPr lang="en-US" smtClean="0"/>
              <a:t>‹#›</a:t>
            </a:fld>
            <a:endParaRPr lang="en-US"/>
          </a:p>
        </p:txBody>
      </p:sp>
    </p:spTree>
    <p:extLst>
      <p:ext uri="{BB962C8B-B14F-4D97-AF65-F5344CB8AC3E}">
        <p14:creationId xmlns:p14="http://schemas.microsoft.com/office/powerpoint/2010/main" val="3588277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3BF5AC0-C4B3-464D-8E9B-9D86370B7879}"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4641703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customXml" Target="../../customXml/item29.xml"/><Relationship Id="rId2" Type="http://schemas.openxmlformats.org/officeDocument/2006/relationships/customXml" Target="../../customXml/item34.xml"/><Relationship Id="rId1" Type="http://schemas.openxmlformats.org/officeDocument/2006/relationships/customXml" Target="../../customXml/item36.xml"/><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customXml" Target="../../customXml/item42.xml"/><Relationship Id="rId1" Type="http://schemas.openxmlformats.org/officeDocument/2006/relationships/customXml" Target="../../customXml/item43.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customXml" Target="../../customXml/item37.xml"/><Relationship Id="rId1" Type="http://schemas.openxmlformats.org/officeDocument/2006/relationships/customXml" Target="../../customXml/item1.xml"/></Relationships>
</file>

<file path=ppt/slideLayouts/_rels/slideLayout4.xml.rels><?xml version="1.0" encoding="UTF-8" standalone="yes"?>
<Relationships xmlns="http://schemas.openxmlformats.org/package/2006/relationships"><Relationship Id="rId3" Type="http://schemas.openxmlformats.org/officeDocument/2006/relationships/customXml" Target="../../customXml/item5.xml"/><Relationship Id="rId2" Type="http://schemas.openxmlformats.org/officeDocument/2006/relationships/customXml" Target="../../customXml/item12.xml"/><Relationship Id="rId1" Type="http://schemas.openxmlformats.org/officeDocument/2006/relationships/customXml" Target="../../customXml/item47.xml"/><Relationship Id="rId5" Type="http://schemas.openxmlformats.org/officeDocument/2006/relationships/image" Target="../media/image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customXml" Target="../../customXml/item18.xml"/></Relationships>
</file>

<file path=ppt/slideLayouts/_rels/slideLayout6.xml.rels><?xml version="1.0" encoding="UTF-8" standalone="yes"?>
<Relationships xmlns="http://schemas.openxmlformats.org/package/2006/relationships"><Relationship Id="rId3" Type="http://schemas.openxmlformats.org/officeDocument/2006/relationships/customXml" Target="../../customXml/item21.xml"/><Relationship Id="rId2" Type="http://schemas.openxmlformats.org/officeDocument/2006/relationships/customXml" Target="../../customXml/item16.xml"/><Relationship Id="rId1" Type="http://schemas.openxmlformats.org/officeDocument/2006/relationships/customXml" Target="../../customXml/item13.xml"/><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customXml" Target="../../customXml/item32.xml"/><Relationship Id="rId2" Type="http://schemas.openxmlformats.org/officeDocument/2006/relationships/customXml" Target="../../customXml/item49.xml"/><Relationship Id="rId1" Type="http://schemas.openxmlformats.org/officeDocument/2006/relationships/customXml" Target="../../customXml/item3.xml"/><Relationship Id="rId5" Type="http://schemas.openxmlformats.org/officeDocument/2006/relationships/slideMaster" Target="../slideMasters/slideMaster1.xml"/><Relationship Id="rId4" Type="http://schemas.openxmlformats.org/officeDocument/2006/relationships/customXml" Target="../../customXml/item28.xml"/></Relationships>
</file>

<file path=ppt/slideLayouts/_rels/slideLayout8.xml.rels><?xml version="1.0" encoding="UTF-8" standalone="yes"?>
<Relationships xmlns="http://schemas.openxmlformats.org/package/2006/relationships"><Relationship Id="rId3" Type="http://schemas.openxmlformats.org/officeDocument/2006/relationships/customXml" Target="../../customXml/item19.xml"/><Relationship Id="rId2" Type="http://schemas.openxmlformats.org/officeDocument/2006/relationships/customXml" Target="../../customXml/item24.xml"/><Relationship Id="rId1" Type="http://schemas.openxmlformats.org/officeDocument/2006/relationships/customXml" Target="../../customXml/item39.xml"/><Relationship Id="rId6" Type="http://schemas.openxmlformats.org/officeDocument/2006/relationships/slideMaster" Target="../slideMasters/slideMaster1.xml"/><Relationship Id="rId5" Type="http://schemas.openxmlformats.org/officeDocument/2006/relationships/customXml" Target="../../customXml/item4.xml"/><Relationship Id="rId4" Type="http://schemas.openxmlformats.org/officeDocument/2006/relationships/customXml" Target="../../customXml/item11.xml"/></Relationships>
</file>

<file path=ppt/slideLayouts/_rels/slideLayout9.xml.rels><?xml version="1.0" encoding="UTF-8" standalone="yes"?>
<Relationships xmlns="http://schemas.openxmlformats.org/package/2006/relationships"><Relationship Id="rId3" Type="http://schemas.openxmlformats.org/officeDocument/2006/relationships/customXml" Target="../../customXml/item2.xml"/><Relationship Id="rId7" Type="http://schemas.openxmlformats.org/officeDocument/2006/relationships/image" Target="../media/image3.png"/><Relationship Id="rId2" Type="http://schemas.openxmlformats.org/officeDocument/2006/relationships/customXml" Target="../../customXml/item20.xml"/><Relationship Id="rId1" Type="http://schemas.openxmlformats.org/officeDocument/2006/relationships/customXml" Target="../../customXml/item31.xml"/><Relationship Id="rId6" Type="http://schemas.openxmlformats.org/officeDocument/2006/relationships/image" Target="../media/image2.png"/><Relationship Id="rId5" Type="http://schemas.openxmlformats.org/officeDocument/2006/relationships/slideMaster" Target="../slideMasters/slideMaster1.xml"/><Relationship Id="rId4" Type="http://schemas.openxmlformats.org/officeDocument/2006/relationships/customXml" Target="../../customXml/item38.xml"/></Relationships>
</file>

<file path=ppt/slideLayouts/_rels/slideLayout10.xml.rels><?xml version="1.0" encoding="UTF-8" standalone="yes"?>
<Relationships xmlns="http://schemas.openxmlformats.org/package/2006/relationships"><Relationship Id="rId3" Type="http://schemas.openxmlformats.org/officeDocument/2006/relationships/customXml" Target="../../customXml/item9.xml"/><Relationship Id="rId2" Type="http://schemas.openxmlformats.org/officeDocument/2006/relationships/customXml" Target="../../customXml/item44.xml"/><Relationship Id="rId1" Type="http://schemas.openxmlformats.org/officeDocument/2006/relationships/customXml" Target="../../customXml/item2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customXml" Target="../../customXml/item7.xml"/><Relationship Id="rId2" Type="http://schemas.openxmlformats.org/officeDocument/2006/relationships/customXml" Target="../../customXml/item45.xml"/><Relationship Id="rId1" Type="http://schemas.openxmlformats.org/officeDocument/2006/relationships/customXml" Target="../../customXml/item33.xml"/><Relationship Id="rId5" Type="http://schemas.openxmlformats.org/officeDocument/2006/relationships/image" Target="../media/image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customXml/item50.xml"/><Relationship Id="rId7" Type="http://schemas.openxmlformats.org/officeDocument/2006/relationships/image" Target="../media/image4.png"/><Relationship Id="rId2" Type="http://schemas.openxmlformats.org/officeDocument/2006/relationships/customXml" Target="../../customXml/item6.xml"/><Relationship Id="rId1" Type="http://schemas.openxmlformats.org/officeDocument/2006/relationships/customXml" Target="../../customXml/item41.xml"/><Relationship Id="rId6" Type="http://schemas.openxmlformats.org/officeDocument/2006/relationships/slideMaster" Target="../slideMasters/slideMaster1.xml"/><Relationship Id="rId5" Type="http://schemas.openxmlformats.org/officeDocument/2006/relationships/customXml" Target="../../customXml/item30.xml"/><Relationship Id="rId4" Type="http://schemas.openxmlformats.org/officeDocument/2006/relationships/customXml" Target="../../customXml/item2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customXml" Target="../../customXml/item26.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6.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customXml" Target="../../customXml/item46.xml"/><Relationship Id="rId2" Type="http://schemas.openxmlformats.org/officeDocument/2006/relationships/customXml" Target="../../customXml/item15.xml"/><Relationship Id="rId1" Type="http://schemas.openxmlformats.org/officeDocument/2006/relationships/customXml" Target="../../customXml/item22.xml"/><Relationship Id="rId4"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custData r:id="rId1"/>
            </p:custDataLst>
          </p:nvPr>
        </p:nvSpPr>
        <p:spPr>
          <a:xfrm>
            <a:off x="464400" y="1411200"/>
            <a:ext cx="11271600" cy="4878000"/>
          </a:xfrm>
        </p:spPr>
        <p:txBody>
          <a:bodyPr/>
          <a:lstStyle>
            <a:lvl1pPr>
              <a:defRPr>
                <a:solidFill>
                  <a:schemeClr val="dk1"/>
                </a:solidFill>
              </a:defRPr>
            </a:lvl1pPr>
          </a:lstStyle>
          <a:p>
            <a:pPr lvl="0"/>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a:t>9</a:t>
            </a:r>
            <a:endParaRPr lang="en-GB" dirty="0"/>
          </a:p>
        </p:txBody>
      </p:sp>
      <p:sp>
        <p:nvSpPr>
          <p:cNvPr id="2" name="Text Placeholder 6">
            <a:extLst>
              <a:ext uri="{FF2B5EF4-FFF2-40B4-BE49-F238E27FC236}">
                <a16:creationId xmlns:a16="http://schemas.microsoft.com/office/drawing/2014/main" id="{1DBFA167-EBBB-980F-D592-144B4E0B90D0}"/>
              </a:ext>
            </a:extLst>
          </p:cNvPr>
          <p:cNvSpPr>
            <a:spLocks noGrp="1"/>
          </p:cNvSpPr>
          <p:nvPr>
            <p:ph type="body" sz="quarter" idx="12" hasCustomPrompt="1"/>
            <p:custDataLst>
              <p:custData r:id="rId2"/>
            </p:custDataLst>
          </p:nvPr>
        </p:nvSpPr>
        <p:spPr>
          <a:xfrm>
            <a:off x="457200" y="975600"/>
            <a:ext cx="11278800" cy="320400"/>
          </a:xfrm>
        </p:spPr>
        <p:txBody>
          <a:bodyPr/>
          <a:lstStyle>
            <a:lvl1pPr marL="0" indent="0">
              <a:buNone/>
              <a:defRPr sz="1600" b="0">
                <a:solidFill>
                  <a:schemeClr val="dk1"/>
                </a:solidFill>
              </a:defRPr>
            </a:lvl1pPr>
          </a:lstStyle>
          <a:p>
            <a:pPr lvl="0"/>
            <a:r>
              <a:rPr lang="en-GB"/>
              <a:t>Click to add subtitle</a:t>
            </a:r>
            <a:endParaRPr lang="en-GB" dirty="0"/>
          </a:p>
        </p:txBody>
      </p:sp>
      <p:sp>
        <p:nvSpPr>
          <p:cNvPr id="4" name="Title 3">
            <a:extLst>
              <a:ext uri="{FF2B5EF4-FFF2-40B4-BE49-F238E27FC236}">
                <a16:creationId xmlns:a16="http://schemas.microsoft.com/office/drawing/2014/main" id="{E3687A39-A1EB-59AA-2F79-DB2DEA0CF268}"/>
              </a:ext>
            </a:extLst>
          </p:cNvPr>
          <p:cNvSpPr>
            <a:spLocks noGrp="1"/>
          </p:cNvSpPr>
          <p:nvPr>
            <p:ph type="title" hasCustomPrompt="1"/>
            <p:custDataLst>
              <p:custData r:id="rId3"/>
            </p:custDataLst>
          </p:nvPr>
        </p:nvSpPr>
        <p:spPr/>
        <p:txBody>
          <a:bodyPr/>
          <a:lstStyle>
            <a:lvl1pPr>
              <a:defRPr/>
            </a:lvl1pPr>
          </a:lstStyle>
          <a:p>
            <a:r>
              <a:rPr lang="en-GB" dirty="0"/>
              <a:t>Click to add title</a:t>
            </a:r>
          </a:p>
        </p:txBody>
      </p:sp>
      <p:sp>
        <p:nvSpPr>
          <p:cNvPr id="6" name="Footer Placeholder 5">
            <a:extLst>
              <a:ext uri="{FF2B5EF4-FFF2-40B4-BE49-F238E27FC236}">
                <a16:creationId xmlns:a16="http://schemas.microsoft.com/office/drawing/2014/main" id="{BCFA0953-CC8E-69D0-A82A-0F0F688129BE}"/>
              </a:ext>
            </a:extLst>
          </p:cNvPr>
          <p:cNvSpPr>
            <a:spLocks noGrp="1"/>
          </p:cNvSpPr>
          <p:nvPr>
            <p:ph type="ftr" sz="quarter" idx="14"/>
          </p:nvPr>
        </p:nvSpPr>
        <p:spPr/>
        <p:txBody>
          <a:bodyPr/>
          <a:lstStyle/>
          <a:p>
            <a:endParaRPr lang="en-GB" dirty="0"/>
          </a:p>
        </p:txBody>
      </p:sp>
      <p:sp>
        <p:nvSpPr>
          <p:cNvPr id="7" name="Slide Number Placeholder 6">
            <a:extLst>
              <a:ext uri="{FF2B5EF4-FFF2-40B4-BE49-F238E27FC236}">
                <a16:creationId xmlns:a16="http://schemas.microsoft.com/office/drawing/2014/main" id="{7F2132D5-5186-04AF-22B7-C3D719B1D91C}"/>
              </a:ext>
            </a:extLst>
          </p:cNvPr>
          <p:cNvSpPr>
            <a:spLocks noGrp="1"/>
          </p:cNvSpPr>
          <p:nvPr>
            <p:ph type="sldNum" sz="quarter" idx="15"/>
          </p:nvPr>
        </p:nvSpPr>
        <p:spPr/>
        <p:txBody>
          <a:bodyPr/>
          <a:lstStyle/>
          <a:p>
            <a:fld id="{CC823384-2074-4C75-9031-ACAC8BCA8354}" type="slidenum">
              <a:rPr lang="en-GB" smtClean="0"/>
              <a:pPr/>
              <a:t>‹#›</a:t>
            </a:fld>
            <a:endParaRPr lang="en-GB" dirty="0"/>
          </a:p>
        </p:txBody>
      </p:sp>
    </p:spTree>
    <p:extLst>
      <p:ext uri="{BB962C8B-B14F-4D97-AF65-F5344CB8AC3E}">
        <p14:creationId xmlns:p14="http://schemas.microsoft.com/office/powerpoint/2010/main" val="1043621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2422D773-8B6D-F1F5-3CF3-45DA7390341E}"/>
              </a:ext>
            </a:extLst>
          </p:cNvPr>
          <p:cNvSpPr>
            <a:spLocks noGrp="1"/>
          </p:cNvSpPr>
          <p:nvPr>
            <p:ph type="body" sz="quarter" idx="12" hasCustomPrompt="1"/>
            <p:custDataLst>
              <p:custData r:id="rId1"/>
            </p:custDataLst>
          </p:nvPr>
        </p:nvSpPr>
        <p:spPr>
          <a:xfrm>
            <a:off x="457200" y="975600"/>
            <a:ext cx="11278800" cy="320400"/>
          </a:xfrm>
        </p:spPr>
        <p:txBody>
          <a:bodyPr/>
          <a:lstStyle>
            <a:lvl1pPr marL="0" indent="0">
              <a:buNone/>
              <a:defRPr sz="1600" b="0">
                <a:solidFill>
                  <a:schemeClr val="dk1"/>
                </a:solidFill>
              </a:defRPr>
            </a:lvl1pPr>
          </a:lstStyle>
          <a:p>
            <a:pPr lvl="0"/>
            <a:r>
              <a:rPr lang="en-GB"/>
              <a:t>Click to add subtitle</a:t>
            </a:r>
            <a:endParaRPr lang="en-GB" dirty="0"/>
          </a:p>
        </p:txBody>
      </p:sp>
      <p:sp>
        <p:nvSpPr>
          <p:cNvPr id="5" name="Title 4">
            <a:extLst>
              <a:ext uri="{FF2B5EF4-FFF2-40B4-BE49-F238E27FC236}">
                <a16:creationId xmlns:a16="http://schemas.microsoft.com/office/drawing/2014/main" id="{3D0397F5-0585-9339-EB8E-57E32F286930}"/>
              </a:ext>
            </a:extLst>
          </p:cNvPr>
          <p:cNvSpPr>
            <a:spLocks noGrp="1"/>
          </p:cNvSpPr>
          <p:nvPr>
            <p:ph type="title" hasCustomPrompt="1"/>
            <p:custDataLst>
              <p:custData r:id="rId2"/>
            </p:custDataLst>
          </p:nvPr>
        </p:nvSpPr>
        <p:spPr/>
        <p:txBody>
          <a:bodyPr/>
          <a:lstStyle>
            <a:lvl1pPr>
              <a:defRPr/>
            </a:lvl1pPr>
          </a:lstStyle>
          <a:p>
            <a:r>
              <a:rPr lang="en-GB" dirty="0"/>
              <a:t>Click to add title</a:t>
            </a:r>
          </a:p>
        </p:txBody>
      </p:sp>
      <p:sp>
        <p:nvSpPr>
          <p:cNvPr id="4" name="Footer Placeholder 3">
            <a:extLst>
              <a:ext uri="{FF2B5EF4-FFF2-40B4-BE49-F238E27FC236}">
                <a16:creationId xmlns:a16="http://schemas.microsoft.com/office/drawing/2014/main" id="{5FCD7FE4-1591-FDD7-05F1-391927293F5A}"/>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9DE32A24-5C37-B6AA-ED00-F3B697F2CB73}"/>
              </a:ext>
            </a:extLst>
          </p:cNvPr>
          <p:cNvSpPr>
            <a:spLocks noGrp="1"/>
          </p:cNvSpPr>
          <p:nvPr>
            <p:ph type="sldNum" sz="quarter" idx="15"/>
          </p:nvPr>
        </p:nvSpPr>
        <p:spPr/>
        <p:txBody>
          <a:bodyPr/>
          <a:lstStyle/>
          <a:p>
            <a:fld id="{CC823384-2074-4C75-9031-ACAC8BCA8354}" type="slidenum">
              <a:rPr lang="en-GB" smtClean="0"/>
              <a:pPr/>
              <a:t>‹#›</a:t>
            </a:fld>
            <a:endParaRPr lang="en-GB" dirty="0"/>
          </a:p>
        </p:txBody>
      </p:sp>
    </p:spTree>
    <p:extLst>
      <p:ext uri="{BB962C8B-B14F-4D97-AF65-F5344CB8AC3E}">
        <p14:creationId xmlns:p14="http://schemas.microsoft.com/office/powerpoint/2010/main" val="3472815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3_Title Only">
    <p:bg>
      <p:bgPr>
        <a:solidFill>
          <a:schemeClr val="accent4"/>
        </a:solidFill>
        <a:effectLst/>
      </p:bgPr>
    </p:bg>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2422D773-8B6D-F1F5-3CF3-45DA7390341E}"/>
              </a:ext>
            </a:extLst>
          </p:cNvPr>
          <p:cNvSpPr>
            <a:spLocks noGrp="1"/>
          </p:cNvSpPr>
          <p:nvPr>
            <p:ph type="body" sz="quarter" idx="12" hasCustomPrompt="1"/>
            <p:custDataLst>
              <p:custData r:id="rId1"/>
            </p:custDataLst>
          </p:nvPr>
        </p:nvSpPr>
        <p:spPr>
          <a:xfrm>
            <a:off x="457200" y="975600"/>
            <a:ext cx="11278800" cy="320400"/>
          </a:xfrm>
        </p:spPr>
        <p:txBody>
          <a:bodyPr/>
          <a:lstStyle>
            <a:lvl1pPr marL="0" indent="0">
              <a:buNone/>
              <a:defRPr sz="1600" b="0">
                <a:solidFill>
                  <a:schemeClr val="dk1"/>
                </a:solidFill>
              </a:defRPr>
            </a:lvl1pPr>
          </a:lstStyle>
          <a:p>
            <a:pPr lvl="0"/>
            <a:r>
              <a:rPr lang="en-GB"/>
              <a:t>Click to add subtitle</a:t>
            </a:r>
            <a:endParaRPr lang="en-GB" dirty="0"/>
          </a:p>
        </p:txBody>
      </p:sp>
      <p:sp>
        <p:nvSpPr>
          <p:cNvPr id="5" name="Title 4">
            <a:extLst>
              <a:ext uri="{FF2B5EF4-FFF2-40B4-BE49-F238E27FC236}">
                <a16:creationId xmlns:a16="http://schemas.microsoft.com/office/drawing/2014/main" id="{3D0397F5-0585-9339-EB8E-57E32F286930}"/>
              </a:ext>
            </a:extLst>
          </p:cNvPr>
          <p:cNvSpPr>
            <a:spLocks noGrp="1"/>
          </p:cNvSpPr>
          <p:nvPr>
            <p:ph type="title" hasCustomPrompt="1"/>
            <p:custDataLst>
              <p:custData r:id="rId2"/>
            </p:custDataLst>
          </p:nvPr>
        </p:nvSpPr>
        <p:spPr/>
        <p:txBody>
          <a:bodyPr/>
          <a:lstStyle>
            <a:lvl1pPr>
              <a:defRPr/>
            </a:lvl1pPr>
          </a:lstStyle>
          <a:p>
            <a:r>
              <a:rPr lang="en-GB" dirty="0"/>
              <a:t>Click to add title</a:t>
            </a:r>
          </a:p>
        </p:txBody>
      </p:sp>
      <p:sp>
        <p:nvSpPr>
          <p:cNvPr id="4" name="Footer Placeholder 3">
            <a:extLst>
              <a:ext uri="{FF2B5EF4-FFF2-40B4-BE49-F238E27FC236}">
                <a16:creationId xmlns:a16="http://schemas.microsoft.com/office/drawing/2014/main" id="{5FCD7FE4-1591-FDD7-05F1-391927293F5A}"/>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9DE32A24-5C37-B6AA-ED00-F3B697F2CB73}"/>
              </a:ext>
            </a:extLst>
          </p:cNvPr>
          <p:cNvSpPr>
            <a:spLocks noGrp="1"/>
          </p:cNvSpPr>
          <p:nvPr>
            <p:ph type="sldNum" sz="quarter" idx="15"/>
          </p:nvPr>
        </p:nvSpPr>
        <p:spPr/>
        <p:txBody>
          <a:bodyPr/>
          <a:lstStyle/>
          <a:p>
            <a:fld id="{CC823384-2074-4C75-9031-ACAC8BCA8354}" type="slidenum">
              <a:rPr lang="en-GB" smtClean="0"/>
              <a:pPr/>
              <a:t>‹#›</a:t>
            </a:fld>
            <a:endParaRPr lang="en-GB" dirty="0"/>
          </a:p>
        </p:txBody>
      </p:sp>
    </p:spTree>
    <p:extLst>
      <p:ext uri="{BB962C8B-B14F-4D97-AF65-F5344CB8AC3E}">
        <p14:creationId xmlns:p14="http://schemas.microsoft.com/office/powerpoint/2010/main" val="113030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2_Title Only">
    <p:bg>
      <p:bgPr>
        <a:solidFill>
          <a:schemeClr val="accent1"/>
        </a:solidFill>
        <a:effectLst/>
      </p:bgPr>
    </p:bg>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2422D773-8B6D-F1F5-3CF3-45DA7390341E}"/>
              </a:ext>
            </a:extLst>
          </p:cNvPr>
          <p:cNvSpPr>
            <a:spLocks noGrp="1"/>
          </p:cNvSpPr>
          <p:nvPr>
            <p:ph type="body" sz="quarter" idx="12" hasCustomPrompt="1"/>
            <p:custDataLst>
              <p:custData r:id="rId1"/>
            </p:custDataLst>
          </p:nvPr>
        </p:nvSpPr>
        <p:spPr>
          <a:xfrm>
            <a:off x="457200" y="975600"/>
            <a:ext cx="11278800" cy="320400"/>
          </a:xfrm>
        </p:spPr>
        <p:txBody>
          <a:bodyPr/>
          <a:lstStyle>
            <a:lvl1pPr marL="0" indent="0">
              <a:buNone/>
              <a:defRPr sz="1600" b="0">
                <a:solidFill>
                  <a:schemeClr val="bg2"/>
                </a:solidFill>
              </a:defRPr>
            </a:lvl1pPr>
          </a:lstStyle>
          <a:p>
            <a:pPr lvl="0"/>
            <a:r>
              <a:rPr lang="en-GB"/>
              <a:t>Click to add subtitle</a:t>
            </a:r>
            <a:endParaRPr lang="en-GB" dirty="0"/>
          </a:p>
        </p:txBody>
      </p:sp>
      <p:sp>
        <p:nvSpPr>
          <p:cNvPr id="5" name="Title 4">
            <a:extLst>
              <a:ext uri="{FF2B5EF4-FFF2-40B4-BE49-F238E27FC236}">
                <a16:creationId xmlns:a16="http://schemas.microsoft.com/office/drawing/2014/main" id="{3D0397F5-0585-9339-EB8E-57E32F286930}"/>
              </a:ext>
            </a:extLst>
          </p:cNvPr>
          <p:cNvSpPr>
            <a:spLocks noGrp="1"/>
          </p:cNvSpPr>
          <p:nvPr>
            <p:ph type="title" hasCustomPrompt="1"/>
            <p:custDataLst>
              <p:custData r:id="rId2"/>
            </p:custDataLst>
          </p:nvPr>
        </p:nvSpPr>
        <p:spPr/>
        <p:txBody>
          <a:bodyPr/>
          <a:lstStyle>
            <a:lvl1pPr>
              <a:defRPr>
                <a:solidFill>
                  <a:schemeClr val="bg2"/>
                </a:solidFill>
              </a:defRPr>
            </a:lvl1pPr>
          </a:lstStyle>
          <a:p>
            <a:r>
              <a:rPr lang="en-GB" dirty="0"/>
              <a:t>Click to add title</a:t>
            </a:r>
          </a:p>
        </p:txBody>
      </p:sp>
      <p:sp>
        <p:nvSpPr>
          <p:cNvPr id="4" name="Footer Placeholder 3">
            <a:extLst>
              <a:ext uri="{FF2B5EF4-FFF2-40B4-BE49-F238E27FC236}">
                <a16:creationId xmlns:a16="http://schemas.microsoft.com/office/drawing/2014/main" id="{5FCD7FE4-1591-FDD7-05F1-391927293F5A}"/>
              </a:ext>
            </a:extLst>
          </p:cNvPr>
          <p:cNvSpPr>
            <a:spLocks noGrp="1"/>
          </p:cNvSpPr>
          <p:nvPr>
            <p:ph type="ftr" sz="quarter" idx="14"/>
          </p:nvPr>
        </p:nvSpPr>
        <p:spPr/>
        <p:txBody>
          <a:bodyPr/>
          <a:lstStyle>
            <a:lvl1pPr>
              <a:defRPr>
                <a:solidFill>
                  <a:schemeClr val="bg2"/>
                </a:solidFill>
              </a:defRPr>
            </a:lvl1pPr>
          </a:lstStyle>
          <a:p>
            <a:endParaRPr lang="en-GB" dirty="0">
              <a:solidFill>
                <a:schemeClr val="bg2"/>
              </a:solidFill>
            </a:endParaRPr>
          </a:p>
        </p:txBody>
      </p:sp>
      <p:sp>
        <p:nvSpPr>
          <p:cNvPr id="6" name="Slide Number Placeholder 5">
            <a:extLst>
              <a:ext uri="{FF2B5EF4-FFF2-40B4-BE49-F238E27FC236}">
                <a16:creationId xmlns:a16="http://schemas.microsoft.com/office/drawing/2014/main" id="{9DE32A24-5C37-B6AA-ED00-F3B697F2CB73}"/>
              </a:ext>
            </a:extLst>
          </p:cNvPr>
          <p:cNvSpPr>
            <a:spLocks noGrp="1"/>
          </p:cNvSpPr>
          <p:nvPr>
            <p:ph type="sldNum" sz="quarter" idx="15"/>
          </p:nvPr>
        </p:nvSpPr>
        <p:spPr/>
        <p:txBody>
          <a:bodyPr/>
          <a:lstStyle>
            <a:lvl1pPr>
              <a:defRPr>
                <a:solidFill>
                  <a:schemeClr val="bg2"/>
                </a:solidFill>
              </a:defRPr>
            </a:lvl1pPr>
          </a:lstStyle>
          <a:p>
            <a:fld id="{CC823384-2074-4C75-9031-ACAC8BCA8354}" type="slidenum">
              <a:rPr lang="en-GB" smtClean="0"/>
              <a:pPr/>
              <a:t>‹#›</a:t>
            </a:fld>
            <a:endParaRPr lang="en-GB" dirty="0"/>
          </a:p>
        </p:txBody>
      </p:sp>
      <p:pic>
        <p:nvPicPr>
          <p:cNvPr id="2" name="ContentLogo_WHITE" descr="The Marsh company logo.">
            <a:extLst>
              <a:ext uri="{FF2B5EF4-FFF2-40B4-BE49-F238E27FC236}">
                <a16:creationId xmlns:a16="http://schemas.microsoft.com/office/drawing/2014/main" id="{43134897-44F2-A21A-C99D-FD1E4D5645E9}"/>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bwMode="invGray">
          <a:xfrm>
            <a:off x="457200" y="6537960"/>
            <a:ext cx="752858" cy="164592"/>
          </a:xfrm>
          <a:prstGeom prst="rect">
            <a:avLst/>
          </a:prstGeom>
        </p:spPr>
      </p:pic>
      <p:sp>
        <p:nvSpPr>
          <p:cNvPr id="7" name="Footer Rule">
            <a:extLst>
              <a:ext uri="{FF2B5EF4-FFF2-40B4-BE49-F238E27FC236}">
                <a16:creationId xmlns:a16="http://schemas.microsoft.com/office/drawing/2014/main" id="{513F2E8C-C8BE-3D3A-DE4B-EE557C728FC7}"/>
              </a:ext>
            </a:extLst>
          </p:cNvPr>
          <p:cNvSpPr/>
          <p:nvPr userDrawn="1">
            <p:custDataLst>
              <p:custData r:id="rId3"/>
            </p:custDataLst>
          </p:nvPr>
        </p:nvSpPr>
        <p:spPr>
          <a:xfrm>
            <a:off x="457200" y="6400800"/>
            <a:ext cx="11278800" cy="0"/>
          </a:xfrm>
          <a:prstGeom prst="line">
            <a:avLst/>
          </a:prstGeom>
          <a:noFill/>
          <a:ln w="6350">
            <a:solidFill>
              <a:schemeClr val="bg2"/>
            </a:solidFill>
            <a:prstDash val="solid"/>
            <a:headEnd type="none"/>
            <a:tailEnd type="none"/>
          </a:ln>
        </p:spPr>
        <p:txBody>
          <a:bodyPr lIns="0" tIns="0" rIns="0" bIns="0"/>
          <a:lstStyle/>
          <a:p>
            <a:endParaRPr lang="en-US" sz="700">
              <a:solidFill>
                <a:schemeClr val="tx1"/>
              </a:solidFill>
            </a:endParaRPr>
          </a:p>
        </p:txBody>
      </p:sp>
    </p:spTree>
    <p:extLst>
      <p:ext uri="{BB962C8B-B14F-4D97-AF65-F5344CB8AC3E}">
        <p14:creationId xmlns:p14="http://schemas.microsoft.com/office/powerpoint/2010/main" val="2644191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custData r:id="rId1"/>
    </p:custDataLst>
    <p:extLst>
      <p:ext uri="{BB962C8B-B14F-4D97-AF65-F5344CB8AC3E}">
        <p14:creationId xmlns:p14="http://schemas.microsoft.com/office/powerpoint/2010/main" val="1886927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custDataLst>
              <p:custData r:id="rId1"/>
            </p:custDataLst>
          </p:nvPr>
        </p:nvSpPr>
        <p:spPr>
          <a:xfrm>
            <a:off x="457200" y="1411200"/>
            <a:ext cx="5526000" cy="4878000"/>
          </a:xfrm>
        </p:spPr>
        <p:txBody>
          <a:bodyPr/>
          <a:lstStyle>
            <a:lvl1pPr>
              <a:defRPr>
                <a:solidFill>
                  <a:schemeClr val="dk1"/>
                </a:solidFill>
              </a:defRPr>
            </a:lvl1pPr>
          </a:lstStyle>
          <a:p>
            <a:pPr lvl="0"/>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a:t>9</a:t>
            </a:r>
            <a:endParaRPr lang="en-GB" dirty="0"/>
          </a:p>
        </p:txBody>
      </p:sp>
      <p:sp>
        <p:nvSpPr>
          <p:cNvPr id="4" name="Content Placeholder 3"/>
          <p:cNvSpPr>
            <a:spLocks noGrp="1"/>
          </p:cNvSpPr>
          <p:nvPr>
            <p:ph sz="half" idx="2" hasCustomPrompt="1"/>
            <p:custDataLst>
              <p:custData r:id="rId2"/>
            </p:custDataLst>
          </p:nvPr>
        </p:nvSpPr>
        <p:spPr>
          <a:xfrm>
            <a:off x="6210000" y="1411200"/>
            <a:ext cx="5526000" cy="4878000"/>
          </a:xfrm>
        </p:spPr>
        <p:txBody>
          <a:bodyPr/>
          <a:lstStyle>
            <a:lvl1pPr>
              <a:defRPr>
                <a:solidFill>
                  <a:schemeClr val="dk1"/>
                </a:solidFill>
              </a:defRPr>
            </a:lvl1pPr>
          </a:lstStyle>
          <a:p>
            <a:pPr lvl="0"/>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a:t>9</a:t>
            </a:r>
            <a:endParaRPr lang="en-GB" dirty="0"/>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custDataLst>
              <p:custData r:id="rId3"/>
            </p:custDataLst>
          </p:nvPr>
        </p:nvSpPr>
        <p:spPr>
          <a:xfrm>
            <a:off x="457200" y="975600"/>
            <a:ext cx="11278800" cy="320400"/>
          </a:xfrm>
        </p:spPr>
        <p:txBody>
          <a:bodyPr/>
          <a:lstStyle>
            <a:lvl1pPr marL="0" indent="0">
              <a:buNone/>
              <a:defRPr sz="1600" b="0">
                <a:solidFill>
                  <a:schemeClr val="dk1"/>
                </a:solidFill>
              </a:defRPr>
            </a:lvl1pPr>
          </a:lstStyle>
          <a:p>
            <a:pPr lvl="0"/>
            <a:r>
              <a:rPr lang="en-GB"/>
              <a:t>Click to add subtitle</a:t>
            </a:r>
            <a:endParaRPr lang="en-GB" dirty="0"/>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nvPr>
        </p:nvSpPr>
        <p:spPr/>
        <p:txBody>
          <a:bodyPr/>
          <a:lstStyle>
            <a:lvl1pPr>
              <a:defRPr/>
            </a:lvl1pPr>
          </a:lstStyle>
          <a:p>
            <a:r>
              <a:rPr lang="en-GB" dirty="0"/>
              <a:t>Click to edit master title style</a:t>
            </a:r>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p>
            <a:endParaRPr lang="en-GB" dirty="0"/>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p>
            <a:fld id="{CC823384-2074-4C75-9031-ACAC8BCA8354}" type="slidenum">
              <a:rPr lang="en-GB" smtClean="0"/>
              <a:pPr/>
              <a:t>‹#›</a:t>
            </a:fld>
            <a:endParaRPr lang="en-GB" dirty="0"/>
          </a:p>
        </p:txBody>
      </p:sp>
    </p:spTree>
    <p:extLst>
      <p:ext uri="{BB962C8B-B14F-4D97-AF65-F5344CB8AC3E}">
        <p14:creationId xmlns:p14="http://schemas.microsoft.com/office/powerpoint/2010/main" val="164531230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3" name="Content Placeholder 2"/>
          <p:cNvSpPr>
            <a:spLocks noGrp="1"/>
          </p:cNvSpPr>
          <p:nvPr>
            <p:ph sz="quarter" idx="1" hasCustomPrompt="1"/>
            <p:custDataLst>
              <p:custData r:id="rId1"/>
            </p:custDataLst>
          </p:nvPr>
        </p:nvSpPr>
        <p:spPr>
          <a:xfrm>
            <a:off x="457200" y="1411200"/>
            <a:ext cx="3603600" cy="4878000"/>
          </a:xfrm>
        </p:spPr>
        <p:txBody>
          <a:bodyPr/>
          <a:lstStyle>
            <a:lvl1pPr>
              <a:defRPr>
                <a:solidFill>
                  <a:schemeClr val="dk1"/>
                </a:solidFill>
              </a:defRPr>
            </a:lvl1pPr>
          </a:lstStyle>
          <a:p>
            <a:pPr lvl="0"/>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a:t>9</a:t>
            </a:r>
            <a:endParaRPr lang="en-GB" dirty="0"/>
          </a:p>
        </p:txBody>
      </p:sp>
      <p:sp>
        <p:nvSpPr>
          <p:cNvPr id="4" name="Content Placeholder 3"/>
          <p:cNvSpPr>
            <a:spLocks noGrp="1"/>
          </p:cNvSpPr>
          <p:nvPr>
            <p:ph sz="quarter" idx="2" hasCustomPrompt="1"/>
            <p:custDataLst>
              <p:custData r:id="rId2"/>
            </p:custDataLst>
          </p:nvPr>
        </p:nvSpPr>
        <p:spPr>
          <a:xfrm>
            <a:off x="4298400" y="1411200"/>
            <a:ext cx="3603600" cy="4878000"/>
          </a:xfrm>
        </p:spPr>
        <p:txBody>
          <a:bodyPr/>
          <a:lstStyle>
            <a:lvl1pPr>
              <a:defRPr>
                <a:solidFill>
                  <a:schemeClr val="dk1"/>
                </a:solidFill>
              </a:defRPr>
            </a:lvl1pPr>
          </a:lstStyle>
          <a:p>
            <a:pPr lvl="0"/>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a:t>9</a:t>
            </a:r>
            <a:endParaRPr lang="en-GB" dirty="0"/>
          </a:p>
        </p:txBody>
      </p:sp>
      <p:sp>
        <p:nvSpPr>
          <p:cNvPr id="5" name="Content Placeholder 4"/>
          <p:cNvSpPr>
            <a:spLocks noGrp="1"/>
          </p:cNvSpPr>
          <p:nvPr>
            <p:ph sz="half" idx="3" hasCustomPrompt="1"/>
            <p:custDataLst>
              <p:custData r:id="rId3"/>
            </p:custDataLst>
          </p:nvPr>
        </p:nvSpPr>
        <p:spPr>
          <a:xfrm>
            <a:off x="8132400" y="1411200"/>
            <a:ext cx="3600000" cy="4878000"/>
          </a:xfrm>
        </p:spPr>
        <p:txBody>
          <a:bodyPr/>
          <a:lstStyle>
            <a:lvl1pPr>
              <a:defRPr>
                <a:solidFill>
                  <a:schemeClr val="dk1"/>
                </a:solidFill>
              </a:defRPr>
            </a:lvl1pPr>
            <a:lvl5pPr>
              <a:defRPr/>
            </a:lvl5pPr>
          </a:lstStyle>
          <a:p>
            <a:pPr lvl="0"/>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a:t>9</a:t>
            </a:r>
            <a:endParaRPr lang="en-GB" dirty="0"/>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custDataLst>
              <p:custData r:id="rId4"/>
            </p:custDataLst>
          </p:nvPr>
        </p:nvSpPr>
        <p:spPr>
          <a:xfrm>
            <a:off x="457200" y="975600"/>
            <a:ext cx="11278800" cy="320400"/>
          </a:xfrm>
        </p:spPr>
        <p:txBody>
          <a:bodyPr/>
          <a:lstStyle>
            <a:lvl1pPr marL="0" indent="0">
              <a:buNone/>
              <a:defRPr sz="1600" b="0">
                <a:solidFill>
                  <a:schemeClr val="dk1"/>
                </a:solidFill>
              </a:defRPr>
            </a:lvl1pPr>
          </a:lstStyle>
          <a:p>
            <a:pPr lvl="0"/>
            <a:r>
              <a:rPr lang="en-GB"/>
              <a:t>Click to add subtitle</a:t>
            </a:r>
            <a:endParaRPr lang="en-GB" dirty="0"/>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p:txBody>
          <a:bodyPr/>
          <a:lstStyle>
            <a:lvl1pPr>
              <a:defRPr/>
            </a:lvl1pPr>
          </a:lstStyle>
          <a:p>
            <a:r>
              <a:rPr lang="en-GB" dirty="0"/>
              <a:t>Click to edit master title style</a:t>
            </a:r>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p>
            <a:endParaRPr lang="en-GB" dirty="0"/>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p>
            <a:fld id="{CC823384-2074-4C75-9031-ACAC8BCA8354}" type="slidenum">
              <a:rPr lang="en-GB" smtClean="0"/>
              <a:pPr/>
              <a:t>‹#›</a:t>
            </a:fld>
            <a:endParaRPr lang="en-GB" dirty="0"/>
          </a:p>
        </p:txBody>
      </p:sp>
    </p:spTree>
    <p:extLst>
      <p:ext uri="{BB962C8B-B14F-4D97-AF65-F5344CB8AC3E}">
        <p14:creationId xmlns:p14="http://schemas.microsoft.com/office/powerpoint/2010/main" val="4160501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3" name="Content Placeholder 2"/>
          <p:cNvSpPr>
            <a:spLocks noGrp="1"/>
          </p:cNvSpPr>
          <p:nvPr>
            <p:ph sz="quarter" idx="1" hasCustomPrompt="1"/>
            <p:custDataLst>
              <p:custData r:id="rId1"/>
            </p:custDataLst>
          </p:nvPr>
        </p:nvSpPr>
        <p:spPr>
          <a:xfrm>
            <a:off x="457200" y="1411200"/>
            <a:ext cx="2638800" cy="4878000"/>
          </a:xfrm>
        </p:spPr>
        <p:txBody>
          <a:bodyPr/>
          <a:lstStyle>
            <a:lvl1pPr>
              <a:defRPr>
                <a:solidFill>
                  <a:schemeClr val="dk1"/>
                </a:solidFill>
              </a:defRPr>
            </a:lvl1pPr>
          </a:lstStyle>
          <a:p>
            <a:pPr lvl="0"/>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a:t>9</a:t>
            </a:r>
            <a:endParaRPr lang="en-GB" dirty="0"/>
          </a:p>
        </p:txBody>
      </p:sp>
      <p:sp>
        <p:nvSpPr>
          <p:cNvPr id="4" name="Content Placeholder 3"/>
          <p:cNvSpPr>
            <a:spLocks noGrp="1"/>
          </p:cNvSpPr>
          <p:nvPr>
            <p:ph sz="quarter" idx="2" hasCustomPrompt="1"/>
            <p:custDataLst>
              <p:custData r:id="rId2"/>
            </p:custDataLst>
          </p:nvPr>
        </p:nvSpPr>
        <p:spPr>
          <a:xfrm>
            <a:off x="3340800" y="1411200"/>
            <a:ext cx="2638800" cy="4878000"/>
          </a:xfrm>
        </p:spPr>
        <p:txBody>
          <a:bodyPr/>
          <a:lstStyle>
            <a:lvl1pPr>
              <a:defRPr>
                <a:solidFill>
                  <a:schemeClr val="dk1"/>
                </a:solidFill>
              </a:defRPr>
            </a:lvl1pPr>
          </a:lstStyle>
          <a:p>
            <a:pPr lvl="0"/>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a:t>9</a:t>
            </a:r>
            <a:endParaRPr lang="en-GB" dirty="0"/>
          </a:p>
        </p:txBody>
      </p:sp>
      <p:sp>
        <p:nvSpPr>
          <p:cNvPr id="5" name="Content Placeholder 4"/>
          <p:cNvSpPr>
            <a:spLocks noGrp="1"/>
          </p:cNvSpPr>
          <p:nvPr>
            <p:ph sz="quarter" idx="3" hasCustomPrompt="1"/>
            <p:custDataLst>
              <p:custData r:id="rId3"/>
            </p:custDataLst>
          </p:nvPr>
        </p:nvSpPr>
        <p:spPr>
          <a:xfrm>
            <a:off x="6213600" y="1411200"/>
            <a:ext cx="2638800" cy="4878000"/>
          </a:xfrm>
        </p:spPr>
        <p:txBody>
          <a:bodyPr/>
          <a:lstStyle>
            <a:lvl1pPr>
              <a:defRPr>
                <a:solidFill>
                  <a:schemeClr val="dk1"/>
                </a:solidFill>
              </a:defRPr>
            </a:lvl1pPr>
          </a:lstStyle>
          <a:p>
            <a:pPr lvl="0"/>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a:t>9</a:t>
            </a:r>
            <a:endParaRPr lang="en-GB" dirty="0"/>
          </a:p>
        </p:txBody>
      </p:sp>
      <p:sp>
        <p:nvSpPr>
          <p:cNvPr id="6" name="Content Placeholder 5"/>
          <p:cNvSpPr>
            <a:spLocks noGrp="1"/>
          </p:cNvSpPr>
          <p:nvPr>
            <p:ph sz="quarter" idx="4" hasCustomPrompt="1"/>
            <p:custDataLst>
              <p:custData r:id="rId4"/>
            </p:custDataLst>
          </p:nvPr>
        </p:nvSpPr>
        <p:spPr>
          <a:xfrm>
            <a:off x="9093600" y="1411200"/>
            <a:ext cx="2638800" cy="4878000"/>
          </a:xfrm>
        </p:spPr>
        <p:txBody>
          <a:bodyPr/>
          <a:lstStyle>
            <a:lvl1pPr>
              <a:defRPr>
                <a:solidFill>
                  <a:schemeClr val="dk1"/>
                </a:solidFill>
              </a:defRPr>
            </a:lvl1pPr>
          </a:lstStyle>
          <a:p>
            <a:pPr lvl="0"/>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a:t>9</a:t>
            </a:r>
            <a:endParaRPr lang="en-GB" dirty="0"/>
          </a:p>
        </p:txBody>
      </p:sp>
      <p:sp>
        <p:nvSpPr>
          <p:cNvPr id="7" name="Text Placeholder 6">
            <a:extLst>
              <a:ext uri="{FF2B5EF4-FFF2-40B4-BE49-F238E27FC236}">
                <a16:creationId xmlns:a16="http://schemas.microsoft.com/office/drawing/2014/main" id="{B7E6927B-0694-0EBA-513B-68CAE3D6EF52}"/>
              </a:ext>
            </a:extLst>
          </p:cNvPr>
          <p:cNvSpPr>
            <a:spLocks noGrp="1"/>
          </p:cNvSpPr>
          <p:nvPr>
            <p:ph type="body" sz="quarter" idx="12" hasCustomPrompt="1"/>
            <p:custDataLst>
              <p:custData r:id="rId5"/>
            </p:custDataLst>
          </p:nvPr>
        </p:nvSpPr>
        <p:spPr>
          <a:xfrm>
            <a:off x="457200" y="975600"/>
            <a:ext cx="11278800" cy="320400"/>
          </a:xfrm>
        </p:spPr>
        <p:txBody>
          <a:bodyPr/>
          <a:lstStyle>
            <a:lvl1pPr marL="0" indent="0">
              <a:buNone/>
              <a:defRPr sz="1600" b="0">
                <a:solidFill>
                  <a:schemeClr val="dk1"/>
                </a:solidFill>
              </a:defRPr>
            </a:lvl1pPr>
          </a:lstStyle>
          <a:p>
            <a:pPr lvl="0"/>
            <a:r>
              <a:rPr lang="en-GB"/>
              <a:t>Click to add subtitle</a:t>
            </a:r>
            <a:endParaRPr lang="en-GB" dirty="0"/>
          </a:p>
        </p:txBody>
      </p:sp>
      <p:sp>
        <p:nvSpPr>
          <p:cNvPr id="9" name="Title 8">
            <a:extLst>
              <a:ext uri="{FF2B5EF4-FFF2-40B4-BE49-F238E27FC236}">
                <a16:creationId xmlns:a16="http://schemas.microsoft.com/office/drawing/2014/main" id="{1A2323E0-E727-5932-93D5-A9CAE6B47EB8}"/>
              </a:ext>
            </a:extLst>
          </p:cNvPr>
          <p:cNvSpPr>
            <a:spLocks noGrp="1"/>
          </p:cNvSpPr>
          <p:nvPr>
            <p:ph type="title" hasCustomPrompt="1"/>
          </p:nvPr>
        </p:nvSpPr>
        <p:spPr/>
        <p:txBody>
          <a:bodyPr>
            <a:noAutofit/>
          </a:bodyPr>
          <a:lstStyle>
            <a:lvl1pPr>
              <a:defRPr/>
            </a:lvl1pPr>
          </a:lstStyle>
          <a:p>
            <a:r>
              <a:rPr lang="en-GB" dirty="0"/>
              <a:t>Click to edit master title style</a:t>
            </a:r>
          </a:p>
        </p:txBody>
      </p:sp>
      <p:sp>
        <p:nvSpPr>
          <p:cNvPr id="8" name="Footer Placeholder 7">
            <a:extLst>
              <a:ext uri="{FF2B5EF4-FFF2-40B4-BE49-F238E27FC236}">
                <a16:creationId xmlns:a16="http://schemas.microsoft.com/office/drawing/2014/main" id="{9694D80D-1D44-6836-8C39-E634810F0567}"/>
              </a:ext>
            </a:extLst>
          </p:cNvPr>
          <p:cNvSpPr>
            <a:spLocks noGrp="1"/>
          </p:cNvSpPr>
          <p:nvPr>
            <p:ph type="ftr" sz="quarter" idx="14"/>
          </p:nvPr>
        </p:nvSpPr>
        <p:spPr/>
        <p:txBody>
          <a:bodyPr/>
          <a:lstStyle/>
          <a:p>
            <a:endParaRPr lang="en-GB" dirty="0"/>
          </a:p>
        </p:txBody>
      </p:sp>
      <p:sp>
        <p:nvSpPr>
          <p:cNvPr id="10" name="Slide Number Placeholder 9">
            <a:extLst>
              <a:ext uri="{FF2B5EF4-FFF2-40B4-BE49-F238E27FC236}">
                <a16:creationId xmlns:a16="http://schemas.microsoft.com/office/drawing/2014/main" id="{51EC5B58-8ED7-67BC-15A0-C369F1AF6B30}"/>
              </a:ext>
            </a:extLst>
          </p:cNvPr>
          <p:cNvSpPr>
            <a:spLocks noGrp="1"/>
          </p:cNvSpPr>
          <p:nvPr>
            <p:ph type="sldNum" sz="quarter" idx="15"/>
          </p:nvPr>
        </p:nvSpPr>
        <p:spPr/>
        <p:txBody>
          <a:bodyPr/>
          <a:lstStyle/>
          <a:p>
            <a:fld id="{CC823384-2074-4C75-9031-ACAC8BCA8354}" type="slidenum">
              <a:rPr lang="en-GB" smtClean="0"/>
              <a:pPr/>
              <a:t>‹#›</a:t>
            </a:fld>
            <a:endParaRPr lang="en-GB" dirty="0"/>
          </a:p>
        </p:txBody>
      </p:sp>
    </p:spTree>
    <p:extLst>
      <p:ext uri="{BB962C8B-B14F-4D97-AF65-F5344CB8AC3E}">
        <p14:creationId xmlns:p14="http://schemas.microsoft.com/office/powerpoint/2010/main" val="3740657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dk1"/>
        </a:solidFill>
        <a:effectLst/>
      </p:bgPr>
    </p:bg>
    <p:spTree>
      <p:nvGrpSpPr>
        <p:cNvPr id="1" name=""/>
        <p:cNvGrpSpPr/>
        <p:nvPr/>
      </p:nvGrpSpPr>
      <p:grpSpPr>
        <a:xfrm>
          <a:off x="0" y="0"/>
          <a:ext cx="0" cy="0"/>
          <a:chOff x="0" y="0"/>
          <a:chExt cx="0" cy="0"/>
        </a:xfrm>
      </p:grpSpPr>
      <p:sp>
        <p:nvSpPr>
          <p:cNvPr id="5" name="Rule">
            <a:extLst>
              <a:ext uri="{FF2B5EF4-FFF2-40B4-BE49-F238E27FC236}">
                <a16:creationId xmlns:a16="http://schemas.microsoft.com/office/drawing/2014/main" id="{87774E20-C39B-CC3C-CA86-73CF1D07D094}"/>
              </a:ext>
            </a:extLst>
          </p:cNvPr>
          <p:cNvSpPr/>
          <p:nvPr userDrawn="1">
            <p:custDataLst>
              <p:custData r:id="rId2"/>
            </p:custDataLst>
          </p:nvPr>
        </p:nvSpPr>
        <p:spPr>
          <a:xfrm rot="-5400000">
            <a:off x="3160709" y="3417460"/>
            <a:ext cx="5872894" cy="0"/>
          </a:xfrm>
          <a:prstGeom prst="line">
            <a:avLst/>
          </a:prstGeom>
          <a:noFill/>
          <a:ln w="12700">
            <a:solidFill>
              <a:schemeClr val="lt2"/>
            </a:solidFill>
            <a:prstDash val="solid"/>
            <a:headEnd type="none"/>
            <a:tailEnd type="none"/>
          </a:ln>
        </p:spPr>
        <p:txBody>
          <a:bodyPr/>
          <a:lstStyle/>
          <a:p>
            <a:endParaRPr lang="en-GB" dirty="0"/>
          </a:p>
        </p:txBody>
      </p:sp>
      <p:sp>
        <p:nvSpPr>
          <p:cNvPr id="10" name="Text Placeholder 1">
            <a:extLst>
              <a:ext uri="{FF2B5EF4-FFF2-40B4-BE49-F238E27FC236}">
                <a16:creationId xmlns:a16="http://schemas.microsoft.com/office/drawing/2014/main" id="{1051EDF5-F149-19BD-6BE8-19C6F6D8FA12}"/>
              </a:ext>
            </a:extLst>
          </p:cNvPr>
          <p:cNvSpPr>
            <a:spLocks noGrp="1"/>
          </p:cNvSpPr>
          <p:nvPr>
            <p:ph type="body" sz="quarter" idx="12" hasCustomPrompt="1"/>
            <p:custDataLst>
              <p:custData r:id="rId3"/>
            </p:custDataLst>
          </p:nvPr>
        </p:nvSpPr>
        <p:spPr>
          <a:xfrm>
            <a:off x="6217200" y="381600"/>
            <a:ext cx="5518800" cy="5904000"/>
          </a:xfrm>
        </p:spPr>
        <p:txBody>
          <a:bodyPr tIns="137160"/>
          <a:lstStyle>
            <a:lvl1pPr marL="342900" indent="-342900">
              <a:buFont typeface="+mj-lt"/>
              <a:buAutoNum type="arabicPeriod"/>
              <a:defRPr>
                <a:solidFill>
                  <a:schemeClr val="lt2"/>
                </a:solidFill>
              </a:defRPr>
            </a:lvl1pPr>
          </a:lstStyle>
          <a:p>
            <a:pPr lvl="0"/>
            <a:r>
              <a:rPr lang="en-GB"/>
              <a:t>Click to add topic</a:t>
            </a:r>
            <a:endParaRPr lang="en-GB" dirty="0"/>
          </a:p>
        </p:txBody>
      </p:sp>
      <p:sp>
        <p:nvSpPr>
          <p:cNvPr id="2" name="Title 1">
            <a:extLst>
              <a:ext uri="{FF2B5EF4-FFF2-40B4-BE49-F238E27FC236}">
                <a16:creationId xmlns:a16="http://schemas.microsoft.com/office/drawing/2014/main" id="{61173B62-3AC5-E42A-58D7-F381B96F8296}"/>
              </a:ext>
            </a:extLst>
          </p:cNvPr>
          <p:cNvSpPr>
            <a:spLocks noGrp="1"/>
          </p:cNvSpPr>
          <p:nvPr>
            <p:ph type="title" hasCustomPrompt="1"/>
            <p:custDataLst>
              <p:custData r:id="rId4"/>
            </p:custDataLst>
          </p:nvPr>
        </p:nvSpPr>
        <p:spPr>
          <a:xfrm>
            <a:off x="457200" y="381600"/>
            <a:ext cx="5518800" cy="5904000"/>
          </a:xfrm>
          <a:prstGeom prst="rect">
            <a:avLst/>
          </a:prstGeom>
        </p:spPr>
        <p:txBody>
          <a:bodyPr anchor="t" anchorCtr="0"/>
          <a:lstStyle>
            <a:lvl1pPr>
              <a:defRPr sz="6400" b="0" i="0">
                <a:solidFill>
                  <a:schemeClr val="lt2"/>
                </a:solidFill>
                <a:latin typeface="+mj-lt"/>
              </a:defRPr>
            </a:lvl1pPr>
          </a:lstStyle>
          <a:p>
            <a:r>
              <a:rPr lang="en-GB"/>
              <a:t>Agenda</a:t>
            </a:r>
            <a:endParaRPr lang="en-GB" dirty="0"/>
          </a:p>
        </p:txBody>
      </p:sp>
      <p:pic>
        <p:nvPicPr>
          <p:cNvPr id="4" name="ContentLogo_WHITE" descr="The Marsh company logo.">
            <a:extLst>
              <a:ext uri="{FF2B5EF4-FFF2-40B4-BE49-F238E27FC236}">
                <a16:creationId xmlns:a16="http://schemas.microsoft.com/office/drawing/2014/main" id="{2ACFC72D-FFC9-78E3-84AB-F1C8536D1B8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bwMode="invGray">
          <a:xfrm>
            <a:off x="457200" y="6537960"/>
            <a:ext cx="752858" cy="164592"/>
          </a:xfrm>
          <a:prstGeom prst="rect">
            <a:avLst/>
          </a:prstGeom>
        </p:spPr>
      </p:pic>
      <p:pic>
        <p:nvPicPr>
          <p:cNvPr id="7" name="ContentLogo_COLOUR" descr="The Marsh company logo." hidden="1">
            <a:extLst>
              <a:ext uri="{FF2B5EF4-FFF2-40B4-BE49-F238E27FC236}">
                <a16:creationId xmlns:a16="http://schemas.microsoft.com/office/drawing/2014/main" id="{3DEF2412-E800-7AF2-1395-3B6E9AC4C303}"/>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79102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Divider Slide">
    <p:bg>
      <p:bgPr>
        <a:solidFill>
          <a:schemeClr val="lt2"/>
        </a:solidFill>
        <a:effectLst/>
      </p:bgPr>
    </p:bg>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4F761A1B-C4CA-BC05-524B-40620F1040C4}"/>
              </a:ext>
            </a:extLst>
          </p:cNvPr>
          <p:cNvSpPr>
            <a:spLocks noGrp="1"/>
          </p:cNvSpPr>
          <p:nvPr>
            <p:ph type="body" sz="quarter" idx="10" hasCustomPrompt="1"/>
            <p:custDataLst>
              <p:custData r:id="rId2"/>
            </p:custDataLst>
          </p:nvPr>
        </p:nvSpPr>
        <p:spPr>
          <a:xfrm>
            <a:off x="7412400" y="2493304"/>
            <a:ext cx="4322400" cy="5032017"/>
          </a:xfrm>
        </p:spPr>
        <p:txBody>
          <a:bodyPr anchor="b"/>
          <a:lstStyle>
            <a:lvl1pPr marL="0" indent="0" algn="r">
              <a:buNone/>
              <a:defRPr sz="24200" b="0" i="0">
                <a:solidFill>
                  <a:schemeClr val="dk1"/>
                </a:solidFill>
                <a:latin typeface="+mj-lt"/>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GB"/>
              <a:t>#</a:t>
            </a:r>
            <a:endParaRPr lang="en-GB" dirty="0"/>
          </a:p>
        </p:txBody>
      </p:sp>
      <p:sp>
        <p:nvSpPr>
          <p:cNvPr id="5" name="Title 2">
            <a:extLst>
              <a:ext uri="{FF2B5EF4-FFF2-40B4-BE49-F238E27FC236}">
                <a16:creationId xmlns:a16="http://schemas.microsoft.com/office/drawing/2014/main" id="{2ED18453-854E-C783-5410-0CF0975ADEC1}"/>
              </a:ext>
            </a:extLst>
          </p:cNvPr>
          <p:cNvSpPr>
            <a:spLocks noGrp="1"/>
          </p:cNvSpPr>
          <p:nvPr>
            <p:ph type="title" hasCustomPrompt="1"/>
            <p:custDataLst>
              <p:custData r:id="rId3"/>
            </p:custDataLst>
          </p:nvPr>
        </p:nvSpPr>
        <p:spPr>
          <a:xfrm>
            <a:off x="457200" y="381600"/>
            <a:ext cx="5752800" cy="5660246"/>
          </a:xfrm>
          <a:prstGeom prst="rect">
            <a:avLst/>
          </a:prstGeom>
        </p:spPr>
        <p:txBody>
          <a:bodyPr anchor="t" anchorCtr="0"/>
          <a:lstStyle>
            <a:lvl1pPr>
              <a:defRPr sz="6400" b="0" i="0">
                <a:solidFill>
                  <a:schemeClr val="dk1"/>
                </a:solidFill>
                <a:latin typeface="+mj-lt"/>
              </a:defRPr>
            </a:lvl1pPr>
          </a:lstStyle>
          <a:p>
            <a:r>
              <a:rPr lang="en-GB"/>
              <a:t>Click to add title</a:t>
            </a:r>
            <a:endParaRPr lang="en-GB" dirty="0"/>
          </a:p>
        </p:txBody>
      </p:sp>
      <p:pic>
        <p:nvPicPr>
          <p:cNvPr id="3" name="ContentLogo_WHITE" descr="The Marsh company logo." hidden="1">
            <a:extLst>
              <a:ext uri="{FF2B5EF4-FFF2-40B4-BE49-F238E27FC236}">
                <a16:creationId xmlns:a16="http://schemas.microsoft.com/office/drawing/2014/main" id="{277F74E9-E97F-0B16-B43A-539AA052535E}"/>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bwMode="invGray">
          <a:xfrm>
            <a:off x="457200" y="6537960"/>
            <a:ext cx="752858" cy="164592"/>
          </a:xfrm>
          <a:prstGeom prst="rect">
            <a:avLst/>
          </a:prstGeom>
        </p:spPr>
      </p:pic>
      <p:pic>
        <p:nvPicPr>
          <p:cNvPr id="6" name="ContentLogo_COLOUR" descr="The Marsh company logo.">
            <a:extLst>
              <a:ext uri="{FF2B5EF4-FFF2-40B4-BE49-F238E27FC236}">
                <a16:creationId xmlns:a16="http://schemas.microsoft.com/office/drawing/2014/main" id="{212F0F0C-AFD0-FA73-F163-E215BD42B990}"/>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1111725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1_Divider Slide">
    <p:bg>
      <p:bgPr>
        <a:solidFill>
          <a:schemeClr val="accent1"/>
        </a:solidFill>
        <a:effectLst/>
      </p:bgPr>
    </p:bg>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4F761A1B-C4CA-BC05-524B-40620F1040C4}"/>
              </a:ext>
            </a:extLst>
          </p:cNvPr>
          <p:cNvSpPr>
            <a:spLocks noGrp="1"/>
          </p:cNvSpPr>
          <p:nvPr>
            <p:ph type="body" sz="quarter" idx="10" hasCustomPrompt="1"/>
            <p:custDataLst>
              <p:custData r:id="rId2"/>
            </p:custDataLst>
          </p:nvPr>
        </p:nvSpPr>
        <p:spPr>
          <a:xfrm>
            <a:off x="7412400" y="2493304"/>
            <a:ext cx="4322400" cy="5032017"/>
          </a:xfrm>
        </p:spPr>
        <p:txBody>
          <a:bodyPr anchor="b"/>
          <a:lstStyle>
            <a:lvl1pPr marL="0" indent="0" algn="r">
              <a:buNone/>
              <a:defRPr sz="24200" b="0" i="0">
                <a:solidFill>
                  <a:schemeClr val="bg2"/>
                </a:solidFill>
                <a:latin typeface="+mj-lt"/>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GB"/>
              <a:t>#</a:t>
            </a:r>
            <a:endParaRPr lang="en-GB" dirty="0"/>
          </a:p>
        </p:txBody>
      </p:sp>
      <p:sp>
        <p:nvSpPr>
          <p:cNvPr id="5" name="Title 2">
            <a:extLst>
              <a:ext uri="{FF2B5EF4-FFF2-40B4-BE49-F238E27FC236}">
                <a16:creationId xmlns:a16="http://schemas.microsoft.com/office/drawing/2014/main" id="{2ED18453-854E-C783-5410-0CF0975ADEC1}"/>
              </a:ext>
            </a:extLst>
          </p:cNvPr>
          <p:cNvSpPr>
            <a:spLocks noGrp="1"/>
          </p:cNvSpPr>
          <p:nvPr>
            <p:ph type="title" hasCustomPrompt="1"/>
            <p:custDataLst>
              <p:custData r:id="rId3"/>
            </p:custDataLst>
          </p:nvPr>
        </p:nvSpPr>
        <p:spPr>
          <a:xfrm>
            <a:off x="457200" y="381600"/>
            <a:ext cx="5752800" cy="5660246"/>
          </a:xfrm>
          <a:prstGeom prst="rect">
            <a:avLst/>
          </a:prstGeom>
        </p:spPr>
        <p:txBody>
          <a:bodyPr anchor="t" anchorCtr="0"/>
          <a:lstStyle>
            <a:lvl1pPr>
              <a:defRPr sz="6400" b="0" i="0">
                <a:solidFill>
                  <a:schemeClr val="bg2"/>
                </a:solidFill>
                <a:latin typeface="+mj-lt"/>
              </a:defRPr>
            </a:lvl1pPr>
          </a:lstStyle>
          <a:p>
            <a:r>
              <a:rPr lang="en-GB"/>
              <a:t>Click to add title</a:t>
            </a:r>
            <a:endParaRPr lang="en-GB" dirty="0"/>
          </a:p>
        </p:txBody>
      </p:sp>
      <p:pic>
        <p:nvPicPr>
          <p:cNvPr id="3" name="ContentLogo_WHITE" descr="The Marsh company logo." hidden="1">
            <a:extLst>
              <a:ext uri="{FF2B5EF4-FFF2-40B4-BE49-F238E27FC236}">
                <a16:creationId xmlns:a16="http://schemas.microsoft.com/office/drawing/2014/main" id="{277F74E9-E97F-0B16-B43A-539AA052535E}"/>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bwMode="invGray">
          <a:xfrm>
            <a:off x="457200" y="6537960"/>
            <a:ext cx="752858" cy="164592"/>
          </a:xfrm>
          <a:prstGeom prst="rect">
            <a:avLst/>
          </a:prstGeom>
        </p:spPr>
      </p:pic>
      <p:pic>
        <p:nvPicPr>
          <p:cNvPr id="7" name="ContentLogo_WHITE" descr="The Marsh company logo.">
            <a:extLst>
              <a:ext uri="{FF2B5EF4-FFF2-40B4-BE49-F238E27FC236}">
                <a16:creationId xmlns:a16="http://schemas.microsoft.com/office/drawing/2014/main" id="{EB674FAE-8A92-2342-525F-571E1B5CE89D}"/>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bwMode="invGray">
          <a:xfrm>
            <a:off x="459125" y="6528318"/>
            <a:ext cx="752858" cy="164592"/>
          </a:xfrm>
          <a:prstGeom prst="rect">
            <a:avLst/>
          </a:prstGeom>
        </p:spPr>
      </p:pic>
    </p:spTree>
    <p:custDataLst>
      <p:custData r:id="rId1"/>
    </p:custDataLst>
    <p:extLst>
      <p:ext uri="{BB962C8B-B14F-4D97-AF65-F5344CB8AC3E}">
        <p14:creationId xmlns:p14="http://schemas.microsoft.com/office/powerpoint/2010/main" val="21394403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ack Cover">
    <p:bg>
      <p:bgPr>
        <a:solidFill>
          <a:schemeClr val="lt2"/>
        </a:solidFill>
        <a:effectLst/>
      </p:bgPr>
    </p:bg>
    <p:spTree>
      <p:nvGrpSpPr>
        <p:cNvPr id="1" name=""/>
        <p:cNvGrpSpPr/>
        <p:nvPr/>
      </p:nvGrpSpPr>
      <p:grpSpPr>
        <a:xfrm>
          <a:off x="0" y="0"/>
          <a:ext cx="0" cy="0"/>
          <a:chOff x="0" y="0"/>
          <a:chExt cx="0" cy="0"/>
        </a:xfrm>
      </p:grpSpPr>
      <p:sp>
        <p:nvSpPr>
          <p:cNvPr id="6" name="FileRef" hidden="1">
            <a:extLst>
              <a:ext uri="{FF2B5EF4-FFF2-40B4-BE49-F238E27FC236}">
                <a16:creationId xmlns:a16="http://schemas.microsoft.com/office/drawing/2014/main" id="{09BA50B2-6484-EC4D-AF6E-8573FB70C5FE}"/>
              </a:ext>
            </a:extLst>
          </p:cNvPr>
          <p:cNvSpPr txBox="1"/>
          <p:nvPr userDrawn="1">
            <p:custDataLst>
              <p:custData r:id="rId2"/>
            </p:custDataLst>
          </p:nvPr>
        </p:nvSpPr>
        <p:spPr>
          <a:xfrm>
            <a:off x="6210000" y="5382000"/>
            <a:ext cx="5526000" cy="396000"/>
          </a:xfrm>
          <a:prstGeom prst="rect">
            <a:avLst/>
          </a:prstGeom>
          <a:noFill/>
        </p:spPr>
        <p:txBody>
          <a:bodyPr wrap="none" lIns="0" tIns="0" rIns="0" bIns="0" rtlCol="0" anchor="b" anchorCtr="0">
            <a:noAutofit/>
          </a:bodyPr>
          <a:lstStyle/>
          <a:p>
            <a:pPr indent="-457200" algn="r">
              <a:spcBef>
                <a:spcPts val="1800"/>
              </a:spcBef>
            </a:pPr>
            <a:r>
              <a:rPr lang="en-GB" sz="800">
                <a:solidFill>
                  <a:schemeClr val="dk1"/>
                </a:solidFill>
              </a:rPr>
              <a:t>{FileRef}</a:t>
            </a:r>
            <a:endParaRPr lang="en-GB" sz="800" dirty="0">
              <a:solidFill>
                <a:schemeClr val="dk1"/>
              </a:solidFill>
            </a:endParaRPr>
          </a:p>
        </p:txBody>
      </p:sp>
      <p:sp>
        <p:nvSpPr>
          <p:cNvPr id="16" name="Text Placeholder 11">
            <a:extLst>
              <a:ext uri="{FF2B5EF4-FFF2-40B4-BE49-F238E27FC236}">
                <a16:creationId xmlns:a16="http://schemas.microsoft.com/office/drawing/2014/main" id="{19BC8DB0-975F-CCF8-758D-35DEB9A76936}"/>
              </a:ext>
            </a:extLst>
          </p:cNvPr>
          <p:cNvSpPr>
            <a:spLocks noGrp="1"/>
          </p:cNvSpPr>
          <p:nvPr>
            <p:ph type="body" sz="quarter" idx="10" hasCustomPrompt="1"/>
            <p:custDataLst>
              <p:custData r:id="rId3"/>
            </p:custDataLst>
          </p:nvPr>
        </p:nvSpPr>
        <p:spPr>
          <a:xfrm>
            <a:off x="457200" y="1411200"/>
            <a:ext cx="11278800" cy="4166640"/>
          </a:xfrm>
          <a:prstGeom prst="rect">
            <a:avLst/>
          </a:prstGeom>
        </p:spPr>
        <p:txBody>
          <a:bodyPr lIns="0" tIns="0" rIns="0" bIns="0" anchor="t" anchorCtr="0">
            <a:normAutofit/>
          </a:bodyPr>
          <a:lstStyle>
            <a:lvl1pPr marL="0" indent="0">
              <a:spcBef>
                <a:spcPts val="0"/>
              </a:spcBef>
              <a:spcAft>
                <a:spcPts val="400"/>
              </a:spcAft>
              <a:buNone/>
              <a:defRPr sz="800">
                <a:solidFill>
                  <a:schemeClr val="dk1"/>
                </a:solidFill>
              </a:defRPr>
            </a:lvl1pPr>
          </a:lstStyle>
          <a:p>
            <a:pPr lvl="0"/>
            <a:r>
              <a:rPr lang="en-GB" dirty="0"/>
              <a:t>Click to add </a:t>
            </a:r>
            <a:r>
              <a:rPr lang="en-GB"/>
              <a:t>optional disclaimer</a:t>
            </a:r>
            <a:endParaRPr lang="en-GB" dirty="0"/>
          </a:p>
        </p:txBody>
      </p:sp>
      <p:sp>
        <p:nvSpPr>
          <p:cNvPr id="18" name="Purpose">
            <a:extLst>
              <a:ext uri="{FF2B5EF4-FFF2-40B4-BE49-F238E27FC236}">
                <a16:creationId xmlns:a16="http://schemas.microsoft.com/office/drawing/2014/main" id="{33265701-6D53-6A3D-4181-B4BB94559EC0}"/>
              </a:ext>
            </a:extLst>
          </p:cNvPr>
          <p:cNvSpPr/>
          <p:nvPr userDrawn="1">
            <p:custDataLst>
              <p:custData r:id="rId4"/>
            </p:custDataLst>
          </p:nvPr>
        </p:nvSpPr>
        <p:spPr>
          <a:xfrm>
            <a:off x="457200" y="6055200"/>
            <a:ext cx="11278800" cy="486144"/>
          </a:xfrm>
          <a:prstGeom prst="rect">
            <a:avLst/>
          </a:prstGeom>
          <a:noFill/>
          <a:ln/>
        </p:spPr>
        <p:txBody>
          <a:bodyPr wrap="square" lIns="0" tIns="0" rIns="0" bIns="0" rtlCol="0" anchor="t">
            <a:normAutofit/>
          </a:bodyPr>
          <a:lstStyle/>
          <a:p>
            <a:pPr algn="r">
              <a:lnSpc>
                <a:spcPct val="120000"/>
              </a:lnSpc>
              <a:spcAft>
                <a:spcPts val="0"/>
              </a:spcAft>
            </a:pPr>
            <a:r>
              <a:rPr lang="en-GB" sz="1100" dirty="0">
                <a:solidFill>
                  <a:schemeClr val="dk1"/>
                </a:solidFill>
                <a:latin typeface="+mn-lt"/>
                <a:ea typeface="Noto Sans" pitchFamily="34" charset="-122"/>
                <a:cs typeface="Arial" panose="020B0604020202020204" pitchFamily="34" charset="0"/>
              </a:rPr>
              <a:t>We are leaders in risk, strategy and people. One company, with four global businesses,</a:t>
            </a:r>
          </a:p>
          <a:p>
            <a:pPr algn="r">
              <a:lnSpc>
                <a:spcPct val="120000"/>
              </a:lnSpc>
              <a:spcAft>
                <a:spcPts val="0"/>
              </a:spcAft>
            </a:pPr>
            <a:r>
              <a:rPr lang="en-GB" sz="1100" dirty="0">
                <a:solidFill>
                  <a:schemeClr val="dk1"/>
                </a:solidFill>
                <a:latin typeface="+mn-lt"/>
                <a:ea typeface="Noto Sans" pitchFamily="34" charset="-122"/>
                <a:cs typeface="Arial" panose="020B0604020202020204" pitchFamily="34" charset="0"/>
              </a:rPr>
              <a:t>united by a shared purpose to build the confidence to thrive through the power of </a:t>
            </a:r>
            <a:r>
              <a:rPr lang="en-GB" sz="1100">
                <a:solidFill>
                  <a:schemeClr val="dk1"/>
                </a:solidFill>
                <a:latin typeface="+mn-lt"/>
                <a:ea typeface="Noto Sans" pitchFamily="34" charset="-122"/>
                <a:cs typeface="Arial" panose="020B0604020202020204" pitchFamily="34" charset="0"/>
              </a:rPr>
              <a:t>perspective.</a:t>
            </a:r>
            <a:endParaRPr lang="en-GB" sz="1100" dirty="0">
              <a:solidFill>
                <a:schemeClr val="dk1"/>
              </a:solidFill>
              <a:latin typeface="+mn-lt"/>
            </a:endParaRPr>
          </a:p>
        </p:txBody>
      </p:sp>
      <p:sp>
        <p:nvSpPr>
          <p:cNvPr id="2" name="Slide Number Placeholder 3">
            <a:extLst>
              <a:ext uri="{FF2B5EF4-FFF2-40B4-BE49-F238E27FC236}">
                <a16:creationId xmlns:a16="http://schemas.microsoft.com/office/drawing/2014/main" id="{DE383406-A41F-86A0-6C9B-01677B288AC4}"/>
              </a:ext>
            </a:extLst>
          </p:cNvPr>
          <p:cNvSpPr txBox="1">
            <a:spLocks/>
          </p:cNvSpPr>
          <p:nvPr userDrawn="1">
            <p:custDataLst>
              <p:custData r:id="rId5"/>
            </p:custDataLst>
          </p:nvPr>
        </p:nvSpPr>
        <p:spPr>
          <a:xfrm>
            <a:off x="6210000" y="6602400"/>
            <a:ext cx="55260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GB" sz="700" dirty="0">
                <a:solidFill>
                  <a:schemeClr val="dk1"/>
                </a:solidFill>
              </a:rPr>
              <a:t>© 2026 insurance broker. All rights reserved.</a:t>
            </a:r>
          </a:p>
        </p:txBody>
      </p:sp>
      <p:pic>
        <p:nvPicPr>
          <p:cNvPr id="4" name="MainBackLogo_WHITE" descr="The Marsh company logo." hidden="1">
            <a:extLst>
              <a:ext uri="{FF2B5EF4-FFF2-40B4-BE49-F238E27FC236}">
                <a16:creationId xmlns:a16="http://schemas.microsoft.com/office/drawing/2014/main" id="{4E18AFF6-2424-0EED-B7CD-652B07728255}"/>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bwMode="invGray">
          <a:xfrm>
            <a:off x="457200" y="457200"/>
            <a:ext cx="1673355" cy="365761"/>
          </a:xfrm>
          <a:prstGeom prst="rect">
            <a:avLst/>
          </a:prstGeom>
        </p:spPr>
      </p:pic>
      <p:pic>
        <p:nvPicPr>
          <p:cNvPr id="7" name="MainBackLogo_COLOUR" descr="The Marsh company logo.">
            <a:extLst>
              <a:ext uri="{FF2B5EF4-FFF2-40B4-BE49-F238E27FC236}">
                <a16:creationId xmlns:a16="http://schemas.microsoft.com/office/drawing/2014/main" id="{C24623C5-8BFB-6479-7AA6-6E1A909E34D9}"/>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bwMode="invGray">
          <a:xfrm>
            <a:off x="457200" y="457200"/>
            <a:ext cx="1673355" cy="365761"/>
          </a:xfrm>
          <a:prstGeom prst="rect">
            <a:avLst/>
          </a:prstGeom>
        </p:spPr>
      </p:pic>
    </p:spTree>
    <p:custDataLst>
      <p:custData r:id="rId1"/>
    </p:custDataLst>
    <p:extLst>
      <p:ext uri="{BB962C8B-B14F-4D97-AF65-F5344CB8AC3E}">
        <p14:creationId xmlns:p14="http://schemas.microsoft.com/office/powerpoint/2010/main" val="38055203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ubtitle and Four Content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1376D126-5D0C-457E-2032-01FFB84EB05A}"/>
              </a:ext>
            </a:extLst>
          </p:cNvPr>
          <p:cNvSpPr>
            <a:spLocks noGrp="1"/>
          </p:cNvSpPr>
          <p:nvPr>
            <p:ph type="ftr" sz="quarter" idx="11"/>
          </p:nvPr>
        </p:nvSpPr>
        <p:spPr/>
        <p:txBody>
          <a:bodyPr/>
          <a:lstStyle/>
          <a:p>
            <a:r>
              <a:rPr lang="en-AU" dirty="0"/>
              <a:t>Corporate OKR Workstream - 2026</a:t>
            </a:r>
          </a:p>
        </p:txBody>
      </p:sp>
      <p:sp>
        <p:nvSpPr>
          <p:cNvPr id="9" name="Slide Number Placeholder 8">
            <a:extLst>
              <a:ext uri="{FF2B5EF4-FFF2-40B4-BE49-F238E27FC236}">
                <a16:creationId xmlns:a16="http://schemas.microsoft.com/office/drawing/2014/main" id="{01691BC0-807D-55B0-9E19-E1571D3968AF}"/>
              </a:ext>
            </a:extLst>
          </p:cNvPr>
          <p:cNvSpPr>
            <a:spLocks noGrp="1"/>
          </p:cNvSpPr>
          <p:nvPr>
            <p:ph type="sldNum" sz="quarter" idx="12"/>
          </p:nvPr>
        </p:nvSpPr>
        <p:spPr/>
        <p:txBody>
          <a:bodyPr/>
          <a:lstStyle/>
          <a:p>
            <a:fld id="{1C704E18-2673-4E8C-9F04-16550C66BF79}" type="slidenum">
              <a:rPr lang="en-AU" smtClean="0"/>
              <a:t>‹#›</a:t>
            </a:fld>
            <a:endParaRPr lang="en-AU" dirty="0"/>
          </a:p>
        </p:txBody>
      </p:sp>
      <p:sp>
        <p:nvSpPr>
          <p:cNvPr id="10" name="Title 1">
            <a:extLst>
              <a:ext uri="{FF2B5EF4-FFF2-40B4-BE49-F238E27FC236}">
                <a16:creationId xmlns:a16="http://schemas.microsoft.com/office/drawing/2014/main" id="{48745A7D-DFD9-1743-EE1E-F6B63F22C609}"/>
              </a:ext>
            </a:extLst>
          </p:cNvPr>
          <p:cNvSpPr>
            <a:spLocks noGrp="1"/>
          </p:cNvSpPr>
          <p:nvPr>
            <p:ph type="title"/>
          </p:nvPr>
        </p:nvSpPr>
        <p:spPr>
          <a:xfrm>
            <a:off x="539750" y="539750"/>
            <a:ext cx="11112250" cy="590931"/>
          </a:xfrm>
        </p:spPr>
        <p:txBody>
          <a:bodyPr/>
          <a:lstStyle/>
          <a:p>
            <a:r>
              <a:rPr lang="en-US"/>
              <a:t>Click to edit Master title style</a:t>
            </a:r>
            <a:endParaRPr lang="en-AU"/>
          </a:p>
        </p:txBody>
      </p:sp>
      <p:sp>
        <p:nvSpPr>
          <p:cNvPr id="2" name="Content Placeholder 2">
            <a:extLst>
              <a:ext uri="{FF2B5EF4-FFF2-40B4-BE49-F238E27FC236}">
                <a16:creationId xmlns:a16="http://schemas.microsoft.com/office/drawing/2014/main" id="{A47BE5A0-CE48-9337-6A94-63451D6111B4}"/>
              </a:ext>
            </a:extLst>
          </p:cNvPr>
          <p:cNvSpPr>
            <a:spLocks noGrp="1"/>
          </p:cNvSpPr>
          <p:nvPr>
            <p:ph idx="17"/>
          </p:nvPr>
        </p:nvSpPr>
        <p:spPr>
          <a:xfrm>
            <a:off x="539749" y="2150068"/>
            <a:ext cx="5220000" cy="1660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2">
            <a:extLst>
              <a:ext uri="{FF2B5EF4-FFF2-40B4-BE49-F238E27FC236}">
                <a16:creationId xmlns:a16="http://schemas.microsoft.com/office/drawing/2014/main" id="{1F2D86A0-B087-45B5-BEEF-88FEFD4C61E6}"/>
              </a:ext>
            </a:extLst>
          </p:cNvPr>
          <p:cNvSpPr>
            <a:spLocks noGrp="1"/>
          </p:cNvSpPr>
          <p:nvPr>
            <p:ph idx="35"/>
          </p:nvPr>
        </p:nvSpPr>
        <p:spPr>
          <a:xfrm>
            <a:off x="6430663" y="2150068"/>
            <a:ext cx="5220000" cy="1660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 Placeholder 2">
            <a:extLst>
              <a:ext uri="{FF2B5EF4-FFF2-40B4-BE49-F238E27FC236}">
                <a16:creationId xmlns:a16="http://schemas.microsoft.com/office/drawing/2014/main" id="{B0E4AD22-4861-754C-ADBB-214C99FA0F07}"/>
              </a:ext>
            </a:extLst>
          </p:cNvPr>
          <p:cNvSpPr>
            <a:spLocks noGrp="1"/>
          </p:cNvSpPr>
          <p:nvPr>
            <p:ph type="body" idx="13"/>
          </p:nvPr>
        </p:nvSpPr>
        <p:spPr>
          <a:xfrm>
            <a:off x="539400" y="1747778"/>
            <a:ext cx="5220000" cy="340735"/>
          </a:xfrm>
        </p:spPr>
        <p:txBody>
          <a:bodyPr wrap="square" tIns="46800" bIns="46800" anchor="t" anchorCtr="0">
            <a:spAutoFit/>
          </a:bodyPr>
          <a:lstStyle>
            <a:lvl1pPr marL="0" indent="0">
              <a:buNone/>
              <a:defRPr sz="1600" b="0">
                <a:solidFill>
                  <a:schemeClr val="accent2"/>
                </a:solidFill>
                <a:latin typeface="QBE Sans Medium" panose="020B0603020203020204" pitchFamily="34" charset="0"/>
                <a:cs typeface="QBE Sans Medium" panose="020B0603020203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2">
            <a:extLst>
              <a:ext uri="{FF2B5EF4-FFF2-40B4-BE49-F238E27FC236}">
                <a16:creationId xmlns:a16="http://schemas.microsoft.com/office/drawing/2014/main" id="{62A2AEAC-C61F-14D8-E1BC-0153D1AD9DA0}"/>
              </a:ext>
            </a:extLst>
          </p:cNvPr>
          <p:cNvSpPr>
            <a:spLocks noGrp="1"/>
          </p:cNvSpPr>
          <p:nvPr>
            <p:ph type="body" idx="15"/>
          </p:nvPr>
        </p:nvSpPr>
        <p:spPr>
          <a:xfrm>
            <a:off x="539749" y="1080294"/>
            <a:ext cx="11110914" cy="402291"/>
          </a:xfrm>
        </p:spPr>
        <p:txBody>
          <a:bodyPr wrap="square" tIns="46800" bIns="46800" anchor="t" anchorCtr="0">
            <a:spAutoFit/>
          </a:bodyPr>
          <a:lstStyle>
            <a:lvl1pPr marL="0" indent="0">
              <a:buNone/>
              <a:defRPr sz="2000" b="0">
                <a:latin typeface="QBE Sans Medium" panose="020B0603020203020204" pitchFamily="34" charset="0"/>
                <a:cs typeface="QBE Sans Medium" panose="020B0603020203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2">
            <a:extLst>
              <a:ext uri="{FF2B5EF4-FFF2-40B4-BE49-F238E27FC236}">
                <a16:creationId xmlns:a16="http://schemas.microsoft.com/office/drawing/2014/main" id="{8B846097-0A99-8BDC-ECC9-E74E29866FE1}"/>
              </a:ext>
            </a:extLst>
          </p:cNvPr>
          <p:cNvSpPr>
            <a:spLocks noGrp="1"/>
          </p:cNvSpPr>
          <p:nvPr>
            <p:ph type="body" idx="21"/>
          </p:nvPr>
        </p:nvSpPr>
        <p:spPr>
          <a:xfrm>
            <a:off x="6430663" y="1747778"/>
            <a:ext cx="5220000" cy="340735"/>
          </a:xfrm>
        </p:spPr>
        <p:txBody>
          <a:bodyPr wrap="square" tIns="46800" bIns="46800" anchor="t" anchorCtr="0">
            <a:spAutoFit/>
          </a:bodyPr>
          <a:lstStyle>
            <a:lvl1pPr marL="0" indent="0">
              <a:buNone/>
              <a:defRPr sz="1600" b="0">
                <a:solidFill>
                  <a:schemeClr val="accent2"/>
                </a:solidFill>
                <a:latin typeface="QBE Sans Medium" panose="020B0603020203020204" pitchFamily="34" charset="0"/>
                <a:cs typeface="QBE Sans Medium" panose="020B0603020203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2">
            <a:extLst>
              <a:ext uri="{FF2B5EF4-FFF2-40B4-BE49-F238E27FC236}">
                <a16:creationId xmlns:a16="http://schemas.microsoft.com/office/drawing/2014/main" id="{8E8A07C9-A068-3F06-E683-AF0AC56A3606}"/>
              </a:ext>
            </a:extLst>
          </p:cNvPr>
          <p:cNvSpPr>
            <a:spLocks noGrp="1"/>
          </p:cNvSpPr>
          <p:nvPr>
            <p:ph idx="36"/>
          </p:nvPr>
        </p:nvSpPr>
        <p:spPr>
          <a:xfrm>
            <a:off x="539749" y="4438320"/>
            <a:ext cx="5220000" cy="1660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8" name="Content Placeholder 2">
            <a:extLst>
              <a:ext uri="{FF2B5EF4-FFF2-40B4-BE49-F238E27FC236}">
                <a16:creationId xmlns:a16="http://schemas.microsoft.com/office/drawing/2014/main" id="{532F936F-E42A-0504-C420-5D0E78901263}"/>
              </a:ext>
            </a:extLst>
          </p:cNvPr>
          <p:cNvSpPr>
            <a:spLocks noGrp="1"/>
          </p:cNvSpPr>
          <p:nvPr>
            <p:ph idx="37"/>
          </p:nvPr>
        </p:nvSpPr>
        <p:spPr>
          <a:xfrm>
            <a:off x="6430663" y="4438320"/>
            <a:ext cx="5220000" cy="1660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9" name="Text Placeholder 2">
            <a:extLst>
              <a:ext uri="{FF2B5EF4-FFF2-40B4-BE49-F238E27FC236}">
                <a16:creationId xmlns:a16="http://schemas.microsoft.com/office/drawing/2014/main" id="{24CCB450-3F35-5D03-F29A-575C3BF4D535}"/>
              </a:ext>
            </a:extLst>
          </p:cNvPr>
          <p:cNvSpPr>
            <a:spLocks noGrp="1"/>
          </p:cNvSpPr>
          <p:nvPr>
            <p:ph type="body" idx="38"/>
          </p:nvPr>
        </p:nvSpPr>
        <p:spPr>
          <a:xfrm>
            <a:off x="539400" y="4036030"/>
            <a:ext cx="5220000" cy="340735"/>
          </a:xfrm>
        </p:spPr>
        <p:txBody>
          <a:bodyPr wrap="square" tIns="46800" bIns="46800" anchor="t" anchorCtr="0">
            <a:spAutoFit/>
          </a:bodyPr>
          <a:lstStyle>
            <a:lvl1pPr marL="0" indent="0">
              <a:buNone/>
              <a:defRPr sz="1600" b="0">
                <a:solidFill>
                  <a:schemeClr val="accent2"/>
                </a:solidFill>
                <a:latin typeface="QBE Sans Medium" panose="020B0603020203020204" pitchFamily="34" charset="0"/>
                <a:cs typeface="QBE Sans Medium" panose="020B0603020203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2">
            <a:extLst>
              <a:ext uri="{FF2B5EF4-FFF2-40B4-BE49-F238E27FC236}">
                <a16:creationId xmlns:a16="http://schemas.microsoft.com/office/drawing/2014/main" id="{39E366B4-DFEA-DD32-F368-4A7EC86832B7}"/>
              </a:ext>
            </a:extLst>
          </p:cNvPr>
          <p:cNvSpPr>
            <a:spLocks noGrp="1"/>
          </p:cNvSpPr>
          <p:nvPr>
            <p:ph type="body" idx="39"/>
          </p:nvPr>
        </p:nvSpPr>
        <p:spPr>
          <a:xfrm>
            <a:off x="6430663" y="4036030"/>
            <a:ext cx="5220000" cy="340735"/>
          </a:xfrm>
        </p:spPr>
        <p:txBody>
          <a:bodyPr wrap="square" tIns="46800" bIns="46800" anchor="t" anchorCtr="0">
            <a:spAutoFit/>
          </a:bodyPr>
          <a:lstStyle>
            <a:lvl1pPr marL="0" indent="0">
              <a:buNone/>
              <a:defRPr sz="1600" b="0">
                <a:solidFill>
                  <a:schemeClr val="accent2"/>
                </a:solidFill>
                <a:latin typeface="QBE Sans Medium" panose="020B0603020203020204" pitchFamily="34" charset="0"/>
                <a:cs typeface="QBE Sans Medium" panose="020B0603020203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8091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ubtitle and Four Contents">
    <p:bg>
      <p:bgPr>
        <a:solidFill>
          <a:schemeClr val="accent1"/>
        </a:solidFill>
        <a:effectLst/>
      </p:bgPr>
    </p:bg>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1376D126-5D0C-457E-2032-01FFB84EB05A}"/>
              </a:ext>
            </a:extLst>
          </p:cNvPr>
          <p:cNvSpPr>
            <a:spLocks noGrp="1"/>
          </p:cNvSpPr>
          <p:nvPr>
            <p:ph type="ftr" sz="quarter" idx="11"/>
          </p:nvPr>
        </p:nvSpPr>
        <p:spPr/>
        <p:txBody>
          <a:bodyPr/>
          <a:lstStyle>
            <a:lvl1pPr>
              <a:defRPr>
                <a:solidFill>
                  <a:schemeClr val="bg2"/>
                </a:solidFill>
              </a:defRPr>
            </a:lvl1pPr>
          </a:lstStyle>
          <a:p>
            <a:r>
              <a:rPr lang="en-AU"/>
              <a:t>Corporate OKR Workstream - 2026</a:t>
            </a:r>
            <a:endParaRPr lang="en-AU" dirty="0">
              <a:solidFill>
                <a:schemeClr val="bg2"/>
              </a:solidFill>
            </a:endParaRPr>
          </a:p>
        </p:txBody>
      </p:sp>
      <p:sp>
        <p:nvSpPr>
          <p:cNvPr id="9" name="Slide Number Placeholder 8">
            <a:extLst>
              <a:ext uri="{FF2B5EF4-FFF2-40B4-BE49-F238E27FC236}">
                <a16:creationId xmlns:a16="http://schemas.microsoft.com/office/drawing/2014/main" id="{01691BC0-807D-55B0-9E19-E1571D3968AF}"/>
              </a:ext>
            </a:extLst>
          </p:cNvPr>
          <p:cNvSpPr>
            <a:spLocks noGrp="1"/>
          </p:cNvSpPr>
          <p:nvPr>
            <p:ph type="sldNum" sz="quarter" idx="12"/>
          </p:nvPr>
        </p:nvSpPr>
        <p:spPr/>
        <p:txBody>
          <a:bodyPr/>
          <a:lstStyle>
            <a:lvl1pPr>
              <a:defRPr>
                <a:solidFill>
                  <a:schemeClr val="bg2"/>
                </a:solidFill>
              </a:defRPr>
            </a:lvl1pPr>
          </a:lstStyle>
          <a:p>
            <a:fld id="{1C704E18-2673-4E8C-9F04-16550C66BF79}" type="slidenum">
              <a:rPr lang="en-AU" smtClean="0"/>
              <a:pPr/>
              <a:t>‹#›</a:t>
            </a:fld>
            <a:endParaRPr lang="en-AU" dirty="0"/>
          </a:p>
        </p:txBody>
      </p:sp>
      <p:sp>
        <p:nvSpPr>
          <p:cNvPr id="10" name="Title 1">
            <a:extLst>
              <a:ext uri="{FF2B5EF4-FFF2-40B4-BE49-F238E27FC236}">
                <a16:creationId xmlns:a16="http://schemas.microsoft.com/office/drawing/2014/main" id="{48745A7D-DFD9-1743-EE1E-F6B63F22C609}"/>
              </a:ext>
            </a:extLst>
          </p:cNvPr>
          <p:cNvSpPr>
            <a:spLocks noGrp="1"/>
          </p:cNvSpPr>
          <p:nvPr>
            <p:ph type="title"/>
          </p:nvPr>
        </p:nvSpPr>
        <p:spPr>
          <a:xfrm>
            <a:off x="539750" y="539750"/>
            <a:ext cx="11112250" cy="590931"/>
          </a:xfrm>
        </p:spPr>
        <p:txBody>
          <a:bodyPr/>
          <a:lstStyle>
            <a:lvl1pPr>
              <a:defRPr>
                <a:solidFill>
                  <a:schemeClr val="bg2"/>
                </a:solidFill>
              </a:defRPr>
            </a:lvl1pPr>
          </a:lstStyle>
          <a:p>
            <a:r>
              <a:rPr lang="en-US"/>
              <a:t>Click to edit Master title style</a:t>
            </a:r>
            <a:endParaRPr lang="en-AU"/>
          </a:p>
        </p:txBody>
      </p:sp>
      <p:sp>
        <p:nvSpPr>
          <p:cNvPr id="2" name="Content Placeholder 2">
            <a:extLst>
              <a:ext uri="{FF2B5EF4-FFF2-40B4-BE49-F238E27FC236}">
                <a16:creationId xmlns:a16="http://schemas.microsoft.com/office/drawing/2014/main" id="{A47BE5A0-CE48-9337-6A94-63451D6111B4}"/>
              </a:ext>
            </a:extLst>
          </p:cNvPr>
          <p:cNvSpPr>
            <a:spLocks noGrp="1"/>
          </p:cNvSpPr>
          <p:nvPr>
            <p:ph idx="17"/>
          </p:nvPr>
        </p:nvSpPr>
        <p:spPr>
          <a:xfrm>
            <a:off x="539749" y="2150068"/>
            <a:ext cx="5220000" cy="1660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2">
            <a:extLst>
              <a:ext uri="{FF2B5EF4-FFF2-40B4-BE49-F238E27FC236}">
                <a16:creationId xmlns:a16="http://schemas.microsoft.com/office/drawing/2014/main" id="{1F2D86A0-B087-45B5-BEEF-88FEFD4C61E6}"/>
              </a:ext>
            </a:extLst>
          </p:cNvPr>
          <p:cNvSpPr>
            <a:spLocks noGrp="1"/>
          </p:cNvSpPr>
          <p:nvPr>
            <p:ph idx="35"/>
          </p:nvPr>
        </p:nvSpPr>
        <p:spPr>
          <a:xfrm>
            <a:off x="6430663" y="2150068"/>
            <a:ext cx="5220000" cy="1660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 Placeholder 2">
            <a:extLst>
              <a:ext uri="{FF2B5EF4-FFF2-40B4-BE49-F238E27FC236}">
                <a16:creationId xmlns:a16="http://schemas.microsoft.com/office/drawing/2014/main" id="{B0E4AD22-4861-754C-ADBB-214C99FA0F07}"/>
              </a:ext>
            </a:extLst>
          </p:cNvPr>
          <p:cNvSpPr>
            <a:spLocks noGrp="1"/>
          </p:cNvSpPr>
          <p:nvPr>
            <p:ph type="body" idx="13"/>
          </p:nvPr>
        </p:nvSpPr>
        <p:spPr>
          <a:xfrm>
            <a:off x="539400" y="1747778"/>
            <a:ext cx="5220000" cy="340735"/>
          </a:xfrm>
        </p:spPr>
        <p:txBody>
          <a:bodyPr wrap="square" tIns="46800" bIns="46800" anchor="t" anchorCtr="0">
            <a:spAutoFit/>
          </a:bodyPr>
          <a:lstStyle>
            <a:lvl1pPr marL="0" indent="0">
              <a:buNone/>
              <a:defRPr sz="1600" b="0">
                <a:solidFill>
                  <a:schemeClr val="accent2"/>
                </a:solidFill>
                <a:latin typeface="QBE Sans Medium" panose="020B0603020203020204" pitchFamily="34" charset="0"/>
                <a:cs typeface="QBE Sans Medium" panose="020B0603020203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2">
            <a:extLst>
              <a:ext uri="{FF2B5EF4-FFF2-40B4-BE49-F238E27FC236}">
                <a16:creationId xmlns:a16="http://schemas.microsoft.com/office/drawing/2014/main" id="{62A2AEAC-C61F-14D8-E1BC-0153D1AD9DA0}"/>
              </a:ext>
            </a:extLst>
          </p:cNvPr>
          <p:cNvSpPr>
            <a:spLocks noGrp="1"/>
          </p:cNvSpPr>
          <p:nvPr>
            <p:ph type="body" idx="15"/>
          </p:nvPr>
        </p:nvSpPr>
        <p:spPr>
          <a:xfrm>
            <a:off x="539749" y="1080294"/>
            <a:ext cx="11110914" cy="402291"/>
          </a:xfrm>
        </p:spPr>
        <p:txBody>
          <a:bodyPr wrap="square" tIns="46800" bIns="46800" anchor="t" anchorCtr="0">
            <a:spAutoFit/>
          </a:bodyPr>
          <a:lstStyle>
            <a:lvl1pPr marL="0" indent="0">
              <a:buNone/>
              <a:defRPr sz="2000" b="0">
                <a:solidFill>
                  <a:schemeClr val="bg2"/>
                </a:solidFill>
                <a:latin typeface="QBE Sans Medium" panose="020B0603020203020204" pitchFamily="34" charset="0"/>
                <a:cs typeface="QBE Sans Medium" panose="020B0603020203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2">
            <a:extLst>
              <a:ext uri="{FF2B5EF4-FFF2-40B4-BE49-F238E27FC236}">
                <a16:creationId xmlns:a16="http://schemas.microsoft.com/office/drawing/2014/main" id="{8B846097-0A99-8BDC-ECC9-E74E29866FE1}"/>
              </a:ext>
            </a:extLst>
          </p:cNvPr>
          <p:cNvSpPr>
            <a:spLocks noGrp="1"/>
          </p:cNvSpPr>
          <p:nvPr>
            <p:ph type="body" idx="21"/>
          </p:nvPr>
        </p:nvSpPr>
        <p:spPr>
          <a:xfrm>
            <a:off x="6430663" y="1747778"/>
            <a:ext cx="5220000" cy="340735"/>
          </a:xfrm>
        </p:spPr>
        <p:txBody>
          <a:bodyPr wrap="square" tIns="46800" bIns="46800" anchor="t" anchorCtr="0">
            <a:spAutoFit/>
          </a:bodyPr>
          <a:lstStyle>
            <a:lvl1pPr marL="0" indent="0">
              <a:buNone/>
              <a:defRPr sz="1600" b="0">
                <a:solidFill>
                  <a:schemeClr val="accent2"/>
                </a:solidFill>
                <a:latin typeface="QBE Sans Medium" panose="020B0603020203020204" pitchFamily="34" charset="0"/>
                <a:cs typeface="QBE Sans Medium" panose="020B0603020203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2">
            <a:extLst>
              <a:ext uri="{FF2B5EF4-FFF2-40B4-BE49-F238E27FC236}">
                <a16:creationId xmlns:a16="http://schemas.microsoft.com/office/drawing/2014/main" id="{8E8A07C9-A068-3F06-E683-AF0AC56A3606}"/>
              </a:ext>
            </a:extLst>
          </p:cNvPr>
          <p:cNvSpPr>
            <a:spLocks noGrp="1"/>
          </p:cNvSpPr>
          <p:nvPr>
            <p:ph idx="36"/>
          </p:nvPr>
        </p:nvSpPr>
        <p:spPr>
          <a:xfrm>
            <a:off x="539749" y="4438320"/>
            <a:ext cx="5220000" cy="1660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8" name="Content Placeholder 2">
            <a:extLst>
              <a:ext uri="{FF2B5EF4-FFF2-40B4-BE49-F238E27FC236}">
                <a16:creationId xmlns:a16="http://schemas.microsoft.com/office/drawing/2014/main" id="{532F936F-E42A-0504-C420-5D0E78901263}"/>
              </a:ext>
            </a:extLst>
          </p:cNvPr>
          <p:cNvSpPr>
            <a:spLocks noGrp="1"/>
          </p:cNvSpPr>
          <p:nvPr>
            <p:ph idx="37"/>
          </p:nvPr>
        </p:nvSpPr>
        <p:spPr>
          <a:xfrm>
            <a:off x="6430663" y="4438320"/>
            <a:ext cx="5220000" cy="1660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9" name="Text Placeholder 2">
            <a:extLst>
              <a:ext uri="{FF2B5EF4-FFF2-40B4-BE49-F238E27FC236}">
                <a16:creationId xmlns:a16="http://schemas.microsoft.com/office/drawing/2014/main" id="{24CCB450-3F35-5D03-F29A-575C3BF4D535}"/>
              </a:ext>
            </a:extLst>
          </p:cNvPr>
          <p:cNvSpPr>
            <a:spLocks noGrp="1"/>
          </p:cNvSpPr>
          <p:nvPr>
            <p:ph type="body" idx="38"/>
          </p:nvPr>
        </p:nvSpPr>
        <p:spPr>
          <a:xfrm>
            <a:off x="539400" y="4036030"/>
            <a:ext cx="5220000" cy="340735"/>
          </a:xfrm>
        </p:spPr>
        <p:txBody>
          <a:bodyPr wrap="square" tIns="46800" bIns="46800" anchor="t" anchorCtr="0">
            <a:spAutoFit/>
          </a:bodyPr>
          <a:lstStyle>
            <a:lvl1pPr marL="0" indent="0">
              <a:buNone/>
              <a:defRPr sz="1600" b="0">
                <a:solidFill>
                  <a:schemeClr val="accent2"/>
                </a:solidFill>
                <a:latin typeface="QBE Sans Medium" panose="020B0603020203020204" pitchFamily="34" charset="0"/>
                <a:cs typeface="QBE Sans Medium" panose="020B0603020203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2">
            <a:extLst>
              <a:ext uri="{FF2B5EF4-FFF2-40B4-BE49-F238E27FC236}">
                <a16:creationId xmlns:a16="http://schemas.microsoft.com/office/drawing/2014/main" id="{39E366B4-DFEA-DD32-F368-4A7EC86832B7}"/>
              </a:ext>
            </a:extLst>
          </p:cNvPr>
          <p:cNvSpPr>
            <a:spLocks noGrp="1"/>
          </p:cNvSpPr>
          <p:nvPr>
            <p:ph type="body" idx="39"/>
          </p:nvPr>
        </p:nvSpPr>
        <p:spPr>
          <a:xfrm>
            <a:off x="6430663" y="4036030"/>
            <a:ext cx="5220000" cy="340735"/>
          </a:xfrm>
        </p:spPr>
        <p:txBody>
          <a:bodyPr wrap="square" tIns="46800" bIns="46800" anchor="t" anchorCtr="0">
            <a:spAutoFit/>
          </a:bodyPr>
          <a:lstStyle>
            <a:lvl1pPr marL="0" indent="0">
              <a:buNone/>
              <a:defRPr sz="1600" b="0">
                <a:solidFill>
                  <a:schemeClr val="accent2"/>
                </a:solidFill>
                <a:latin typeface="QBE Sans Medium" panose="020B0603020203020204" pitchFamily="34" charset="0"/>
                <a:cs typeface="QBE Sans Medium" panose="020B0603020203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Footer Rule">
            <a:extLst>
              <a:ext uri="{FF2B5EF4-FFF2-40B4-BE49-F238E27FC236}">
                <a16:creationId xmlns:a16="http://schemas.microsoft.com/office/drawing/2014/main" id="{0E266BE7-C624-3987-CE4C-8F1482395EF8}"/>
              </a:ext>
            </a:extLst>
          </p:cNvPr>
          <p:cNvSpPr/>
          <p:nvPr userDrawn="1">
            <p:custDataLst>
              <p:custData r:id="rId1"/>
            </p:custDataLst>
          </p:nvPr>
        </p:nvSpPr>
        <p:spPr>
          <a:xfrm>
            <a:off x="457200" y="6400800"/>
            <a:ext cx="11278800" cy="0"/>
          </a:xfrm>
          <a:prstGeom prst="line">
            <a:avLst/>
          </a:prstGeom>
          <a:noFill/>
          <a:ln w="6350">
            <a:solidFill>
              <a:schemeClr val="bg2"/>
            </a:solidFill>
            <a:prstDash val="solid"/>
            <a:headEnd type="none"/>
            <a:tailEnd type="none"/>
          </a:ln>
        </p:spPr>
        <p:txBody>
          <a:bodyPr lIns="0" tIns="0" rIns="0" bIns="0"/>
          <a:lstStyle/>
          <a:p>
            <a:endParaRPr lang="en-US" sz="700">
              <a:solidFill>
                <a:schemeClr val="tx1"/>
              </a:solidFill>
            </a:endParaRPr>
          </a:p>
        </p:txBody>
      </p:sp>
      <p:pic>
        <p:nvPicPr>
          <p:cNvPr id="4" name="ContentLogo_WHITE" descr="The Marsh company logo.">
            <a:extLst>
              <a:ext uri="{FF2B5EF4-FFF2-40B4-BE49-F238E27FC236}">
                <a16:creationId xmlns:a16="http://schemas.microsoft.com/office/drawing/2014/main" id="{B7F8D196-86F9-F4CF-9F8A-35FAA92A75E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invGray">
          <a:xfrm>
            <a:off x="457200" y="6537960"/>
            <a:ext cx="752858" cy="164592"/>
          </a:xfrm>
          <a:prstGeom prst="rect">
            <a:avLst/>
          </a:prstGeom>
        </p:spPr>
      </p:pic>
    </p:spTree>
    <p:extLst>
      <p:ext uri="{BB962C8B-B14F-4D97-AF65-F5344CB8AC3E}">
        <p14:creationId xmlns:p14="http://schemas.microsoft.com/office/powerpoint/2010/main" val="726427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3065FBC-B738-C54B-9BC4-18152E824057}"/>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Object 3" hidden="1">
                        <a:extLst>
                          <a:ext uri="{FF2B5EF4-FFF2-40B4-BE49-F238E27FC236}">
                            <a16:creationId xmlns:a16="http://schemas.microsoft.com/office/drawing/2014/main" id="{93065FBC-B738-C54B-9BC4-18152E82405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73D6335A-B440-264A-ADCF-510226FDCEF3}"/>
              </a:ext>
            </a:extLst>
          </p:cNvPr>
          <p:cNvSpPr>
            <a:spLocks noGrp="1"/>
          </p:cNvSpPr>
          <p:nvPr>
            <p:ph type="body" sz="half" idx="15" hasCustomPrompt="1"/>
          </p:nvPr>
        </p:nvSpPr>
        <p:spPr>
          <a:xfrm>
            <a:off x="6210301" y="6388100"/>
            <a:ext cx="4546600" cy="247650"/>
          </a:xfrm>
        </p:spPr>
        <p:txBody>
          <a:bodyPr anchor="b"/>
          <a:lstStyle>
            <a:lvl1pPr marL="0" indent="0" algn="r">
              <a:spcBef>
                <a:spcPts val="0"/>
              </a:spcBef>
              <a:spcAft>
                <a:spcPts val="0"/>
              </a:spcAft>
              <a:buNone/>
              <a:defRPr sz="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add a footnote</a:t>
            </a:r>
          </a:p>
        </p:txBody>
      </p:sp>
      <p:sp>
        <p:nvSpPr>
          <p:cNvPr id="7" name="Title 1">
            <a:extLst>
              <a:ext uri="{FF2B5EF4-FFF2-40B4-BE49-F238E27FC236}">
                <a16:creationId xmlns:a16="http://schemas.microsoft.com/office/drawing/2014/main" id="{354D9E00-BE79-044E-880B-B336004BBA7A}"/>
              </a:ext>
            </a:extLst>
          </p:cNvPr>
          <p:cNvSpPr>
            <a:spLocks noGrp="1"/>
          </p:cNvSpPr>
          <p:nvPr>
            <p:ph type="title" hasCustomPrompt="1"/>
          </p:nvPr>
        </p:nvSpPr>
        <p:spPr>
          <a:xfrm>
            <a:off x="457200" y="355601"/>
            <a:ext cx="11252199" cy="495299"/>
          </a:xfrm>
        </p:spPr>
        <p:txBody>
          <a:bodyPr vert="horz"/>
          <a:lstStyle/>
          <a:p>
            <a:r>
              <a:rPr lang="en-US" dirty="0"/>
              <a:t>Click to add title</a:t>
            </a:r>
          </a:p>
        </p:txBody>
      </p:sp>
      <p:sp>
        <p:nvSpPr>
          <p:cNvPr id="8" name="Text Placeholder 3">
            <a:extLst>
              <a:ext uri="{FF2B5EF4-FFF2-40B4-BE49-F238E27FC236}">
                <a16:creationId xmlns:a16="http://schemas.microsoft.com/office/drawing/2014/main" id="{93740D47-97C5-7046-A0ED-2FDCEE545EC7}"/>
              </a:ext>
            </a:extLst>
          </p:cNvPr>
          <p:cNvSpPr>
            <a:spLocks noGrp="1"/>
          </p:cNvSpPr>
          <p:nvPr>
            <p:ph type="body" sz="half" idx="2" hasCustomPrompt="1"/>
          </p:nvPr>
        </p:nvSpPr>
        <p:spPr>
          <a:xfrm>
            <a:off x="485776" y="806807"/>
            <a:ext cx="11223624" cy="318476"/>
          </a:xfrm>
        </p:spPr>
        <p:txBody>
          <a:bodyPr/>
          <a:lstStyle>
            <a:lvl1pPr marL="0" indent="0">
              <a:buNone/>
              <a:defRPr sz="1800" b="1">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add subtitle</a:t>
            </a:r>
          </a:p>
        </p:txBody>
      </p:sp>
    </p:spTree>
    <p:extLst>
      <p:ext uri="{BB962C8B-B14F-4D97-AF65-F5344CB8AC3E}">
        <p14:creationId xmlns:p14="http://schemas.microsoft.com/office/powerpoint/2010/main" val="1800805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Body copy 0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2A5FA82-2327-CDEB-B9F8-3B599F0FE90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59838" y="5793009"/>
            <a:ext cx="11016269" cy="1063548"/>
          </a:xfrm>
          <a:prstGeom prst="rect">
            <a:avLst/>
          </a:prstGeom>
        </p:spPr>
      </p:pic>
      <p:cxnSp>
        <p:nvCxnSpPr>
          <p:cNvPr id="7" name="Straight Connector 6"/>
          <p:cNvCxnSpPr/>
          <p:nvPr userDrawn="1"/>
        </p:nvCxnSpPr>
        <p:spPr>
          <a:xfrm>
            <a:off x="707011" y="1225966"/>
            <a:ext cx="10291427"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1" name="Title 1"/>
          <p:cNvSpPr>
            <a:spLocks noGrp="1"/>
          </p:cNvSpPr>
          <p:nvPr>
            <p:ph type="title"/>
          </p:nvPr>
        </p:nvSpPr>
        <p:spPr>
          <a:xfrm>
            <a:off x="559838" y="65991"/>
            <a:ext cx="11632162" cy="1173089"/>
          </a:xfrm>
          <a:prstGeom prst="rect">
            <a:avLst/>
          </a:prstGeom>
        </p:spPr>
        <p:txBody>
          <a:bodyPr anchor="ctr">
            <a:normAutofit/>
          </a:bodyPr>
          <a:lstStyle>
            <a:lvl1pPr>
              <a:defRPr sz="3600" b="1" i="0">
                <a:solidFill>
                  <a:schemeClr val="accent1"/>
                </a:solidFill>
                <a:latin typeface="QBE Sans SemiBold" panose="020B0503020203020204" pitchFamily="34" charset="77"/>
                <a:cs typeface="QBE Sans SemiBold" panose="020B0503020203020204" pitchFamily="34" charset="77"/>
              </a:defRPr>
            </a:lvl1pPr>
          </a:lstStyle>
          <a:p>
            <a:r>
              <a:rPr lang="en-US"/>
              <a:t>Click to edit Master title style</a:t>
            </a:r>
            <a:endParaRPr lang="en-AU"/>
          </a:p>
        </p:txBody>
      </p:sp>
      <p:sp>
        <p:nvSpPr>
          <p:cNvPr id="18" name="Footer Placeholder 7">
            <a:extLst>
              <a:ext uri="{FF2B5EF4-FFF2-40B4-BE49-F238E27FC236}">
                <a16:creationId xmlns:a16="http://schemas.microsoft.com/office/drawing/2014/main" id="{26AE08AA-DF60-0048-8D42-11D77C1D5B85}"/>
              </a:ext>
            </a:extLst>
          </p:cNvPr>
          <p:cNvSpPr>
            <a:spLocks noGrp="1"/>
          </p:cNvSpPr>
          <p:nvPr>
            <p:ph type="ftr" sz="quarter" idx="11"/>
          </p:nvPr>
        </p:nvSpPr>
        <p:spPr>
          <a:xfrm>
            <a:off x="1712998" y="6440147"/>
            <a:ext cx="8982789" cy="180391"/>
          </a:xfrm>
        </p:spPr>
        <p:txBody>
          <a:bodyPr/>
          <a:lstStyle>
            <a:lvl1pPr>
              <a:lnSpc>
                <a:spcPct val="100000"/>
              </a:lnSpc>
              <a:defRPr sz="900">
                <a:solidFill>
                  <a:schemeClr val="tx1"/>
                </a:solidFill>
                <a:latin typeface="QBE Sans" panose="020B0503020203020204" pitchFamily="34" charset="77"/>
                <a:cs typeface="QBE Sans" panose="020B0503020203020204" pitchFamily="34" charset="77"/>
              </a:defRPr>
            </a:lvl1pPr>
          </a:lstStyle>
          <a:p>
            <a:pPr>
              <a:buClr>
                <a:schemeClr val="accent1"/>
              </a:buClr>
            </a:pPr>
            <a:r>
              <a:rPr lang="en-GB" dirty="0" err="1"/>
              <a:t>xyz</a:t>
            </a:r>
            <a:r>
              <a:rPr lang="en-GB" dirty="0"/>
              <a:t> Europe - Our Cyber Offering</a:t>
            </a:r>
            <a:endParaRPr lang="en-AU" b="1" dirty="0"/>
          </a:p>
        </p:txBody>
      </p:sp>
      <p:sp>
        <p:nvSpPr>
          <p:cNvPr id="19" name="Slide Number Placeholder 16">
            <a:extLst>
              <a:ext uri="{FF2B5EF4-FFF2-40B4-BE49-F238E27FC236}">
                <a16:creationId xmlns:a16="http://schemas.microsoft.com/office/drawing/2014/main" id="{84C2FE78-6E15-7A41-89FE-E70A8318EE79}"/>
              </a:ext>
            </a:extLst>
          </p:cNvPr>
          <p:cNvSpPr txBox="1">
            <a:spLocks/>
          </p:cNvSpPr>
          <p:nvPr userDrawn="1"/>
        </p:nvSpPr>
        <p:spPr>
          <a:xfrm>
            <a:off x="11317360" y="6427705"/>
            <a:ext cx="430763" cy="19283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rgbClr val="002060"/>
                </a:solidFill>
                <a:latin typeface="Stag Book" panose="02000503060000020004" pitchFamily="50"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F89621-79B8-47EC-AA71-EA1610D8CF24}" type="slidenum">
              <a:rPr lang="en-AU" smtClean="0">
                <a:solidFill>
                  <a:schemeClr val="tx1"/>
                </a:solidFill>
                <a:latin typeface="QBE Sans" panose="020B0503020203020204" pitchFamily="34" charset="77"/>
                <a:cs typeface="QBE Sans" panose="020B0503020203020204" pitchFamily="34" charset="77"/>
              </a:rPr>
              <a:pPr/>
              <a:t>‹#›</a:t>
            </a:fld>
            <a:endParaRPr lang="en-AU">
              <a:solidFill>
                <a:schemeClr val="tx1"/>
              </a:solidFill>
              <a:latin typeface="QBE Sans" panose="020B0503020203020204" pitchFamily="34" charset="77"/>
              <a:cs typeface="QBE Sans" panose="020B0503020203020204" pitchFamily="34" charset="77"/>
            </a:endParaRPr>
          </a:p>
        </p:txBody>
      </p:sp>
      <p:pic>
        <p:nvPicPr>
          <p:cNvPr id="4" name="Picture 3" descr="A black background with a black square&#10;&#10;AI-generated content may be incorrect.">
            <a:extLst>
              <a:ext uri="{FF2B5EF4-FFF2-40B4-BE49-F238E27FC236}">
                <a16:creationId xmlns:a16="http://schemas.microsoft.com/office/drawing/2014/main" id="{AA9C3978-E594-C9A9-8F11-98DFEEB8187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59838" y="6269634"/>
            <a:ext cx="666534" cy="304467"/>
          </a:xfrm>
          <a:prstGeom prst="rect">
            <a:avLst/>
          </a:prstGeom>
        </p:spPr>
      </p:pic>
      <p:sp>
        <p:nvSpPr>
          <p:cNvPr id="8" name="Rectangle 7">
            <a:extLst>
              <a:ext uri="{FF2B5EF4-FFF2-40B4-BE49-F238E27FC236}">
                <a16:creationId xmlns:a16="http://schemas.microsoft.com/office/drawing/2014/main" id="{6A06529D-EF51-B2AB-35FA-6F0A855F5040}"/>
              </a:ext>
            </a:extLst>
          </p:cNvPr>
          <p:cNvSpPr/>
          <p:nvPr userDrawn="1"/>
        </p:nvSpPr>
        <p:spPr>
          <a:xfrm>
            <a:off x="0" y="0"/>
            <a:ext cx="1613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9AD4D65-A8D3-3452-058B-3699C94FBDF8}"/>
              </a:ext>
            </a:extLst>
          </p:cNvPr>
          <p:cNvSpPr>
            <a:spLocks noGrp="1"/>
          </p:cNvSpPr>
          <p:nvPr>
            <p:ph idx="1"/>
          </p:nvPr>
        </p:nvSpPr>
        <p:spPr>
          <a:xfrm>
            <a:off x="559837" y="1401353"/>
            <a:ext cx="11188285" cy="553010"/>
          </a:xfrm>
          <a:prstGeom prst="rect">
            <a:avLst/>
          </a:prstGeom>
        </p:spPr>
        <p:txBody>
          <a:bodyPr/>
          <a:lstStyle>
            <a:lvl1pPr marL="0" indent="0">
              <a:buNone/>
              <a:defRPr sz="2500" b="0" i="0">
                <a:latin typeface="QBE Sans" panose="020B0503020203020204" pitchFamily="34" charset="77"/>
                <a:cs typeface="QBE Sans" panose="020B0503020203020204" pitchFamily="34" charset="77"/>
              </a:defRPr>
            </a:lvl1pPr>
            <a:lvl2pPr>
              <a:defRPr sz="2000">
                <a:latin typeface="Stag Medium" panose="02000603060000020004" pitchFamily="50" charset="0"/>
              </a:defRPr>
            </a:lvl2pPr>
            <a:lvl3pPr>
              <a:defRPr sz="1800">
                <a:latin typeface="Stag Medium" panose="02000603060000020004" pitchFamily="50" charset="0"/>
              </a:defRPr>
            </a:lvl3pPr>
            <a:lvl4pPr>
              <a:defRPr>
                <a:latin typeface="Stag Medium" panose="02000603060000020004" pitchFamily="50" charset="0"/>
              </a:defRPr>
            </a:lvl4pPr>
            <a:lvl5pPr>
              <a:defRPr>
                <a:latin typeface="Stag Medium" panose="02000603060000020004" pitchFamily="50" charset="0"/>
              </a:defRPr>
            </a:lvl5pPr>
          </a:lstStyle>
          <a:p>
            <a:pPr lvl="0"/>
            <a:r>
              <a:rPr lang="en-US"/>
              <a:t>Click to edit Master text styles</a:t>
            </a:r>
          </a:p>
        </p:txBody>
      </p:sp>
      <p:sp>
        <p:nvSpPr>
          <p:cNvPr id="5" name="Content Placeholder 2">
            <a:extLst>
              <a:ext uri="{FF2B5EF4-FFF2-40B4-BE49-F238E27FC236}">
                <a16:creationId xmlns:a16="http://schemas.microsoft.com/office/drawing/2014/main" id="{6835E2EE-6E33-42C3-16B8-33D8FCC0D21A}"/>
              </a:ext>
            </a:extLst>
          </p:cNvPr>
          <p:cNvSpPr>
            <a:spLocks noGrp="1"/>
          </p:cNvSpPr>
          <p:nvPr>
            <p:ph idx="10"/>
          </p:nvPr>
        </p:nvSpPr>
        <p:spPr>
          <a:xfrm>
            <a:off x="559838" y="2001011"/>
            <a:ext cx="11188284" cy="3730482"/>
          </a:xfrm>
          <a:prstGeom prst="rect">
            <a:avLst/>
          </a:prstGeom>
        </p:spPr>
        <p:txBody>
          <a:bodyPr/>
          <a:lstStyle>
            <a:lvl1pPr>
              <a:buClr>
                <a:schemeClr val="accent1"/>
              </a:buClr>
              <a:defRPr sz="2000" b="0" i="0">
                <a:latin typeface="QBE Sans" panose="020B0503020203020204" pitchFamily="34" charset="77"/>
                <a:cs typeface="QBE Sans" panose="020B0503020203020204" pitchFamily="34" charset="77"/>
              </a:defRPr>
            </a:lvl1pPr>
            <a:lvl2pPr>
              <a:defRPr sz="2000">
                <a:latin typeface="Stag Medium" panose="02000603060000020004" pitchFamily="50" charset="0"/>
              </a:defRPr>
            </a:lvl2pPr>
            <a:lvl3pPr>
              <a:defRPr sz="1800">
                <a:latin typeface="Stag Medium" panose="02000603060000020004" pitchFamily="50" charset="0"/>
              </a:defRPr>
            </a:lvl3pPr>
            <a:lvl4pPr>
              <a:defRPr>
                <a:latin typeface="Stag Medium" panose="02000603060000020004" pitchFamily="50" charset="0"/>
              </a:defRPr>
            </a:lvl4pPr>
            <a:lvl5pPr>
              <a:defRPr>
                <a:latin typeface="Stag Medium" panose="02000603060000020004" pitchFamily="50" charset="0"/>
              </a:defRPr>
            </a:lvl5pPr>
          </a:lstStyle>
          <a:p>
            <a:pPr lvl="0"/>
            <a:r>
              <a:rPr lang="en-US"/>
              <a:t>Click to edit Master text styles</a:t>
            </a:r>
          </a:p>
        </p:txBody>
      </p:sp>
    </p:spTree>
    <p:extLst>
      <p:ext uri="{BB962C8B-B14F-4D97-AF65-F5344CB8AC3E}">
        <p14:creationId xmlns:p14="http://schemas.microsoft.com/office/powerpoint/2010/main" val="1382427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custDataLst>
              <p:custData r:id="rId1"/>
            </p:custDataLst>
          </p:nvPr>
        </p:nvSpPr>
        <p:spPr/>
        <p:txBody>
          <a:bodyPr/>
          <a:lstStyle/>
          <a:p>
            <a:r>
              <a:rPr lang="en-GB"/>
              <a:t>Click to add title</a:t>
            </a:r>
            <a:endParaRPr lang="en-GB" dirty="0"/>
          </a:p>
        </p:txBody>
      </p:sp>
      <p:sp>
        <p:nvSpPr>
          <p:cNvPr id="3" name="Content Placeholder 2"/>
          <p:cNvSpPr>
            <a:spLocks noGrp="1"/>
          </p:cNvSpPr>
          <p:nvPr>
            <p:ph idx="1" hasCustomPrompt="1"/>
            <p:custDataLst>
              <p:custData r:id="rId2"/>
            </p:custDataLst>
          </p:nvPr>
        </p:nvSpPr>
        <p:spPr/>
        <p:txBody>
          <a:bodyPr/>
          <a:lstStyle/>
          <a:p>
            <a:pPr lvl="0"/>
            <a:r>
              <a:rPr lang="en-GB"/>
              <a:t>Click to add text</a:t>
            </a:r>
            <a:endParaRPr lang="en-GB" dirty="0"/>
          </a:p>
        </p:txBody>
      </p:sp>
      <p:sp>
        <p:nvSpPr>
          <p:cNvPr id="4" name="Slide Number Placeholder 3"/>
          <p:cNvSpPr>
            <a:spLocks noGrp="1"/>
          </p:cNvSpPr>
          <p:nvPr>
            <p:ph type="sldNum" sz="quarter" idx="10"/>
          </p:nvPr>
        </p:nvSpPr>
        <p:spPr/>
        <p:txBody>
          <a:bodyPr/>
          <a:lstStyle/>
          <a:p>
            <a:pPr algn="r"/>
            <a:fld id="{DF66040D-6F20-4F4B-8995-856BEECD84BE}" type="slidenum">
              <a:rPr lang="en-GB" smtClean="0"/>
              <a:pPr algn="r"/>
              <a:t>‹#›</a:t>
            </a:fld>
            <a:endParaRPr lang="en-GB" dirty="0"/>
          </a:p>
        </p:txBody>
      </p:sp>
      <p:sp>
        <p:nvSpPr>
          <p:cNvPr id="5" name="Footer Placeholder 4"/>
          <p:cNvSpPr>
            <a:spLocks noGrp="1"/>
          </p:cNvSpPr>
          <p:nvPr>
            <p:ph type="ftr" sz="quarter" idx="11"/>
          </p:nvPr>
        </p:nvSpPr>
        <p:spPr/>
        <p:txBody>
          <a:bodyPr/>
          <a:lstStyle/>
          <a:p>
            <a:pPr algn="r">
              <a:spcAft>
                <a:spcPts val="600"/>
              </a:spcAft>
              <a:buFont typeface="Arial" panose="020B0604020202020204" pitchFamily="34" charset="0"/>
              <a:buNone/>
            </a:pPr>
            <a:endParaRPr lang="en-GB" dirty="0"/>
          </a:p>
        </p:txBody>
      </p:sp>
      <p:sp>
        <p:nvSpPr>
          <p:cNvPr id="7" name="Text Placeholder 6"/>
          <p:cNvSpPr>
            <a:spLocks noGrp="1"/>
          </p:cNvSpPr>
          <p:nvPr>
            <p:ph type="body" sz="quarter" idx="12" hasCustomPrompt="1"/>
            <p:custDataLst>
              <p:custData r:id="rId3"/>
            </p:custDataLst>
          </p:nvPr>
        </p:nvSpPr>
        <p:spPr>
          <a:xfrm>
            <a:off x="485776" y="806400"/>
            <a:ext cx="11226800" cy="320400"/>
          </a:xfrm>
        </p:spPr>
        <p:txBody>
          <a:bodyPr/>
          <a:lstStyle>
            <a:lvl1pPr marL="0" indent="0">
              <a:buNone/>
              <a:defRPr b="1">
                <a:solidFill>
                  <a:schemeClr val="accent1"/>
                </a:solidFill>
              </a:defRPr>
            </a:lvl1pPr>
          </a:lstStyle>
          <a:p>
            <a:pPr lvl="0"/>
            <a:r>
              <a:rPr lang="en-GB" dirty="0"/>
              <a:t>Click to add subtitle</a:t>
            </a:r>
          </a:p>
        </p:txBody>
      </p:sp>
    </p:spTree>
    <p:extLst>
      <p:ext uri="{BB962C8B-B14F-4D97-AF65-F5344CB8AC3E}">
        <p14:creationId xmlns:p14="http://schemas.microsoft.com/office/powerpoint/2010/main" val="35163867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0799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customXml" Target="../../customXml/item48.xml"/><Relationship Id="rId3" Type="http://schemas.openxmlformats.org/officeDocument/2006/relationships/slideLayout" Target="../slideLayouts/slideLayout3.xml"/><Relationship Id="rId21"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customXml" Target="../../customXml/item10.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customXml" Target="../../customXml/item40.xml"/><Relationship Id="rId29"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customXml" Target="../../customXml/item27.xml"/><Relationship Id="rId32"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customXml" Target="../../customXml/item35.xml"/><Relationship Id="rId28" Type="http://schemas.openxmlformats.org/officeDocument/2006/relationships/customXml" Target="../../customXml/item17.xml"/><Relationship Id="rId10" Type="http://schemas.openxmlformats.org/officeDocument/2006/relationships/slideLayout" Target="../slideLayouts/slideLayout10.xml"/><Relationship Id="rId19" Type="http://schemas.openxmlformats.org/officeDocument/2006/relationships/theme" Target="../theme/theme1.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customXml" Target="../../customXml/item51.xml"/><Relationship Id="rId27" Type="http://schemas.openxmlformats.org/officeDocument/2006/relationships/customXml" Target="../../customXml/item14.xml"/><Relationship Id="rId3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1D680533-9F17-192B-0000-015C24CC08E4}"/>
              </a:ext>
            </a:extLst>
          </p:cNvPr>
          <p:cNvGraphicFramePr>
            <a:graphicFrameLocks/>
          </p:cNvGraphicFramePr>
          <p:nvPr userDrawn="1">
            <p:custDataLst>
              <p:tags r:id="rId21"/>
            </p:custDataLst>
            <p:extLst>
              <p:ext uri="{D42A27DB-BD31-4B8C-83A1-F6EECF244321}">
                <p14:modId xmlns:p14="http://schemas.microsoft.com/office/powerpoint/2010/main" val="40435510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9" imgW="384" imgH="384" progId="TCLayout.ActiveDocument.1">
                  <p:embed/>
                </p:oleObj>
              </mc:Choice>
              <mc:Fallback>
                <p:oleObj name="think-cell Slide" r:id="rId29" imgW="384" imgH="384" progId="TCLayout.ActiveDocument.1">
                  <p:embed/>
                  <p:pic>
                    <p:nvPicPr>
                      <p:cNvPr id="12" name="think-cell data - do not delete" hidden="1">
                        <a:extLst>
                          <a:ext uri="{FF2B5EF4-FFF2-40B4-BE49-F238E27FC236}">
                            <a16:creationId xmlns:a16="http://schemas.microsoft.com/office/drawing/2014/main" id="{1D680533-9F17-192B-0000-015C24CC08E4}"/>
                          </a:ext>
                        </a:extLst>
                      </p:cNvPr>
                      <p:cNvPicPr/>
                      <p:nvPr/>
                    </p:nvPicPr>
                    <p:blipFill>
                      <a:blip r:embed="rId30"/>
                      <a:stretch>
                        <a:fillRect/>
                      </a:stretch>
                    </p:blipFill>
                    <p:spPr>
                      <a:xfrm>
                        <a:off x="1588" y="1588"/>
                        <a:ext cx="1588" cy="1588"/>
                      </a:xfrm>
                      <a:prstGeom prst="rect">
                        <a:avLst/>
                      </a:prstGeom>
                    </p:spPr>
                  </p:pic>
                </p:oleObj>
              </mc:Fallback>
            </mc:AlternateContent>
          </a:graphicData>
        </a:graphic>
      </p:graphicFrame>
      <p:sp>
        <p:nvSpPr>
          <p:cNvPr id="15" name="Footer Rule">
            <a:extLst>
              <a:ext uri="{FF2B5EF4-FFF2-40B4-BE49-F238E27FC236}">
                <a16:creationId xmlns:a16="http://schemas.microsoft.com/office/drawing/2014/main" id="{BD955FAD-75A5-2D64-CA2C-BAD2BD804A6E}"/>
              </a:ext>
            </a:extLst>
          </p:cNvPr>
          <p:cNvSpPr/>
          <p:nvPr userDrawn="1">
            <p:custDataLst>
              <p:custData r:id="rId22"/>
            </p:custDataLst>
          </p:nvPr>
        </p:nvSpPr>
        <p:spPr>
          <a:xfrm>
            <a:off x="457200" y="6400800"/>
            <a:ext cx="11278800" cy="0"/>
          </a:xfrm>
          <a:prstGeom prst="line">
            <a:avLst/>
          </a:prstGeom>
          <a:noFill/>
          <a:ln w="6350">
            <a:solidFill>
              <a:schemeClr val="dk1"/>
            </a:solidFill>
            <a:prstDash val="solid"/>
            <a:headEnd type="none"/>
            <a:tailEnd type="none"/>
          </a:ln>
        </p:spPr>
        <p:txBody>
          <a:bodyPr lIns="0" tIns="0" rIns="0" bIns="0"/>
          <a:lstStyle/>
          <a:p>
            <a:endParaRPr lang="en-US" sz="700">
              <a:solidFill>
                <a:schemeClr val="tx1"/>
              </a:solidFill>
            </a:endParaRPr>
          </a:p>
        </p:txBody>
      </p:sp>
      <p:sp>
        <p:nvSpPr>
          <p:cNvPr id="3" name="Text Placeholder 2"/>
          <p:cNvSpPr>
            <a:spLocks noGrp="1"/>
          </p:cNvSpPr>
          <p:nvPr>
            <p:ph type="body" idx="1"/>
            <p:custDataLst>
              <p:custData r:id="rId23"/>
            </p:custDataLst>
          </p:nvPr>
        </p:nvSpPr>
        <p:spPr>
          <a:xfrm>
            <a:off x="457200" y="1411200"/>
            <a:ext cx="11278800" cy="4878000"/>
          </a:xfrm>
          <a:prstGeom prst="rect">
            <a:avLst/>
          </a:prstGeom>
        </p:spPr>
        <p:txBody>
          <a:bodyPr vert="horz" lIns="0" tIns="0" rIns="0" bIns="0" rtlCol="0" anchor="t">
            <a:noAutofit/>
          </a:bodyPr>
          <a:lstStyle/>
          <a:p>
            <a:pPr lvl="0"/>
            <a:r>
              <a:rPr lang="en-GB"/>
              <a:t>Click to add text</a:t>
            </a:r>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endParaRPr lang="en-GB" dirty="0"/>
          </a:p>
        </p:txBody>
      </p:sp>
      <p:sp>
        <p:nvSpPr>
          <p:cNvPr id="2" name="Title Placeholder 1">
            <a:extLst>
              <a:ext uri="{FF2B5EF4-FFF2-40B4-BE49-F238E27FC236}">
                <a16:creationId xmlns:a16="http://schemas.microsoft.com/office/drawing/2014/main" id="{C8BF2755-4D67-7808-1948-919E7A634DA2}"/>
              </a:ext>
            </a:extLst>
          </p:cNvPr>
          <p:cNvSpPr>
            <a:spLocks noGrp="1"/>
          </p:cNvSpPr>
          <p:nvPr>
            <p:ph type="title"/>
            <p:custDataLst>
              <p:custData r:id="rId24"/>
            </p:custDataLst>
          </p:nvPr>
        </p:nvSpPr>
        <p:spPr>
          <a:xfrm>
            <a:off x="457200" y="381600"/>
            <a:ext cx="11278800" cy="462985"/>
          </a:xfrm>
          <a:prstGeom prst="rect">
            <a:avLst/>
          </a:prstGeom>
        </p:spPr>
        <p:txBody>
          <a:bodyPr vert="horz" lIns="0" tIns="0" rIns="0" bIns="0" rtlCol="0" anchor="t" anchorCtr="0">
            <a:noAutofit/>
          </a:bodyPr>
          <a:lstStyle/>
          <a:p>
            <a:r>
              <a:rPr lang="en-US"/>
              <a:t>Click to add title</a:t>
            </a:r>
            <a:endParaRPr lang="en-GB" dirty="0"/>
          </a:p>
        </p:txBody>
      </p:sp>
      <p:sp>
        <p:nvSpPr>
          <p:cNvPr id="4" name="Copyright">
            <a:extLst>
              <a:ext uri="{FF2B5EF4-FFF2-40B4-BE49-F238E27FC236}">
                <a16:creationId xmlns:a16="http://schemas.microsoft.com/office/drawing/2014/main" id="{6F803E00-8150-57E6-D150-BB5FF2C89A24}"/>
              </a:ext>
            </a:extLst>
          </p:cNvPr>
          <p:cNvSpPr txBox="1">
            <a:spLocks/>
          </p:cNvSpPr>
          <p:nvPr userDrawn="1">
            <p:custDataLst>
              <p:custData r:id="rId25"/>
            </p:custDataLst>
          </p:nvPr>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GB" sz="700" dirty="0">
                <a:solidFill>
                  <a:schemeClr val="dk1"/>
                </a:solidFill>
              </a:rPr>
              <a:t>© 2026 insurance broker. All rights reserved.</a:t>
            </a:r>
            <a:endParaRPr lang="en-US" sz="700" dirty="0">
              <a:solidFill>
                <a:schemeClr val="dk1"/>
              </a:solidFill>
            </a:endParaRPr>
          </a:p>
        </p:txBody>
      </p:sp>
      <p:sp>
        <p:nvSpPr>
          <p:cNvPr id="5" name="Footer Placeholder">
            <a:extLst>
              <a:ext uri="{FF2B5EF4-FFF2-40B4-BE49-F238E27FC236}">
                <a16:creationId xmlns:a16="http://schemas.microsoft.com/office/drawing/2014/main" id="{E438964E-4D0C-57EA-04BE-4C762CBC4FDC}"/>
              </a:ext>
            </a:extLst>
          </p:cNvPr>
          <p:cNvSpPr>
            <a:spLocks noGrp="1"/>
          </p:cNvSpPr>
          <p:nvPr>
            <p:ph type="ftr" sz="quarter" idx="3"/>
            <p:custDataLst>
              <p:custData r:id="rId26"/>
            </p:custDataLst>
          </p:nvPr>
        </p:nvSpPr>
        <p:spPr>
          <a:xfrm>
            <a:off x="2374500" y="6570000"/>
            <a:ext cx="3607200" cy="154800"/>
          </a:xfrm>
          <a:prstGeom prst="rect">
            <a:avLst/>
          </a:prstGeom>
        </p:spPr>
        <p:txBody>
          <a:bodyPr vert="horz" lIns="0" tIns="0" rIns="0" bIns="0" rtlCol="0" anchor="b" anchorCtr="0"/>
          <a:lstStyle>
            <a:lvl1pPr algn="l">
              <a:spcAft>
                <a:spcPts val="600"/>
              </a:spcAft>
              <a:defRPr sz="700">
                <a:solidFill>
                  <a:schemeClr val="dk1"/>
                </a:solidFill>
              </a:defRPr>
            </a:lvl1pPr>
          </a:lstStyle>
          <a:p>
            <a:endParaRPr lang="en-GB" dirty="0">
              <a:solidFill>
                <a:schemeClr val="dk1"/>
              </a:solidFill>
            </a:endParaRPr>
          </a:p>
        </p:txBody>
      </p:sp>
      <p:sp>
        <p:nvSpPr>
          <p:cNvPr id="6" name="Date Placeholder">
            <a:extLst>
              <a:ext uri="{FF2B5EF4-FFF2-40B4-BE49-F238E27FC236}">
                <a16:creationId xmlns:a16="http://schemas.microsoft.com/office/drawing/2014/main" id="{A4CEB918-28DB-EA98-8588-510BE88A3916}"/>
              </a:ext>
            </a:extLst>
          </p:cNvPr>
          <p:cNvSpPr>
            <a:spLocks noGrp="1"/>
          </p:cNvSpPr>
          <p:nvPr>
            <p:ph type="dt" sz="half" idx="2"/>
            <p:custDataLst>
              <p:custData r:id="rId27"/>
            </p:custDataLst>
          </p:nvPr>
        </p:nvSpPr>
        <p:spPr>
          <a:xfrm>
            <a:off x="9927430" y="6447600"/>
            <a:ext cx="1436607" cy="122400"/>
          </a:xfrm>
          <a:prstGeom prst="rect">
            <a:avLst/>
          </a:prstGeom>
        </p:spPr>
        <p:txBody>
          <a:bodyPr vert="horz" lIns="0" tIns="0" rIns="0" bIns="0" rtlCol="0" anchor="ctr"/>
          <a:lstStyle>
            <a:lvl1pPr algn="r">
              <a:defRPr sz="700">
                <a:solidFill>
                  <a:schemeClr val="dk1"/>
                </a:solidFill>
              </a:defRPr>
            </a:lvl1pPr>
          </a:lstStyle>
          <a:p>
            <a:fld id="{628C1A70-05D8-4074-9975-95498A287F8F}" type="datetimeFigureOut">
              <a:rPr lang="en-GB" smtClean="0"/>
              <a:pPr/>
              <a:t>10/09/2026</a:t>
            </a:fld>
            <a:endParaRPr lang="en-GB" dirty="0"/>
          </a:p>
        </p:txBody>
      </p:sp>
      <p:sp>
        <p:nvSpPr>
          <p:cNvPr id="7" name="Slide Number Placeholder">
            <a:extLst>
              <a:ext uri="{FF2B5EF4-FFF2-40B4-BE49-F238E27FC236}">
                <a16:creationId xmlns:a16="http://schemas.microsoft.com/office/drawing/2014/main" id="{9C9C7E4E-E9E6-7D7F-C6BB-0458042DD118}"/>
              </a:ext>
            </a:extLst>
          </p:cNvPr>
          <p:cNvSpPr>
            <a:spLocks noGrp="1"/>
          </p:cNvSpPr>
          <p:nvPr>
            <p:ph type="sldNum" sz="quarter" idx="4"/>
            <p:custDataLst>
              <p:custData r:id="rId28"/>
            </p:custDataLst>
          </p:nvPr>
        </p:nvSpPr>
        <p:spPr>
          <a:xfrm>
            <a:off x="11368800" y="6620400"/>
            <a:ext cx="363600" cy="108000"/>
          </a:xfrm>
          <a:prstGeom prst="rect">
            <a:avLst/>
          </a:prstGeom>
        </p:spPr>
        <p:txBody>
          <a:bodyPr vert="horz" lIns="0" tIns="0" rIns="0" bIns="0" rtlCol="0" anchor="ctr"/>
          <a:lstStyle>
            <a:lvl1pPr algn="r">
              <a:defRPr sz="700">
                <a:solidFill>
                  <a:schemeClr val="dk1"/>
                </a:solidFill>
              </a:defRPr>
            </a:lvl1pPr>
          </a:lstStyle>
          <a:p>
            <a:fld id="{CC823384-2074-4C75-9031-ACAC8BCA8354}" type="slidenum">
              <a:rPr lang="en-GB" smtClean="0"/>
              <a:pPr/>
              <a:t>‹#›</a:t>
            </a:fld>
            <a:endParaRPr lang="en-GB" dirty="0"/>
          </a:p>
        </p:txBody>
      </p:sp>
      <p:pic>
        <p:nvPicPr>
          <p:cNvPr id="9" name="ContentLogo_WHITE" descr="The Marsh company logo." hidden="1">
            <a:extLst>
              <a:ext uri="{FF2B5EF4-FFF2-40B4-BE49-F238E27FC236}">
                <a16:creationId xmlns:a16="http://schemas.microsoft.com/office/drawing/2014/main" id="{88F2AA2B-EA5F-5BB6-0677-E5CCB348BE36}"/>
              </a:ext>
            </a:extLst>
          </p:cNvPr>
          <p:cNvPicPr>
            <a:picLocks noChangeAspect="1"/>
          </p:cNvPicPr>
          <p:nvPr userDrawn="1"/>
        </p:nvPicPr>
        <p:blipFill>
          <a:blip r:embed="rId31" cstate="email">
            <a:extLst>
              <a:ext uri="{28A0092B-C50C-407E-A947-70E740481C1C}">
                <a14:useLocalDpi xmlns:a14="http://schemas.microsoft.com/office/drawing/2010/main"/>
              </a:ext>
            </a:extLst>
          </a:blip>
          <a:stretch>
            <a:fillRect/>
          </a:stretch>
        </p:blipFill>
        <p:spPr bwMode="invGray">
          <a:xfrm>
            <a:off x="457200" y="6537960"/>
            <a:ext cx="752858" cy="164592"/>
          </a:xfrm>
          <a:prstGeom prst="rect">
            <a:avLst/>
          </a:prstGeom>
        </p:spPr>
      </p:pic>
      <p:pic>
        <p:nvPicPr>
          <p:cNvPr id="11" name="ContentLogo_COLOUR" descr="The Marsh company logo.">
            <a:extLst>
              <a:ext uri="{FF2B5EF4-FFF2-40B4-BE49-F238E27FC236}">
                <a16:creationId xmlns:a16="http://schemas.microsoft.com/office/drawing/2014/main" id="{AED2FCAC-4A9D-65DC-8031-7C5193B604BF}"/>
              </a:ext>
            </a:extLst>
          </p:cNvPr>
          <p:cNvPicPr>
            <a:picLocks noChangeAspect="1"/>
          </p:cNvPicPr>
          <p:nvPr userDrawn="1"/>
        </p:nvPicPr>
        <p:blipFill>
          <a:blip r:embed="rId32" cstate="email">
            <a:extLst>
              <a:ext uri="{28A0092B-C50C-407E-A947-70E740481C1C}">
                <a14:useLocalDpi xmlns:a14="http://schemas.microsoft.com/office/drawing/2010/main"/>
              </a:ext>
            </a:extLst>
          </a:blip>
          <a:stretch>
            <a:fillRect/>
          </a:stretch>
        </p:blipFill>
        <p:spPr bwMode="invGray">
          <a:xfrm>
            <a:off x="457200" y="6537960"/>
            <a:ext cx="752858" cy="164592"/>
          </a:xfrm>
          <a:prstGeom prst="rect">
            <a:avLst/>
          </a:prstGeom>
        </p:spPr>
      </p:pic>
    </p:spTree>
    <p:custDataLst>
      <p:custData r:id="rId20"/>
    </p:custDataLst>
    <p:extLst>
      <p:ext uri="{BB962C8B-B14F-4D97-AF65-F5344CB8AC3E}">
        <p14:creationId xmlns:p14="http://schemas.microsoft.com/office/powerpoint/2010/main" val="13193610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hdr="0" dt="0"/>
  <p:txStyles>
    <p:titleStyle>
      <a:lvl1pPr algn="l" defTabSz="457200" rtl="0" eaLnBrk="1" latinLnBrk="0" hangingPunct="1">
        <a:lnSpc>
          <a:spcPct val="100000"/>
        </a:lnSpc>
        <a:spcBef>
          <a:spcPct val="0"/>
        </a:spcBef>
        <a:buNone/>
        <a:defRPr sz="3200" b="0" i="0" kern="1200">
          <a:solidFill>
            <a:schemeClr val="dk1"/>
          </a:solidFill>
          <a:latin typeface="+mj-lt"/>
          <a:ea typeface="+mj-ea"/>
          <a:cs typeface="+mj-cs"/>
        </a:defRPr>
      </a:lvl1pPr>
    </p:titleStyle>
    <p:bodyStyle>
      <a:lvl1pPr marL="228600" indent="-228600" algn="l" defTabSz="457200" rtl="0" eaLnBrk="1" latinLnBrk="0" hangingPunct="1">
        <a:spcBef>
          <a:spcPts val="0"/>
        </a:spcBef>
        <a:spcAft>
          <a:spcPts val="600"/>
        </a:spcAft>
        <a:buFont typeface="Arial" panose="020B0604020202020204" pitchFamily="34" charset="0"/>
        <a:buChar char="•"/>
        <a:defRPr sz="1600" b="0" kern="1200">
          <a:solidFill>
            <a:schemeClr val="dk1"/>
          </a:solidFill>
          <a:latin typeface="+mn-lt"/>
          <a:ea typeface="+mn-ea"/>
          <a:cs typeface="+mn-cs"/>
        </a:defRPr>
      </a:lvl1pPr>
      <a:lvl2pPr marL="457200" indent="-223838" algn="l" defTabSz="457200" rtl="0" eaLnBrk="1" latinLnBrk="0" hangingPunct="1">
        <a:spcBef>
          <a:spcPts val="0"/>
        </a:spcBef>
        <a:spcAft>
          <a:spcPts val="600"/>
        </a:spcAft>
        <a:buFont typeface="Arial" panose="020B0604020202020204" pitchFamily="34" charset="0"/>
        <a:buChar char="–"/>
        <a:tabLst/>
        <a:defRPr sz="1500" kern="1200">
          <a:solidFill>
            <a:schemeClr val="dk1"/>
          </a:solidFill>
          <a:latin typeface="+mn-lt"/>
          <a:ea typeface="+mn-ea"/>
          <a:cs typeface="+mn-cs"/>
        </a:defRPr>
      </a:lvl2pPr>
      <a:lvl3pPr marL="6858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3pPr>
      <a:lvl4pPr marL="9144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4pPr>
      <a:lvl5pPr marL="11430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5pPr>
      <a:lvl6pPr marL="13716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6pPr>
      <a:lvl7pPr marL="16002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7pPr>
      <a:lvl8pPr marL="18288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8pPr>
      <a:lvl9pPr marL="20574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9pPr>
    </p:bodyStyle>
    <p:otherStyle>
      <a:defPPr>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7" pos="3912">
          <p15:clr>
            <a:srgbClr val="F26B43"/>
          </p15:clr>
        </p15:guide>
        <p15:guide id="13" pos="288">
          <p15:clr>
            <a:srgbClr val="F26B43"/>
          </p15:clr>
        </p15:guide>
        <p15:guide id="19" pos="3768">
          <p15:clr>
            <a:srgbClr val="F26B43"/>
          </p15:clr>
        </p15:guide>
        <p15:guide id="27" orient="horz" pos="4224">
          <p15:clr>
            <a:srgbClr val="F26B43"/>
          </p15:clr>
        </p15:guide>
        <p15:guide id="29" orient="horz" pos="4032">
          <p15:clr>
            <a:srgbClr val="F26B43"/>
          </p15:clr>
        </p15:guide>
        <p15:guide id="31" orient="horz" pos="607">
          <p15:clr>
            <a:srgbClr val="F26B43"/>
          </p15:clr>
        </p15:guide>
        <p15:guide id="35" orient="horz" pos="888">
          <p15:clr>
            <a:srgbClr val="F26B43"/>
          </p15:clr>
        </p15:guide>
        <p15:guide id="38" orient="horz" pos="3960">
          <p15:clr>
            <a:srgbClr val="F26B43"/>
          </p15:clr>
        </p15:guide>
        <p15:guide id="39" pos="3840">
          <p15:clr>
            <a:srgbClr val="F26B43"/>
          </p15:clr>
        </p15:guide>
        <p15:guide id="40"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4.xml"/><Relationship Id="rId1" Type="http://schemas.openxmlformats.org/officeDocument/2006/relationships/customXml" Target="../../customXml/item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304C5-C1CC-4408-F54E-04A48189A55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CAD210D8-CD47-CF4F-4AEB-2810C6319199}"/>
              </a:ext>
            </a:extLst>
          </p:cNvPr>
          <p:cNvSpPr/>
          <p:nvPr/>
        </p:nvSpPr>
        <p:spPr>
          <a:xfrm>
            <a:off x="-9002" y="1627632"/>
            <a:ext cx="9210876" cy="479235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Pro Light"/>
              <a:ea typeface="+mn-ea"/>
              <a:cs typeface="+mn-cs"/>
            </a:endParaRPr>
          </a:p>
        </p:txBody>
      </p:sp>
      <p:sp>
        <p:nvSpPr>
          <p:cNvPr id="6" name="Text Placeholder 5">
            <a:extLst>
              <a:ext uri="{FF2B5EF4-FFF2-40B4-BE49-F238E27FC236}">
                <a16:creationId xmlns:a16="http://schemas.microsoft.com/office/drawing/2014/main" id="{95988626-0ADA-BDA7-4C75-0C3E79B9506A}"/>
              </a:ext>
            </a:extLst>
          </p:cNvPr>
          <p:cNvSpPr>
            <a:spLocks noGrp="1"/>
          </p:cNvSpPr>
          <p:nvPr>
            <p:ph type="body" sz="quarter" idx="12"/>
          </p:nvPr>
        </p:nvSpPr>
        <p:spPr>
          <a:xfrm>
            <a:off x="457200" y="920736"/>
            <a:ext cx="11278800" cy="320400"/>
          </a:xfrm>
        </p:spPr>
        <p:txBody>
          <a:bodyPr/>
          <a:lstStyle/>
          <a:p>
            <a:r>
              <a:rPr lang="en-US" sz="1400" dirty="0"/>
              <a:t>xxx………………………………………………………………………………………………………………………………………………………………………………………………………………………………………………………………………………………………………………………………………………………………………………………………..</a:t>
            </a:r>
          </a:p>
        </p:txBody>
      </p:sp>
      <p:sp>
        <p:nvSpPr>
          <p:cNvPr id="24" name="Title 2">
            <a:extLst>
              <a:ext uri="{FF2B5EF4-FFF2-40B4-BE49-F238E27FC236}">
                <a16:creationId xmlns:a16="http://schemas.microsoft.com/office/drawing/2014/main" id="{88D979BE-A7B3-4575-54DC-E93E2DC48294}"/>
              </a:ext>
            </a:extLst>
          </p:cNvPr>
          <p:cNvSpPr>
            <a:spLocks noGrp="1"/>
          </p:cNvSpPr>
          <p:nvPr>
            <p:ph type="title"/>
          </p:nvPr>
        </p:nvSpPr>
        <p:spPr>
          <a:xfrm>
            <a:off x="457200" y="326736"/>
            <a:ext cx="11278800" cy="462985"/>
          </a:xfrm>
        </p:spPr>
        <p:txBody>
          <a:bodyPr/>
          <a:lstStyle/>
          <a:p>
            <a:r>
              <a:rPr lang="en-US" dirty="0"/>
              <a:t>QBR Q2 </a:t>
            </a:r>
            <a:r>
              <a:rPr dirty="0"/>
              <a:t>Recap</a:t>
            </a:r>
          </a:p>
        </p:txBody>
      </p:sp>
      <p:sp>
        <p:nvSpPr>
          <p:cNvPr id="3" name="Slide Number Placeholder 8">
            <a:extLst>
              <a:ext uri="{FF2B5EF4-FFF2-40B4-BE49-F238E27FC236}">
                <a16:creationId xmlns:a16="http://schemas.microsoft.com/office/drawing/2014/main" id="{E7105962-092D-3338-FFDC-CDC6FA229276}"/>
              </a:ext>
            </a:extLst>
          </p:cNvPr>
          <p:cNvSpPr txBox="1">
            <a:spLocks/>
          </p:cNvSpPr>
          <p:nvPr/>
        </p:nvSpPr>
        <p:spPr>
          <a:xfrm>
            <a:off x="11368800" y="6620400"/>
            <a:ext cx="363600" cy="108000"/>
          </a:xfrm>
          <a:prstGeom prst="rect">
            <a:avLst/>
          </a:prstGeom>
        </p:spPr>
        <p:txBody>
          <a:bodyPr vert="horz" lIns="0" tIns="0" rIns="0" bIns="0" rtlCol="0" anchor="t">
            <a:noAutofit/>
          </a:bodyPr>
          <a:lstStyle>
            <a:lvl1pPr marL="0" indent="0" algn="l" defTabSz="457200" rtl="0" eaLnBrk="1" latinLnBrk="0" hangingPunct="1">
              <a:spcBef>
                <a:spcPts val="0"/>
              </a:spcBef>
              <a:spcAft>
                <a:spcPts val="600"/>
              </a:spcAft>
              <a:buFont typeface="Arial" panose="020B0604020202020204" pitchFamily="34" charset="0"/>
              <a:buNone/>
              <a:defRPr sz="1600" b="0" kern="1200">
                <a:solidFill>
                  <a:schemeClr val="bg2"/>
                </a:solidFill>
                <a:latin typeface="+mn-lt"/>
                <a:ea typeface="+mn-ea"/>
                <a:cs typeface="+mn-cs"/>
              </a:defRPr>
            </a:lvl1pPr>
            <a:lvl2pPr marL="457200" indent="-223838" algn="l" defTabSz="457200" rtl="0" eaLnBrk="1" latinLnBrk="0" hangingPunct="1">
              <a:spcBef>
                <a:spcPts val="0"/>
              </a:spcBef>
              <a:spcAft>
                <a:spcPts val="600"/>
              </a:spcAft>
              <a:buFont typeface="Arial" panose="020B0604020202020204" pitchFamily="34" charset="0"/>
              <a:buChar char="–"/>
              <a:tabLst/>
              <a:defRPr sz="1500" kern="1200">
                <a:solidFill>
                  <a:schemeClr val="dk1"/>
                </a:solidFill>
                <a:latin typeface="+mn-lt"/>
                <a:ea typeface="+mn-ea"/>
                <a:cs typeface="+mn-cs"/>
              </a:defRPr>
            </a:lvl2pPr>
            <a:lvl3pPr marL="6858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3pPr>
            <a:lvl4pPr marL="9144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4pPr>
            <a:lvl5pPr marL="11430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5pPr>
            <a:lvl6pPr marL="13716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6pPr>
            <a:lvl7pPr marL="16002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7pPr>
            <a:lvl8pPr marL="1828800" indent="-223838"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8pPr>
            <a:lvl9pPr marL="2057400" indent="-228600" algn="l" defTabSz="457200" rtl="0" eaLnBrk="1" latinLnBrk="0" hangingPunct="1">
              <a:spcBef>
                <a:spcPts val="0"/>
              </a:spcBef>
              <a:spcAft>
                <a:spcPts val="600"/>
              </a:spcAft>
              <a:buFont typeface="Arial" panose="020B0604020202020204" pitchFamily="34" charset="0"/>
              <a:buChar char="•"/>
              <a:tabLst/>
              <a:defRPr sz="1200" kern="1200">
                <a:solidFill>
                  <a:schemeClr val="dk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600"/>
              </a:spcAft>
              <a:buClrTx/>
              <a:buSzTx/>
              <a:buFont typeface="Arial" panose="020B0604020202020204" pitchFamily="34" charset="0"/>
              <a:buNone/>
              <a:tabLst/>
              <a:defRPr/>
            </a:pPr>
            <a:fld id="{1C704E18-2673-4E8C-9F04-16550C66BF79}" type="slidenum">
              <a:rPr kumimoji="0" lang="en-AU" sz="800" b="0" i="0" u="none" strike="noStrike" kern="1200" cap="none" spc="0" normalizeH="0" baseline="0" noProof="0" smtClean="0">
                <a:ln>
                  <a:noFill/>
                </a:ln>
                <a:solidFill>
                  <a:srgbClr val="CEECFF"/>
                </a:solidFill>
                <a:effectLst/>
                <a:uLnTx/>
                <a:uFillTx/>
                <a:latin typeface="Georgia Pro Light"/>
                <a:ea typeface="+mn-ea"/>
                <a:cs typeface="+mn-cs"/>
              </a:rPr>
              <a:pPr marL="0" marR="0" lvl="0" indent="0" algn="r" defTabSz="457200" rtl="0" eaLnBrk="1" fontAlgn="auto" latinLnBrk="0" hangingPunct="1">
                <a:lnSpc>
                  <a:spcPct val="100000"/>
                </a:lnSpc>
                <a:spcBef>
                  <a:spcPts val="0"/>
                </a:spcBef>
                <a:spcAft>
                  <a:spcPts val="600"/>
                </a:spcAft>
                <a:buClrTx/>
                <a:buSzTx/>
                <a:buFont typeface="Arial" panose="020B0604020202020204" pitchFamily="34" charset="0"/>
                <a:buNone/>
                <a:tabLst/>
                <a:defRPr/>
              </a:pPr>
              <a:t>1</a:t>
            </a:fld>
            <a:endParaRPr kumimoji="0" lang="en-AU" sz="800" b="0" i="0" u="none" strike="noStrike" kern="1200" cap="none" spc="0" normalizeH="0" baseline="0" noProof="0" dirty="0">
              <a:ln>
                <a:noFill/>
              </a:ln>
              <a:solidFill>
                <a:srgbClr val="CEECFF"/>
              </a:solidFill>
              <a:effectLst/>
              <a:uLnTx/>
              <a:uFillTx/>
              <a:latin typeface="Georgia Pro Light"/>
              <a:ea typeface="+mn-ea"/>
              <a:cs typeface="+mn-cs"/>
            </a:endParaRPr>
          </a:p>
        </p:txBody>
      </p:sp>
      <p:sp>
        <p:nvSpPr>
          <p:cNvPr id="5" name="TextBox 4">
            <a:extLst>
              <a:ext uri="{FF2B5EF4-FFF2-40B4-BE49-F238E27FC236}">
                <a16:creationId xmlns:a16="http://schemas.microsoft.com/office/drawing/2014/main" id="{2D6E828A-BAC9-4CCD-0A0C-606B669FE34C}"/>
              </a:ext>
            </a:extLst>
          </p:cNvPr>
          <p:cNvSpPr txBox="1"/>
          <p:nvPr/>
        </p:nvSpPr>
        <p:spPr>
          <a:xfrm>
            <a:off x="450597" y="1702112"/>
            <a:ext cx="2207936" cy="369332"/>
          </a:xfrm>
          <a:prstGeom prst="rect">
            <a:avLst/>
          </a:prstGeom>
          <a:noFill/>
        </p:spPr>
        <p:txBody>
          <a:bodyPr wrap="square" l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0F47"/>
                </a:solidFill>
                <a:effectLst/>
                <a:uLnTx/>
                <a:uFillTx/>
                <a:latin typeface="Georgia Pro Light"/>
                <a:ea typeface="Aptos" panose="020B0004020202020204" pitchFamily="34" charset="0"/>
                <a:cs typeface="Aptos" panose="020B0004020202020204" pitchFamily="34" charset="0"/>
              </a:rPr>
              <a:t>Key Themes</a:t>
            </a:r>
          </a:p>
        </p:txBody>
      </p:sp>
      <p:sp>
        <p:nvSpPr>
          <p:cNvPr id="8" name="Rectangle 7">
            <a:extLst>
              <a:ext uri="{FF2B5EF4-FFF2-40B4-BE49-F238E27FC236}">
                <a16:creationId xmlns:a16="http://schemas.microsoft.com/office/drawing/2014/main" id="{F028318F-07DB-9CE1-B91F-8194CEB12C86}"/>
              </a:ext>
            </a:extLst>
          </p:cNvPr>
          <p:cNvSpPr/>
          <p:nvPr/>
        </p:nvSpPr>
        <p:spPr>
          <a:xfrm>
            <a:off x="9201873" y="1627632"/>
            <a:ext cx="2997843" cy="479235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Pro Light"/>
              <a:ea typeface="+mn-ea"/>
              <a:cs typeface="+mn-cs"/>
            </a:endParaRPr>
          </a:p>
        </p:txBody>
      </p:sp>
      <p:sp>
        <p:nvSpPr>
          <p:cNvPr id="10" name="TextBox 9">
            <a:extLst>
              <a:ext uri="{FF2B5EF4-FFF2-40B4-BE49-F238E27FC236}">
                <a16:creationId xmlns:a16="http://schemas.microsoft.com/office/drawing/2014/main" id="{C8A3FB5C-62B9-7F18-70E8-03450C2B3900}"/>
              </a:ext>
            </a:extLst>
          </p:cNvPr>
          <p:cNvSpPr txBox="1"/>
          <p:nvPr/>
        </p:nvSpPr>
        <p:spPr>
          <a:xfrm>
            <a:off x="9201872" y="2067331"/>
            <a:ext cx="2807248" cy="3600986"/>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sz="1100" b="0" i="0" u="none" strike="noStrike" kern="1200" cap="none" spc="0" normalizeH="0" baseline="0" noProof="0" dirty="0">
                <a:ln>
                  <a:noFill/>
                </a:ln>
                <a:solidFill>
                  <a:srgbClr val="000F47"/>
                </a:solidFill>
                <a:effectLst/>
                <a:uLnTx/>
                <a:uFillTx/>
                <a:latin typeface="Arial"/>
                <a:ea typeface="+mn-ea"/>
                <a:cs typeface="+mn-cs"/>
              </a:rPr>
              <a:t>Product: </a:t>
            </a:r>
            <a:r>
              <a:rPr lang="en-US" sz="1100" dirty="0" err="1">
                <a:solidFill>
                  <a:srgbClr val="000F47"/>
                </a:solidFill>
                <a:latin typeface="Arial"/>
              </a:rPr>
              <a:t>xxxxxxxxxxxxx</a:t>
            </a:r>
            <a:r>
              <a:rPr lang="en-US" sz="1100" dirty="0">
                <a:solidFill>
                  <a:srgbClr val="000F47"/>
                </a:solidFill>
                <a:latin typeface="Arial"/>
              </a:rPr>
              <a:t>…………………………………………………………………………………………</a:t>
            </a:r>
            <a:endParaRPr kumimoji="0" lang="en-US" sz="1100" b="0" i="0" u="none" strike="noStrike" kern="1200" cap="none" spc="0" normalizeH="0" baseline="0" noProof="0" dirty="0">
              <a:ln>
                <a:noFill/>
              </a:ln>
              <a:solidFill>
                <a:srgbClr val="000F47"/>
              </a:solidFill>
              <a:effectLst/>
              <a:uLnTx/>
              <a:uFillTx/>
              <a:latin typeface="Arial"/>
              <a:ea typeface="+mn-ea"/>
              <a:cs typeface="+mn-cs"/>
            </a:endParaRPr>
          </a:p>
          <a:p>
            <a:pPr marL="171450" marR="0" lvl="0" indent="-171450" algn="l" defTabSz="4572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100" b="0" i="0" u="none" strike="noStrike" kern="1200" cap="none" spc="0" normalizeH="0" baseline="0" noProof="0" dirty="0">
                <a:ln>
                  <a:noFill/>
                </a:ln>
                <a:solidFill>
                  <a:srgbClr val="000F47"/>
                </a:solidFill>
                <a:effectLst/>
                <a:uLnTx/>
                <a:uFillTx/>
                <a:latin typeface="Arial"/>
                <a:ea typeface="+mn-ea"/>
                <a:cs typeface="+mn-cs"/>
              </a:rPr>
              <a:t>Northern Europe: …………………………………………………………………………………………………………………………………….</a:t>
            </a:r>
          </a:p>
          <a:p>
            <a:pPr marL="171450" marR="0" lvl="0" indent="-171450" algn="l" defTabSz="4572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sz="1100" b="0" i="0" u="none" strike="noStrike" kern="1200" cap="none" spc="0" normalizeH="0" baseline="0" noProof="0" dirty="0">
                <a:ln>
                  <a:noFill/>
                </a:ln>
                <a:solidFill>
                  <a:srgbClr val="000F47"/>
                </a:solidFill>
                <a:effectLst/>
                <a:uLnTx/>
                <a:uFillTx/>
                <a:latin typeface="Arial"/>
                <a:ea typeface="+mn-ea"/>
                <a:cs typeface="+mn-cs"/>
              </a:rPr>
              <a:t>Client Segmentation:</a:t>
            </a:r>
            <a:r>
              <a:rPr kumimoji="0" lang="en-US" sz="1100" b="0" i="0" u="none" strike="noStrike" kern="1200" cap="none" spc="0" normalizeH="0" baseline="0" noProof="0" dirty="0">
                <a:ln>
                  <a:noFill/>
                </a:ln>
                <a:solidFill>
                  <a:srgbClr val="000F47"/>
                </a:solidFill>
                <a:effectLst/>
                <a:uLnTx/>
                <a:uFillTx/>
                <a:latin typeface="Arial"/>
                <a:ea typeface="+mn-ea"/>
                <a:cs typeface="+mn-cs"/>
              </a:rPr>
              <a:t> </a:t>
            </a:r>
            <a:r>
              <a:rPr lang="en-US" sz="1100" dirty="0">
                <a:solidFill>
                  <a:srgbClr val="000F47"/>
                </a:solidFill>
                <a:latin typeface="Arial"/>
              </a:rPr>
              <a:t>……………………………………………………………………………………………………</a:t>
            </a:r>
            <a:endParaRPr kumimoji="0" sz="1100" b="0" i="0" u="none" strike="noStrike" kern="1200" cap="none" spc="0" normalizeH="0" baseline="0" noProof="0" dirty="0">
              <a:ln>
                <a:noFill/>
              </a:ln>
              <a:solidFill>
                <a:srgbClr val="000F47"/>
              </a:solidFill>
              <a:effectLst/>
              <a:uLnTx/>
              <a:uFillTx/>
              <a:latin typeface="Arial"/>
              <a:ea typeface="+mn-ea"/>
              <a:cs typeface="+mn-cs"/>
            </a:endParaRPr>
          </a:p>
          <a:p>
            <a:pPr marL="171450" marR="0" lvl="0" indent="-171450" algn="l" defTabSz="4572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sz="1100" b="0" i="0" u="none" strike="noStrike" kern="1200" cap="none" spc="0" normalizeH="0" baseline="0" noProof="0" dirty="0">
                <a:ln>
                  <a:noFill/>
                </a:ln>
                <a:solidFill>
                  <a:srgbClr val="000F47"/>
                </a:solidFill>
                <a:effectLst/>
                <a:uLnTx/>
                <a:uFillTx/>
                <a:latin typeface="Arial"/>
                <a:ea typeface="+mn-ea"/>
                <a:cs typeface="+mn-cs"/>
              </a:rPr>
              <a:t>Multinational </a:t>
            </a:r>
            <a:r>
              <a:rPr kumimoji="0" sz="1100" b="0" i="0" u="none" strike="noStrike" kern="1200" cap="none" spc="0" normalizeH="0" baseline="0" noProof="0">
                <a:ln>
                  <a:noFill/>
                </a:ln>
                <a:solidFill>
                  <a:srgbClr val="000F47"/>
                </a:solidFill>
                <a:effectLst/>
                <a:uLnTx/>
                <a:uFillTx/>
                <a:latin typeface="Arial"/>
                <a:ea typeface="+mn-ea"/>
                <a:cs typeface="+mn-cs"/>
              </a:rPr>
              <a:t>Development:</a:t>
            </a:r>
            <a:r>
              <a:rPr kumimoji="0" lang="en-US" sz="1100" b="0" i="0" u="none" strike="noStrike" kern="1200" cap="none" spc="0" normalizeH="0" baseline="0" noProof="0">
                <a:ln>
                  <a:noFill/>
                </a:ln>
                <a:solidFill>
                  <a:srgbClr val="000F47"/>
                </a:solidFill>
                <a:effectLst/>
                <a:uLnTx/>
                <a:uFillTx/>
                <a:latin typeface="Arial"/>
                <a:ea typeface="+mn-ea"/>
                <a:cs typeface="+mn-cs"/>
              </a:rPr>
              <a:t> ………………………………………………………………………………………………………………………………………………………………………………………</a:t>
            </a:r>
            <a:endParaRPr kumimoji="0" sz="1100" b="0" i="0" u="none" strike="noStrike" kern="1200" cap="none" spc="0" normalizeH="0" baseline="0" noProof="0" dirty="0">
              <a:ln>
                <a:noFill/>
              </a:ln>
              <a:solidFill>
                <a:srgbClr val="000F47"/>
              </a:solidFill>
              <a:effectLst/>
              <a:uLnTx/>
              <a:uFillTx/>
              <a:latin typeface="Arial"/>
              <a:ea typeface="+mn-ea"/>
              <a:cs typeface="+mn-cs"/>
            </a:endParaRPr>
          </a:p>
        </p:txBody>
      </p:sp>
      <p:sp>
        <p:nvSpPr>
          <p:cNvPr id="12" name="TextBox 11">
            <a:extLst>
              <a:ext uri="{FF2B5EF4-FFF2-40B4-BE49-F238E27FC236}">
                <a16:creationId xmlns:a16="http://schemas.microsoft.com/office/drawing/2014/main" id="{CE5B0DA9-E535-8676-A16C-4E05A6B02697}"/>
              </a:ext>
            </a:extLst>
          </p:cNvPr>
          <p:cNvSpPr txBox="1"/>
          <p:nvPr/>
        </p:nvSpPr>
        <p:spPr>
          <a:xfrm>
            <a:off x="9301744" y="1702112"/>
            <a:ext cx="1639455" cy="369332"/>
          </a:xfrm>
          <a:prstGeom prst="rect">
            <a:avLst/>
          </a:prstGeom>
          <a:noFill/>
        </p:spPr>
        <p:txBody>
          <a:bodyPr wrap="square" l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0F47"/>
                </a:solidFill>
                <a:effectLst/>
                <a:uLnTx/>
                <a:uFillTx/>
                <a:latin typeface="Georgia Pro Light"/>
                <a:ea typeface="Aptos" panose="020B0004020202020204" pitchFamily="34" charset="0"/>
                <a:cs typeface="Aptos" panose="020B0004020202020204" pitchFamily="34" charset="0"/>
              </a:rPr>
              <a:t>Actions</a:t>
            </a:r>
          </a:p>
        </p:txBody>
      </p:sp>
      <p:sp>
        <p:nvSpPr>
          <p:cNvPr id="4" name="TextBox 3">
            <a:extLst>
              <a:ext uri="{FF2B5EF4-FFF2-40B4-BE49-F238E27FC236}">
                <a16:creationId xmlns:a16="http://schemas.microsoft.com/office/drawing/2014/main" id="{75911817-8B4B-23F6-F270-B7C0B004ED11}"/>
              </a:ext>
            </a:extLst>
          </p:cNvPr>
          <p:cNvSpPr txBox="1"/>
          <p:nvPr/>
        </p:nvSpPr>
        <p:spPr>
          <a:xfrm>
            <a:off x="281473" y="2090931"/>
            <a:ext cx="8758355" cy="4416594"/>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F47"/>
                </a:solidFill>
                <a:effectLst/>
                <a:uLnTx/>
                <a:uFillTx/>
                <a:latin typeface="Arial"/>
                <a:ea typeface="+mn-ea"/>
                <a:cs typeface="+mn-cs"/>
              </a:rPr>
              <a:t>Market Position &amp; Growth Gap: </a:t>
            </a:r>
            <a:r>
              <a:rPr kumimoji="0" lang="en-US" sz="1100" b="0" i="0" u="none" strike="noStrike" kern="1200" cap="none" spc="0" normalizeH="0" baseline="0" noProof="0" dirty="0" err="1">
                <a:ln>
                  <a:noFill/>
                </a:ln>
                <a:solidFill>
                  <a:srgbClr val="000F47"/>
                </a:solidFill>
                <a:effectLst/>
                <a:uLnTx/>
                <a:uFillTx/>
                <a:latin typeface="Arial"/>
                <a:ea typeface="+mn-ea"/>
                <a:cs typeface="+mn-cs"/>
              </a:rPr>
              <a:t>xyz</a:t>
            </a:r>
            <a:r>
              <a:rPr kumimoji="0" lang="en-US" sz="1100" b="0" i="0" u="none" strike="noStrike" kern="1200" cap="none" spc="0" normalizeH="0" baseline="0" noProof="0" dirty="0">
                <a:ln>
                  <a:noFill/>
                </a:ln>
                <a:solidFill>
                  <a:srgbClr val="000F47"/>
                </a:solidFill>
                <a:effectLst/>
                <a:uLnTx/>
                <a:uFillTx/>
                <a:latin typeface="Arial"/>
                <a:ea typeface="+mn-ea"/>
                <a:cs typeface="+mn-cs"/>
              </a:rPr>
              <a:t> has improved rank and wallet share within the insurance broker peer group, but overall growth still trails both insurance broker and the top-five carrier set.</a:t>
            </a:r>
            <a:endParaRPr kumimoji="0" lang="en-US" sz="1100" b="1" i="0" u="none" strike="noStrike" kern="1200" cap="none" spc="0" normalizeH="0" baseline="0" noProof="0" dirty="0">
              <a:ln>
                <a:noFill/>
              </a:ln>
              <a:solidFill>
                <a:srgbClr val="000F47"/>
              </a:solidFill>
              <a:effectLst/>
              <a:uLnTx/>
              <a:uFillTx/>
              <a:latin typeface="Arial"/>
              <a:ea typeface="+mn-ea"/>
              <a:cs typeface="+mn-cs"/>
            </a:endParaRPr>
          </a:p>
          <a:p>
            <a:pPr marL="171450" marR="0" lvl="0" indent="-171450" algn="l" defTabSz="4572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F47"/>
                </a:solidFill>
                <a:effectLst/>
                <a:uLnTx/>
                <a:uFillTx/>
                <a:latin typeface="Arial"/>
                <a:ea typeface="+mn-ea"/>
                <a:cs typeface="+mn-cs"/>
              </a:rPr>
              <a:t>Country Priorities: </a:t>
            </a:r>
            <a:r>
              <a:rPr kumimoji="0" lang="en-US" sz="1100" b="0" i="0" u="none" strike="noStrike" kern="1200" cap="none" spc="0" normalizeH="0" baseline="0" noProof="0" dirty="0">
                <a:ln>
                  <a:noFill/>
                </a:ln>
                <a:solidFill>
                  <a:srgbClr val="000F47"/>
                </a:solidFill>
                <a:effectLst/>
                <a:uLnTx/>
                <a:uFillTx/>
                <a:latin typeface="Arial"/>
                <a:ea typeface="+mn-ea"/>
                <a:cs typeface="+mn-cs"/>
              </a:rPr>
              <a:t>Germany remains the anchor market, Spain is outperforming plan, and the Netherlands is showing the strongest percentage growth. France still needs pipeline re energizing and stronger Property openness, Italy needs selective growth beyond saturated PI conditions, and the Nordics require quicker quote flow and broader participation outside established facilities</a:t>
            </a:r>
            <a:r>
              <a:rPr kumimoji="0" lang="en-US" sz="1100" b="0" i="0" u="none" strike="noStrike" kern="1200" cap="none" spc="0" normalizeH="0" baseline="0" noProof="0" dirty="0">
                <a:ln>
                  <a:noFill/>
                </a:ln>
                <a:solidFill>
                  <a:srgbClr val="FF0000"/>
                </a:solidFill>
                <a:effectLst/>
                <a:uLnTx/>
                <a:uFillTx/>
                <a:latin typeface="Arial"/>
                <a:ea typeface="+mn-ea"/>
                <a:cs typeface="+mn-cs"/>
              </a:rPr>
              <a:t>. </a:t>
            </a:r>
            <a:endParaRPr kumimoji="0" lang="en-US" sz="1100" b="1" i="0" u="none" strike="noStrike" kern="1200" cap="none" spc="0" normalizeH="0" baseline="0" noProof="0" dirty="0">
              <a:ln>
                <a:noFill/>
              </a:ln>
              <a:solidFill>
                <a:srgbClr val="000F47"/>
              </a:solidFill>
              <a:effectLst/>
              <a:uLnTx/>
              <a:uFillTx/>
              <a:latin typeface="Arial"/>
              <a:ea typeface="+mn-ea"/>
              <a:cs typeface="+mn-cs"/>
            </a:endParaRPr>
          </a:p>
          <a:p>
            <a:pPr marL="171450" marR="0" lvl="0" indent="-171450" algn="l" defTabSz="4572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F47"/>
                </a:solidFill>
                <a:effectLst/>
                <a:uLnTx/>
                <a:uFillTx/>
                <a:latin typeface="Arial"/>
                <a:ea typeface="+mn-ea"/>
                <a:cs typeface="+mn-cs"/>
              </a:rPr>
              <a:t>Portfolio Performance: </a:t>
            </a:r>
            <a:r>
              <a:rPr kumimoji="0" lang="en-US" sz="1100" b="0" i="0" u="none" strike="noStrike" kern="1200" cap="none" spc="0" normalizeH="0" baseline="0" noProof="0" dirty="0" err="1">
                <a:ln>
                  <a:noFill/>
                </a:ln>
                <a:solidFill>
                  <a:srgbClr val="000F47"/>
                </a:solidFill>
                <a:effectLst/>
                <a:uLnTx/>
                <a:uFillTx/>
                <a:latin typeface="Arial"/>
                <a:ea typeface="+mn-ea"/>
                <a:cs typeface="+mn-cs"/>
              </a:rPr>
              <a:t>xyz</a:t>
            </a:r>
            <a:r>
              <a:rPr kumimoji="0" lang="en-US" sz="1100" b="0" i="0" u="none" strike="noStrike" kern="1200" cap="none" spc="0" normalizeH="0" baseline="0" noProof="0" dirty="0">
                <a:ln>
                  <a:noFill/>
                </a:ln>
                <a:solidFill>
                  <a:srgbClr val="000F47"/>
                </a:solidFill>
                <a:effectLst/>
                <a:uLnTx/>
                <a:uFillTx/>
                <a:latin typeface="Arial"/>
                <a:ea typeface="+mn-ea"/>
                <a:cs typeface="+mn-cs"/>
              </a:rPr>
              <a:t> Europe remains above internal plan, but the current QBR is clear that overall growth is still modest and behind the pace of both insurance broker and the top peer group. Germany, Spain, and the Netherlands provide the strongest momentum, while France, Italy, and the Nordics remain the main watch areas, particularly where new business conversion is softer. </a:t>
            </a:r>
            <a:endParaRPr kumimoji="0" lang="en-US" sz="1100" b="1" i="0" u="none" strike="noStrike" kern="1200" cap="none" spc="0" normalizeH="0" baseline="0" noProof="0" dirty="0">
              <a:ln>
                <a:noFill/>
              </a:ln>
              <a:solidFill>
                <a:srgbClr val="000F47"/>
              </a:solidFill>
              <a:effectLst/>
              <a:uLnTx/>
              <a:uFillTx/>
              <a:latin typeface="Arial"/>
              <a:ea typeface="+mn-ea"/>
              <a:cs typeface="+mn-cs"/>
            </a:endParaRPr>
          </a:p>
          <a:p>
            <a:pPr marL="171450" marR="0" lvl="0" indent="-171450" algn="l" defTabSz="4572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F47"/>
                </a:solidFill>
                <a:effectLst/>
                <a:uLnTx/>
                <a:uFillTx/>
                <a:latin typeface="Arial"/>
                <a:ea typeface="+mn-ea"/>
                <a:cs typeface="+mn-cs"/>
              </a:rPr>
              <a:t>Product Agenda: </a:t>
            </a:r>
            <a:r>
              <a:rPr kumimoji="0" lang="en-US" sz="1100" b="0" i="0" u="none" strike="noStrike" kern="1200" cap="none" spc="0" normalizeH="0" baseline="0" noProof="0" dirty="0">
                <a:ln>
                  <a:noFill/>
                </a:ln>
                <a:solidFill>
                  <a:srgbClr val="000F47"/>
                </a:solidFill>
                <a:effectLst/>
                <a:uLnTx/>
                <a:uFillTx/>
                <a:latin typeface="Arial"/>
                <a:ea typeface="+mn-ea"/>
                <a:cs typeface="+mn-cs"/>
              </a:rPr>
              <a:t>Marine portfolio growth tracking positively where insurance broker is flat YoY. Casualty and Property are still the clearest growth engine however important strategic question is how insurance broker and </a:t>
            </a:r>
            <a:r>
              <a:rPr kumimoji="0" lang="en-US" sz="1100" b="0" i="0" u="none" strike="noStrike" kern="1200" cap="none" spc="0" normalizeH="0" baseline="0" noProof="0" dirty="0" err="1">
                <a:ln>
                  <a:noFill/>
                </a:ln>
                <a:solidFill>
                  <a:srgbClr val="000F47"/>
                </a:solidFill>
                <a:effectLst/>
                <a:uLnTx/>
                <a:uFillTx/>
                <a:latin typeface="Arial"/>
                <a:ea typeface="+mn-ea"/>
                <a:cs typeface="+mn-cs"/>
              </a:rPr>
              <a:t>xyz</a:t>
            </a:r>
            <a:r>
              <a:rPr kumimoji="0" lang="en-US" sz="1100" b="0" i="0" u="none" strike="noStrike" kern="1200" cap="none" spc="0" normalizeH="0" baseline="0" noProof="0" dirty="0">
                <a:ln>
                  <a:noFill/>
                </a:ln>
                <a:solidFill>
                  <a:srgbClr val="000F47"/>
                </a:solidFill>
                <a:effectLst/>
                <a:uLnTx/>
                <a:uFillTx/>
                <a:latin typeface="Arial"/>
                <a:ea typeface="+mn-ea"/>
                <a:cs typeface="+mn-cs"/>
              </a:rPr>
              <a:t> align appetite, cross-sell, and proposition clarity across the broader Industry Products discussion. The emphasis has shifted from isolated product commentary to coordinated portfolio development.</a:t>
            </a:r>
            <a:endParaRPr kumimoji="0" lang="en-US" sz="1100" b="1" i="0" u="none" strike="noStrike" kern="1200" cap="none" spc="0" normalizeH="0" baseline="0" noProof="0" dirty="0">
              <a:ln>
                <a:noFill/>
              </a:ln>
              <a:solidFill>
                <a:srgbClr val="000F47"/>
              </a:solidFill>
              <a:effectLst/>
              <a:uLnTx/>
              <a:uFillTx/>
              <a:latin typeface="Arial"/>
              <a:ea typeface="+mn-ea"/>
              <a:cs typeface="+mn-cs"/>
            </a:endParaRPr>
          </a:p>
          <a:p>
            <a:pPr marL="171450" marR="0" lvl="0" indent="-171450" algn="l" defTabSz="4572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F47"/>
                </a:solidFill>
                <a:effectLst/>
                <a:uLnTx/>
                <a:uFillTx/>
                <a:latin typeface="Arial"/>
                <a:ea typeface="+mn-ea"/>
                <a:cs typeface="+mn-cs"/>
              </a:rPr>
              <a:t>Multinational Development: </a:t>
            </a:r>
            <a:r>
              <a:rPr kumimoji="0" lang="en-US" sz="1100" b="0" i="0" u="none" strike="noStrike" kern="1200" cap="none" spc="0" normalizeH="0" baseline="0" noProof="0" dirty="0">
                <a:ln>
                  <a:noFill/>
                </a:ln>
                <a:solidFill>
                  <a:srgbClr val="000F47"/>
                </a:solidFill>
                <a:effectLst/>
                <a:uLnTx/>
                <a:uFillTx/>
                <a:latin typeface="Arial"/>
                <a:ea typeface="+mn-ea"/>
                <a:cs typeface="+mn-cs"/>
              </a:rPr>
              <a:t>Multinational is positioned in this QBR as a forward-looking growth lever. insurance broker is already leading a significant number of programs across Europe, and both sides are using senior-level engagement — including the July Town Hall and planned office visits in H2 — to raise </a:t>
            </a:r>
            <a:r>
              <a:rPr kumimoji="0" lang="en-US" sz="1100" b="0" i="0" u="none" strike="noStrike" kern="1200" cap="none" spc="0" normalizeH="0" baseline="0" noProof="0" dirty="0" err="1">
                <a:ln>
                  <a:noFill/>
                </a:ln>
                <a:solidFill>
                  <a:srgbClr val="000F47"/>
                </a:solidFill>
                <a:effectLst/>
                <a:uLnTx/>
                <a:uFillTx/>
                <a:latin typeface="Arial"/>
                <a:ea typeface="+mn-ea"/>
                <a:cs typeface="+mn-cs"/>
              </a:rPr>
              <a:t>xyz</a:t>
            </a:r>
            <a:r>
              <a:rPr kumimoji="0" lang="en-US" sz="1100" b="0" i="0" u="none" strike="noStrike" kern="1200" cap="none" spc="0" normalizeH="0" baseline="0" noProof="0" dirty="0">
                <a:ln>
                  <a:noFill/>
                </a:ln>
                <a:solidFill>
                  <a:srgbClr val="000F47"/>
                </a:solidFill>
                <a:effectLst/>
                <a:uLnTx/>
                <a:uFillTx/>
                <a:latin typeface="Arial"/>
                <a:ea typeface="+mn-ea"/>
                <a:cs typeface="+mn-cs"/>
              </a:rPr>
              <a:t> visibility, sharpen proposition alignment,. and create a stronger platform for expansion. The multinational agenda is therefore not separate from the country agenda; it is the mechanism for scaling the relationship where momentum already exists</a:t>
            </a:r>
          </a:p>
          <a:p>
            <a:pPr marL="171450" marR="0" lvl="0" indent="-171450" algn="l" defTabSz="4572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F47"/>
                </a:solidFill>
                <a:effectLst/>
                <a:uLnTx/>
                <a:uFillTx/>
                <a:latin typeface="Arial"/>
                <a:ea typeface="+mn-ea"/>
                <a:cs typeface="+mn-cs"/>
              </a:rPr>
              <a:t>Client Segmentation &amp; Distribution: </a:t>
            </a:r>
            <a:r>
              <a:rPr kumimoji="0" lang="en-US" sz="1100" b="0" i="0" u="none" strike="noStrike" kern="1200" cap="none" spc="0" normalizeH="0" baseline="0" noProof="0" dirty="0">
                <a:ln>
                  <a:noFill/>
                </a:ln>
                <a:solidFill>
                  <a:srgbClr val="000F47"/>
                </a:solidFill>
                <a:effectLst/>
                <a:uLnTx/>
                <a:uFillTx/>
                <a:latin typeface="Arial"/>
                <a:ea typeface="+mn-ea"/>
                <a:cs typeface="+mn-cs"/>
              </a:rPr>
              <a:t>To deepen relevance in Corporate, Multinational, and Specialty segments, while increasing </a:t>
            </a:r>
            <a:r>
              <a:rPr kumimoji="0" lang="en-US" sz="1100" b="0" i="0" u="none" strike="noStrike" kern="1200" cap="none" spc="0" normalizeH="0" baseline="0" noProof="0" dirty="0" err="1">
                <a:ln>
                  <a:noFill/>
                </a:ln>
                <a:solidFill>
                  <a:srgbClr val="000F47"/>
                </a:solidFill>
                <a:effectLst/>
                <a:uLnTx/>
                <a:uFillTx/>
                <a:latin typeface="Arial"/>
                <a:ea typeface="+mn-ea"/>
                <a:cs typeface="+mn-cs"/>
              </a:rPr>
              <a:t>xyz</a:t>
            </a:r>
            <a:r>
              <a:rPr kumimoji="0" lang="en-US" sz="1100" b="0" i="0" u="none" strike="noStrike" kern="1200" cap="none" spc="0" normalizeH="0" baseline="0" noProof="0" dirty="0">
                <a:ln>
                  <a:noFill/>
                </a:ln>
                <a:solidFill>
                  <a:srgbClr val="000F47"/>
                </a:solidFill>
                <a:effectLst/>
                <a:uLnTx/>
                <a:uFillTx/>
                <a:latin typeface="Arial"/>
                <a:ea typeface="+mn-ea"/>
                <a:cs typeface="+mn-cs"/>
              </a:rPr>
              <a:t> visibility with insurance broker teams in Northern Europe. In practice, that means stronger engagement around target accounts, more credible participation at primary level where needed, and better conversion of relationship goodwill into structured new business opportunities</a:t>
            </a:r>
          </a:p>
        </p:txBody>
      </p:sp>
    </p:spTree>
    <p:extLst>
      <p:ext uri="{BB962C8B-B14F-4D97-AF65-F5344CB8AC3E}">
        <p14:creationId xmlns:p14="http://schemas.microsoft.com/office/powerpoint/2010/main" val="2648227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4665B31-4E2F-525E-4D7F-13DE81071C3C}"/>
              </a:ext>
            </a:extLst>
          </p:cNvPr>
          <p:cNvPicPr>
            <a:picLocks noChangeAspect="1"/>
          </p:cNvPicPr>
          <p:nvPr/>
        </p:nvPicPr>
        <p:blipFill>
          <a:blip r:embed="rId3" cstate="email">
            <a:alphaModFix amt="10000"/>
            <a:extLst>
              <a:ext uri="{28A0092B-C50C-407E-A947-70E740481C1C}">
                <a14:useLocalDpi xmlns:a14="http://schemas.microsoft.com/office/drawing/2010/main"/>
              </a:ext>
            </a:extLst>
          </a:blip>
          <a:srcRect/>
          <a:stretch>
            <a:fillRect/>
          </a:stretch>
        </p:blipFill>
        <p:spPr>
          <a:xfrm flipH="1">
            <a:off x="0" y="0"/>
            <a:ext cx="12192000" cy="6858000"/>
          </a:xfrm>
          <a:prstGeom prst="rect">
            <a:avLst/>
          </a:prstGeom>
          <a:solidFill>
            <a:schemeClr val="accent1"/>
          </a:solidFill>
        </p:spPr>
      </p:pic>
      <p:sp>
        <p:nvSpPr>
          <p:cNvPr id="3" name="Title 2">
            <a:extLst>
              <a:ext uri="{FF2B5EF4-FFF2-40B4-BE49-F238E27FC236}">
                <a16:creationId xmlns:a16="http://schemas.microsoft.com/office/drawing/2014/main" id="{50FA5FF9-A251-4C32-B0C1-A9F49A3F6A0F}"/>
              </a:ext>
            </a:extLst>
          </p:cNvPr>
          <p:cNvSpPr>
            <a:spLocks noGrp="1"/>
          </p:cNvSpPr>
          <p:nvPr>
            <p:ph type="title"/>
          </p:nvPr>
        </p:nvSpPr>
        <p:spPr/>
        <p:txBody>
          <a:bodyPr/>
          <a:lstStyle/>
          <a:p>
            <a:r>
              <a:rPr lang="en-US" dirty="0"/>
              <a:t>Q2 QBR Country Feedback Summary</a:t>
            </a:r>
          </a:p>
        </p:txBody>
      </p:sp>
      <p:sp>
        <p:nvSpPr>
          <p:cNvPr id="5" name="Slide Number Placeholder 4">
            <a:extLst>
              <a:ext uri="{FF2B5EF4-FFF2-40B4-BE49-F238E27FC236}">
                <a16:creationId xmlns:a16="http://schemas.microsoft.com/office/drawing/2014/main" id="{A8903A87-CBDF-F173-80B1-F9B7CBB57AFC}"/>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23384-2074-4C75-9031-ACAC8BCA8354}" type="slidenum">
              <a:rPr kumimoji="0" lang="en-GB" sz="700" b="0" i="0" u="none" strike="noStrike" kern="1200" cap="none" spc="0" normalizeH="0" baseline="0" noProof="0" smtClean="0">
                <a:ln>
                  <a:noFill/>
                </a:ln>
                <a:solidFill>
                  <a:srgbClr val="CEECFF"/>
                </a:solidFill>
                <a:effectLst/>
                <a:uLnTx/>
                <a:uFillTx/>
                <a:latin typeface="Georgia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700" b="0" i="0" u="none" strike="noStrike" kern="1200" cap="none" spc="0" normalizeH="0" baseline="0" noProof="0" dirty="0">
              <a:ln>
                <a:noFill/>
              </a:ln>
              <a:solidFill>
                <a:srgbClr val="CEECFF"/>
              </a:solidFill>
              <a:effectLst/>
              <a:uLnTx/>
              <a:uFillTx/>
              <a:latin typeface="Georgia Pro Light"/>
              <a:ea typeface="+mn-ea"/>
              <a:cs typeface="+mn-cs"/>
            </a:endParaRPr>
          </a:p>
        </p:txBody>
      </p:sp>
      <p:sp>
        <p:nvSpPr>
          <p:cNvPr id="2" name="TextBox 1">
            <a:extLst>
              <a:ext uri="{FF2B5EF4-FFF2-40B4-BE49-F238E27FC236}">
                <a16:creationId xmlns:a16="http://schemas.microsoft.com/office/drawing/2014/main" id="{B1164EC3-D3B6-DC72-0A1B-3704A07E1224}"/>
              </a:ext>
            </a:extLst>
          </p:cNvPr>
          <p:cNvSpPr txBox="1"/>
          <p:nvPr/>
        </p:nvSpPr>
        <p:spPr>
          <a:xfrm>
            <a:off x="457200" y="1132741"/>
            <a:ext cx="11275200" cy="5044539"/>
          </a:xfrm>
          <a:prstGeom prst="rect">
            <a:avLst/>
          </a:prstGeom>
          <a:noFill/>
        </p:spPr>
        <p:txBody>
          <a:bodyPr wrap="square" lIns="0" tIns="0" rIns="0" bIns="0" numCol="4" spcCol="365760" rtlCol="0">
            <a:no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FFBF00"/>
                </a:solidFill>
                <a:effectLst/>
                <a:uLnTx/>
                <a:uFillTx/>
                <a:latin typeface="Arial"/>
                <a:ea typeface="+mn-ea"/>
                <a:cs typeface="+mn-cs"/>
              </a:rPr>
              <a:t>France</a:t>
            </a:r>
            <a:r>
              <a:rPr kumimoji="0" lang="en-US" sz="1000" b="0" i="0" u="none" strike="noStrike" kern="1200" cap="none" spc="0" normalizeH="0" baseline="0" noProof="0" dirty="0">
                <a:ln>
                  <a:noFill/>
                </a:ln>
                <a:solidFill>
                  <a:srgbClr val="FFFFFF"/>
                </a:solidFill>
                <a:effectLst/>
                <a:uLnTx/>
                <a:uFillTx/>
                <a:latin typeface="Arial"/>
                <a:ea typeface="+mn-ea"/>
                <a:cs typeface="+mn-cs"/>
              </a:rPr>
              <a:t>: The discussion highlighted that while the relationship between insurance broker and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teams is positive and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is well-regarded for its responsiveness in Liability and Marine Cargo, new business is the core concern for 2026.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is not yet seen as the most open Property market in France and FINPRO and Cyber are the areas where collaboration needs to be reinvigorated. The priority for the coming period is to jointly re-energize the new business pipeline, property appetite positioning, and developing a portfolio solutions approach.</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BF00"/>
                </a:solidFill>
                <a:effectLst/>
                <a:uLnTx/>
                <a:uFillTx/>
                <a:latin typeface="Arial"/>
                <a:ea typeface="+mn-ea"/>
                <a:cs typeface="+mn-cs"/>
              </a:rPr>
              <a:t>Germany</a:t>
            </a:r>
            <a:r>
              <a:rPr kumimoji="0" lang="en-US" sz="1000" b="0" i="0" u="none" strike="noStrike" kern="1200" cap="none" spc="0" normalizeH="0" baseline="0" noProof="0" dirty="0">
                <a:ln>
                  <a:noFill/>
                </a:ln>
                <a:solidFill>
                  <a:srgbClr val="FFFFFF"/>
                </a:solidFill>
                <a:effectLst/>
                <a:uLnTx/>
                <a:uFillTx/>
                <a:latin typeface="Arial"/>
                <a:ea typeface="+mn-ea"/>
                <a:cs typeface="+mn-cs"/>
              </a:rPr>
              <a:t>: The discussion highlighted very good overall collaboration and strong growth across the portfolio, with Germany performing as the strongest country in the European book.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has significantly improved its position within the insurance broker peer group in Germany, and the relationship is described as very good, with growth opportunities identified across most product lines. Property is the main driver of success, with Marine and Cyber also building well. The main watchout is FINPRO, where the market has been challenging, and Casualty new business, where renewals are carrying the line and new business needs attention.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BF00"/>
                </a:solidFill>
                <a:effectLst/>
                <a:uLnTx/>
                <a:uFillTx/>
                <a:latin typeface="Arial"/>
                <a:ea typeface="+mn-ea"/>
                <a:cs typeface="+mn-cs"/>
              </a:rPr>
              <a:t>Spain</a:t>
            </a:r>
            <a:r>
              <a:rPr kumimoji="0" lang="en-US" sz="1000" b="0" i="0" u="none" strike="noStrike" kern="1200" cap="none" spc="0" normalizeH="0" baseline="0" noProof="0" dirty="0">
                <a:ln>
                  <a:noFill/>
                </a:ln>
                <a:solidFill>
                  <a:srgbClr val="FFFFFF"/>
                </a:solidFill>
                <a:effectLst/>
                <a:uLnTx/>
                <a:uFillTx/>
                <a:latin typeface="Arial"/>
                <a:ea typeface="+mn-ea"/>
                <a:cs typeface="+mn-cs"/>
              </a:rPr>
              <a:t>: Spain was one of the strongest-performing markets in Q2 2026, with both new business and renewals exceeding plan. The relationship is positive and productive, and a particularly important development is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joining the insurance broker PI Panel as a preferred market for FINPRO — this is seen as a significant step forward for the partnership. Property is growing well and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is competitive. The main watchout is that the broader insurance broker book in Spain is growing rapidly, and there is more wallet share available that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is not yet fully capturing across Cyber and other lines.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BF00"/>
                </a:solidFill>
                <a:effectLst/>
                <a:uLnTx/>
                <a:uFillTx/>
                <a:latin typeface="Arial"/>
                <a:ea typeface="+mn-ea"/>
                <a:cs typeface="+mn-cs"/>
              </a:rPr>
              <a:t>Italy</a:t>
            </a:r>
            <a:r>
              <a:rPr kumimoji="0" lang="en-US" sz="1000" b="0" i="0" u="none" strike="noStrike" kern="1200" cap="none" spc="0" normalizeH="0" baseline="0" noProof="0" dirty="0">
                <a:ln>
                  <a:noFill/>
                </a:ln>
                <a:solidFill>
                  <a:srgbClr val="FFFFFF"/>
                </a:solidFill>
                <a:effectLst/>
                <a:uLnTx/>
                <a:uFillTx/>
                <a:latin typeface="Arial"/>
                <a:ea typeface="+mn-ea"/>
                <a:cs typeface="+mn-cs"/>
              </a:rPr>
              <a:t>: The discussion highlighted a strong and constructive working relationship between insurance broker and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Italy, with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described as a committed and collaborative partner. The professional indemnity market in Italy is structurally challenging — saturated with capacity and with limited new business opportunity — and this is the primary driver of the overall book decline. However, Cyber, Property, and FINPRO are all growing well and the Cyber collaboration is highlighted as particularly positive. The priority for 2026 is to maintain momentum, simplify the Cyber Facility process to improve retention, and identify growth channels beyond the areas of market saturation.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BF00"/>
                </a:solidFill>
                <a:effectLst/>
                <a:uLnTx/>
                <a:uFillTx/>
                <a:latin typeface="Arial"/>
                <a:ea typeface="+mn-ea"/>
                <a:cs typeface="+mn-cs"/>
              </a:rPr>
              <a:t>Netherlands</a:t>
            </a:r>
            <a:r>
              <a:rPr kumimoji="0" lang="en-US" sz="1000" b="0" i="0" u="none" strike="noStrike" kern="1200" cap="none" spc="0" normalizeH="0" baseline="0" noProof="0" dirty="0">
                <a:ln>
                  <a:noFill/>
                </a:ln>
                <a:solidFill>
                  <a:srgbClr val="FFFFFF"/>
                </a:solidFill>
                <a:effectLst/>
                <a:uLnTx/>
                <a:uFillTx/>
                <a:latin typeface="Arial"/>
                <a:ea typeface="+mn-ea"/>
                <a:cs typeface="+mn-cs"/>
              </a:rPr>
              <a:t>: The discussion highlighted good relationships across all lines and strong new business activity, with the Netherlands delivering the strongest growth of any country in the European portfolio in Q2 2026. Marine Cargo was recently launched as a new capability, and a specific cross-sell opportunity has been identified with a major existing client. The relationship is described as product-focused, and both sides agreed that the objective for 2026 is to deepen it into a more strategic partnership.</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BF00"/>
                </a:solidFill>
                <a:effectLst/>
                <a:uLnTx/>
                <a:uFillTx/>
                <a:latin typeface="Arial"/>
                <a:ea typeface="+mn-ea"/>
                <a:cs typeface="+mn-cs"/>
              </a:rPr>
              <a:t>Norway</a:t>
            </a:r>
            <a:r>
              <a:rPr kumimoji="0" lang="en-US" sz="1000" b="0" i="0" u="none" strike="noStrike" kern="1200" cap="none" spc="0" normalizeH="0" baseline="0" noProof="0" dirty="0">
                <a:ln>
                  <a:noFill/>
                </a:ln>
                <a:solidFill>
                  <a:srgbClr val="FFFFFF"/>
                </a:solidFill>
                <a:effectLst/>
                <a:uLnTx/>
                <a:uFillTx/>
                <a:latin typeface="Arial"/>
                <a:ea typeface="+mn-ea"/>
                <a:cs typeface="+mn-cs"/>
              </a:rPr>
              <a:t>: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was described as very responsive and broker-friendly in Norway, competitive on pricing, and reliable on renewals across Financial Lines and Cyber. The relationship is positive. The main area where improvement is needed is quote turnaround — it is essential that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forwards quotes for opportunities in a timely manner, particularly for business beyond the established facilities, as this is directly limiting new business capture.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BF00"/>
                </a:solidFill>
                <a:effectLst/>
                <a:uLnTx/>
                <a:uFillTx/>
                <a:latin typeface="Arial"/>
                <a:ea typeface="+mn-ea"/>
                <a:cs typeface="+mn-cs"/>
              </a:rPr>
              <a:t>Denmark</a:t>
            </a:r>
            <a:r>
              <a:rPr kumimoji="0" lang="en-US" sz="1000" b="0" i="0" u="none" strike="noStrike" kern="1200" cap="none" spc="0" normalizeH="0" baseline="0" noProof="0" dirty="0">
                <a:ln>
                  <a:noFill/>
                </a:ln>
                <a:solidFill>
                  <a:srgbClr val="FFFFFF"/>
                </a:solidFill>
                <a:effectLst/>
                <a:uLnTx/>
                <a:uFillTx/>
                <a:latin typeface="Arial"/>
                <a:ea typeface="+mn-ea"/>
                <a:cs typeface="+mn-cs"/>
              </a:rPr>
              <a:t>: The discussion highlighted strong collaboration on programs and good Cyber facility performance, with engagement increasing across the market. The absence of local underwriters remains a structural constraint for certain lines. Responses and competitiveness need to improve in non-facility business for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to fully participate in available opportunities. The current soft market environment is creating openings for targeted new business growth.</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BF00"/>
                </a:solidFill>
                <a:effectLst/>
                <a:uLnTx/>
                <a:uFillTx/>
                <a:latin typeface="Arial"/>
                <a:ea typeface="+mn-ea"/>
                <a:cs typeface="+mn-cs"/>
              </a:rPr>
              <a:t>Finland</a:t>
            </a:r>
            <a:r>
              <a:rPr kumimoji="0" lang="en-US" sz="1000" b="0" i="0" u="none" strike="noStrike" kern="1200" cap="none" spc="0" normalizeH="0" baseline="0" noProof="0" dirty="0">
                <a:ln>
                  <a:noFill/>
                </a:ln>
                <a:solidFill>
                  <a:srgbClr val="FFFFFF"/>
                </a:solidFill>
                <a:effectLst/>
                <a:uLnTx/>
                <a:uFillTx/>
                <a:latin typeface="Arial"/>
                <a:ea typeface="+mn-ea"/>
                <a:cs typeface="+mn-cs"/>
              </a:rPr>
              <a:t>: insurance broker highlighted good and efficient cooperation in Cyber however required active participation in FINPRO to be primary candidate.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xyz’s</a:t>
            </a:r>
            <a:r>
              <a:rPr kumimoji="0" lang="en-US" sz="1000" b="0" i="0" u="none" strike="noStrike" kern="1200" cap="none" spc="0" normalizeH="0" baseline="0" noProof="0" dirty="0">
                <a:ln>
                  <a:noFill/>
                </a:ln>
                <a:solidFill>
                  <a:srgbClr val="FFFFFF"/>
                </a:solidFill>
                <a:effectLst/>
                <a:uLnTx/>
                <a:uFillTx/>
                <a:latin typeface="Arial"/>
                <a:ea typeface="+mn-ea"/>
                <a:cs typeface="+mn-cs"/>
              </a:rPr>
              <a:t> increase their willing to participate in Property lines if its within their appetite. Cyber is a particular strength, with notable wins in the market and new buyers being identified for 2026 through the Cyber unity facility. The main area for development is Casualty, where responsiveness and follow-through need to improve. The key ask for 2026 is for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to participate more frequently as a strong primary candidate rather than positioning only as an excess market.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BF00"/>
                </a:solidFill>
                <a:effectLst/>
                <a:uLnTx/>
                <a:uFillTx/>
                <a:latin typeface="Arial"/>
                <a:ea typeface="+mn-ea"/>
                <a:cs typeface="+mn-cs"/>
              </a:rPr>
              <a:t>Sweden</a:t>
            </a:r>
            <a:r>
              <a:rPr kumimoji="0" lang="en-US" sz="1000" b="0" i="0" u="none" strike="noStrike" kern="1200" cap="none" spc="0" normalizeH="0" baseline="0" noProof="0" dirty="0">
                <a:ln>
                  <a:noFill/>
                </a:ln>
                <a:solidFill>
                  <a:srgbClr val="FFFFFF"/>
                </a:solidFill>
                <a:effectLst/>
                <a:uLnTx/>
                <a:uFillTx/>
                <a:latin typeface="Arial"/>
                <a:ea typeface="+mn-ea"/>
                <a:cs typeface="+mn-cs"/>
              </a:rPr>
              <a:t>: In Sweden,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underwriting teams are highly regarded for their expertise and market knowledge, and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a:t>
            </a:r>
            <a:r>
              <a:rPr kumimoji="0" lang="en-US" sz="1000" b="0" i="0" u="none" strike="noStrike" kern="1200" cap="none" spc="0" normalizeH="0" baseline="0" noProof="0" dirty="0">
                <a:ln>
                  <a:noFill/>
                </a:ln>
                <a:solidFill>
                  <a:srgbClr val="FFFFFF"/>
                </a:solidFill>
                <a:effectLst/>
                <a:uLnTx/>
                <a:uFillTx/>
                <a:latin typeface="Arial"/>
                <a:ea typeface="+mn-ea"/>
                <a:cs typeface="+mn-cs"/>
              </a:rPr>
              <a:t> is valued as a reliable and trusted partner, particularly in Casualty at the excess level and in Cyber. The relationship is active and collaborative. The main watchout is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xyz's</a:t>
            </a:r>
            <a:r>
              <a:rPr kumimoji="0" lang="en-US" sz="1000" b="0" i="0" u="none" strike="noStrike" kern="1200" cap="none" spc="0" normalizeH="0" baseline="0" noProof="0" dirty="0">
                <a:ln>
                  <a:noFill/>
                </a:ln>
                <a:solidFill>
                  <a:srgbClr val="FFFFFF"/>
                </a:solidFill>
                <a:effectLst/>
                <a:uLnTx/>
                <a:uFillTx/>
                <a:latin typeface="Arial"/>
                <a:ea typeface="+mn-ea"/>
                <a:cs typeface="+mn-cs"/>
              </a:rPr>
              <a:t> selective approach to primary Casualty underwriting, which is limiting overall volumes. The 2026 opportunity is to increase </a:t>
            </a:r>
            <a:r>
              <a:rPr kumimoji="0" lang="en-US" sz="1000" b="0" i="0" u="none" strike="noStrike" kern="1200" cap="none" spc="0" normalizeH="0" baseline="0" noProof="0" dirty="0" err="1">
                <a:ln>
                  <a:noFill/>
                </a:ln>
                <a:solidFill>
                  <a:srgbClr val="FFFFFF"/>
                </a:solidFill>
                <a:effectLst/>
                <a:uLnTx/>
                <a:uFillTx/>
                <a:latin typeface="Arial"/>
                <a:ea typeface="+mn-ea"/>
                <a:cs typeface="+mn-cs"/>
              </a:rPr>
              <a:t>xyz's</a:t>
            </a:r>
            <a:r>
              <a:rPr kumimoji="0" lang="en-US" sz="1000" b="0" i="0" u="none" strike="noStrike" kern="1200" cap="none" spc="0" normalizeH="0" baseline="0" noProof="0" dirty="0">
                <a:ln>
                  <a:noFill/>
                </a:ln>
                <a:solidFill>
                  <a:srgbClr val="FFFFFF"/>
                </a:solidFill>
                <a:effectLst/>
                <a:uLnTx/>
                <a:uFillTx/>
                <a:latin typeface="Arial"/>
                <a:ea typeface="+mn-ea"/>
                <a:cs typeface="+mn-cs"/>
              </a:rPr>
              <a:t> willingness to lead on primary positions and to deepen engagement across Corporate and Risk Management-segment clients.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err="1">
              <a:ln>
                <a:noFill/>
              </a:ln>
              <a:solidFill>
                <a:srgbClr val="000F47"/>
              </a:solidFill>
              <a:effectLst/>
              <a:uLnTx/>
              <a:uFillTx/>
              <a:latin typeface="Arial"/>
              <a:ea typeface="+mn-ea"/>
              <a:cs typeface="+mn-cs"/>
            </a:endParaRPr>
          </a:p>
        </p:txBody>
      </p:sp>
      <p:sp>
        <p:nvSpPr>
          <p:cNvPr id="9" name="Slide Number Placeholder 5">
            <a:extLst>
              <a:ext uri="{FF2B5EF4-FFF2-40B4-BE49-F238E27FC236}">
                <a16:creationId xmlns:a16="http://schemas.microsoft.com/office/drawing/2014/main" id="{A6571DAF-367F-799F-3979-FE3C4CDBA39B}"/>
              </a:ext>
            </a:extLst>
          </p:cNvPr>
          <p:cNvSpPr txBox="1">
            <a:spLocks/>
          </p:cNvSpPr>
          <p:nvPr/>
        </p:nvSpPr>
        <p:spPr>
          <a:xfrm>
            <a:off x="11368800" y="6620400"/>
            <a:ext cx="363600" cy="108000"/>
          </a:xfrm>
          <a:prstGeom prst="rect">
            <a:avLst/>
          </a:prstGeom>
        </p:spPr>
        <p:txBody>
          <a:bodyPr vert="horz" lIns="0" tIns="0" rIns="0" bIns="0" rtlCol="0" anchor="ctr"/>
          <a:lstStyle>
            <a:defPPr>
              <a:defRPr lang="en-GB"/>
            </a:defPPr>
            <a:lvl1pPr marL="0" algn="r" defTabSz="457200" rtl="0" eaLnBrk="1" latinLnBrk="0" hangingPunct="1">
              <a:defRPr sz="700" kern="1200">
                <a:solidFill>
                  <a:schemeClr val="bg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CC823384-2074-4C75-9031-ACAC8BCA8354}" type="slidenum">
              <a:rPr kumimoji="0" lang="en-GB" sz="700" b="0" i="0" u="none" strike="noStrike" kern="1200" cap="none" spc="0" normalizeH="0" baseline="0" noProof="0" smtClean="0">
                <a:ln>
                  <a:noFill/>
                </a:ln>
                <a:solidFill>
                  <a:srgbClr val="CEEC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GB" sz="700" b="0" i="0" u="none" strike="noStrike" kern="1200" cap="none" spc="0" normalizeH="0" baseline="0" noProof="0" dirty="0">
              <a:ln>
                <a:noFill/>
              </a:ln>
              <a:solidFill>
                <a:srgbClr val="CEECFF"/>
              </a:solidFill>
              <a:effectLst/>
              <a:uLnTx/>
              <a:uFillTx/>
              <a:latin typeface="Arial"/>
              <a:ea typeface="+mn-ea"/>
              <a:cs typeface="+mn-cs"/>
            </a:endParaRPr>
          </a:p>
        </p:txBody>
      </p:sp>
      <p:pic>
        <p:nvPicPr>
          <p:cNvPr id="10" name="ContentLogo_WHITE" descr="The Marsh company logo.">
            <a:extLst>
              <a:ext uri="{FF2B5EF4-FFF2-40B4-BE49-F238E27FC236}">
                <a16:creationId xmlns:a16="http://schemas.microsoft.com/office/drawing/2014/main" id="{B954A1B2-8528-F431-D784-B30D2E96DE80}"/>
              </a:ext>
            </a:extLst>
          </p:cNvPr>
          <p:cNvPicPr>
            <a:picLocks noChangeAspect="1"/>
          </p:cNvPicPr>
          <p:nvPr/>
        </p:nvPicPr>
        <p:blipFill>
          <a:blip r:embed="rId4"/>
          <a:stretch>
            <a:fillRect/>
          </a:stretch>
        </p:blipFill>
        <p:spPr bwMode="invGray">
          <a:xfrm>
            <a:off x="457200" y="6537960"/>
            <a:ext cx="752858" cy="164592"/>
          </a:xfrm>
          <a:prstGeom prst="rect">
            <a:avLst/>
          </a:prstGeom>
        </p:spPr>
      </p:pic>
      <p:sp>
        <p:nvSpPr>
          <p:cNvPr id="11" name="Footer Rule">
            <a:extLst>
              <a:ext uri="{FF2B5EF4-FFF2-40B4-BE49-F238E27FC236}">
                <a16:creationId xmlns:a16="http://schemas.microsoft.com/office/drawing/2014/main" id="{FE2E6999-578A-345F-F2DD-40F0AFFB17D6}"/>
              </a:ext>
            </a:extLst>
          </p:cNvPr>
          <p:cNvSpPr/>
          <p:nvPr>
            <p:custDataLst>
              <p:custData r:id="rId1"/>
            </p:custDataLst>
          </p:nvPr>
        </p:nvSpPr>
        <p:spPr>
          <a:xfrm>
            <a:off x="457200" y="6400800"/>
            <a:ext cx="11278800" cy="0"/>
          </a:xfrm>
          <a:prstGeom prst="line">
            <a:avLst/>
          </a:prstGeom>
          <a:noFill/>
          <a:ln w="6350">
            <a:solidFill>
              <a:schemeClr val="lt1"/>
            </a:solidFill>
            <a:prstDash val="solid"/>
            <a:headEnd type="none"/>
            <a:tailEnd type="none"/>
          </a:ln>
        </p:spPr>
        <p:txBody>
          <a:bodyPr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F47"/>
              </a:solidFill>
              <a:effectLst/>
              <a:uLnTx/>
              <a:uFillTx/>
              <a:latin typeface="Arial"/>
              <a:ea typeface="+mn-ea"/>
              <a:cs typeface="+mn-cs"/>
            </a:endParaRPr>
          </a:p>
        </p:txBody>
      </p:sp>
    </p:spTree>
    <p:extLst>
      <p:ext uri="{BB962C8B-B14F-4D97-AF65-F5344CB8AC3E}">
        <p14:creationId xmlns:p14="http://schemas.microsoft.com/office/powerpoint/2010/main" val="235625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6_MARSH">
  <a:themeElements>
    <a:clrScheme name="MARSH">
      <a:dk1>
        <a:srgbClr val="000F47"/>
      </a:dk1>
      <a:lt1>
        <a:srgbClr val="FFFFFF"/>
      </a:lt1>
      <a:dk2>
        <a:srgbClr val="7B7974"/>
      </a:dk2>
      <a:lt2>
        <a:srgbClr val="CEECFF"/>
      </a:lt2>
      <a:accent1>
        <a:srgbClr val="000F47"/>
      </a:accent1>
      <a:accent2>
        <a:srgbClr val="0B4BFF"/>
      </a:accent2>
      <a:accent3>
        <a:srgbClr val="82BAFF"/>
      </a:accent3>
      <a:accent4>
        <a:srgbClr val="CEECFF"/>
      </a:accent4>
      <a:accent5>
        <a:srgbClr val="FFBF00"/>
      </a:accent5>
      <a:accent6>
        <a:srgbClr val="B9B6B1"/>
      </a:accent6>
      <a:hlink>
        <a:srgbClr val="004CFF"/>
      </a:hlink>
      <a:folHlink>
        <a:srgbClr val="7B7974"/>
      </a:folHlink>
    </a:clrScheme>
    <a:fontScheme name="Marsh 2026">
      <a:majorFont>
        <a:latin typeface="Georgia Pro Light"/>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effectLst/>
      </a:spPr>
      <a:bodyPr rtlCol="0" anchor="ctr"/>
      <a:lstStyle>
        <a:defPPr algn="ctr">
          <a:defRPr dirty="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a:defPPr>
      </a:lstStyle>
    </a:txDef>
  </a:objectDefaults>
  <a:extraClrSchemeLst/>
  <a:custClrLst>
    <a:custClr name="Blue 1">
      <a:srgbClr val="000F47"/>
    </a:custClr>
    <a:custClr name="Blue 2">
      <a:srgbClr val="0B4BFF"/>
    </a:custClr>
    <a:custClr name="Blue 3">
      <a:srgbClr val="82BAFF"/>
    </a:custClr>
    <a:custClr name="Blue 4">
      <a:srgbClr val="CEECFF"/>
    </a:custClr>
    <a:custClr name="Amber 1">
      <a:srgbClr val="CB7E03"/>
    </a:custClr>
    <a:custClr name="Amber 2">
      <a:srgbClr val="FFBF00"/>
    </a:custClr>
    <a:custClr name="Amber 3">
      <a:srgbClr val="FFD98A"/>
    </a:custClr>
    <a:custClr name="Amber 4">
      <a:srgbClr val="FFF3DA"/>
    </a:custClr>
    <a:custClr name="White Spacer 1">
      <a:srgbClr val="FFFFFF"/>
    </a:custClr>
    <a:custClr name="White Spacer 2">
      <a:srgbClr val="FFFFFF"/>
    </a:custClr>
    <a:custClr name="Purple 1">
      <a:srgbClr val="5E017F"/>
    </a:custClr>
    <a:custClr name="Purple 2">
      <a:srgbClr val="8F20DE"/>
    </a:custClr>
    <a:custClr name="Purple 3">
      <a:srgbClr val="DEB1FF"/>
    </a:custClr>
    <a:custClr name="Purple 4">
      <a:srgbClr val="F5E8FF"/>
    </a:custClr>
    <a:custClr name="Green 1">
      <a:srgbClr val="2F7500"/>
    </a:custClr>
    <a:custClr name="Green 2">
      <a:srgbClr val="6ABF30"/>
    </a:custClr>
    <a:custClr name="Green 3">
      <a:srgbClr val="B0DC92"/>
    </a:custClr>
    <a:custClr name="Green 4">
      <a:srgbClr val="DFECD7"/>
    </a:custClr>
    <a:custClr name="White Spacer 3">
      <a:srgbClr val="FFFFFF"/>
    </a:custClr>
    <a:custClr name="White Spacer 4">
      <a:srgbClr val="FFFFFF"/>
    </a:custClr>
    <a:custClr name="Grey 1">
      <a:srgbClr val="3D3C37"/>
    </a:custClr>
    <a:custClr name="Grey 2">
      <a:srgbClr val="7B7974"/>
    </a:custClr>
    <a:custClr name="Grey 3">
      <a:srgbClr val="B9B6B1"/>
    </a:custClr>
    <a:custClr name="Grey 4">
      <a:srgbClr val="F7F3EE"/>
    </a:custClr>
    <a:custClr name="Functional Red">
      <a:srgbClr val="C53532"/>
    </a:custClr>
    <a:custClr name="Functional Green">
      <a:srgbClr val="2F7500"/>
    </a:custClr>
    <a:custClr name="Functional Amber">
      <a:srgbClr val="FFBF00"/>
    </a:custClr>
  </a:custClrLst>
  <a:extLst>
    <a:ext uri="{05A4C25C-085E-4340-85A3-A5531E510DB2}">
      <thm15:themeFamily xmlns:thm15="http://schemas.microsoft.com/office/thememl/2012/main" name="MAR2026.Classic16x9 V09.potx" id="{BE01A8DC-FD82-458F-9F68-179BF4266459}" vid="{377C5825-3BF7-427E-A6BC-DBFA18E33B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item1.xml>��
</file>

<file path=customXml/item2.xml>��
</file>

<file path=customXml/item3.xml>��
</file>

<file path=customXml/item4.xml>��
</file>

<file path=customXml/item5.xml>��
</file>

<file path=customXml/item6.xml>��
</file>

<file path=customXml/item7.xml>��
</file>

<file path=customXml/item8.xml>��
</file>

<file path=customXml/item9.xml>��
</file>

<file path=customXml/item10.xml>��
</file>

<file path=customXml/item11.xml>��
</file>

<file path=customXml/item12.xml>��
</file>

<file path=customXml/item13.xml>��
</file>

<file path=customXml/item14.xml>��
</file>

<file path=customXml/item15.xml>��
</file>

<file path=customXml/item16.xml>��
</file>

<file path=customXml/item17.xml>��
</file>

<file path=customXml/item18.xml>��
</file>

<file path=customXml/item19.xml>��
</file>

<file path=customXml/item20.xml>��
</file>

<file path=customXml/item21.xml>��
</file>

<file path=customXml/item22.xml>��
</file>

<file path=customXml/item23.xml>��
</file>

<file path=customXml/item24.xml>��
</file>

<file path=customXml/item25.xml>��
</file>

<file path=customXml/item26.xml>��
</file>

<file path=customXml/item27.xml>��
</file>

<file path=customXml/item28.xml>��
</file>

<file path=customXml/item29.xml>��
</file>

<file path=customXml/item30.xml>��
</file>

<file path=customXml/item31.xml>��
</file>

<file path=customXml/item32.xml>��
</file>

<file path=customXml/item33.xml>��
</file>

<file path=customXml/item34.xml>��
</file>

<file path=customXml/item35.xml>��
</file>

<file path=customXml/item36.xml>��
</file>

<file path=customXml/item37.xml>��
</file>

<file path=customXml/item38.xml>��
</file>

<file path=customXml/item39.xml>��
</file>

<file path=customXml/item40.xml>��
</file>

<file path=customXml/item41.xml>��
</file>

<file path=customXml/item42.xml>��
</file>

<file path=customXml/item43.xml>��
</file>

<file path=customXml/item44.xml>��
</file>

<file path=customXml/item45.xml>��
</file>

<file path=customXml/item46.xml>��
</file>

<file path=customXml/item47.xml>��
</file>

<file path=customXml/item48.xml>��
</file>

<file path=customXml/item49.xml>��
</file>

<file path=customXml/item50.xml>��
</file>

<file path=customXml/item51.xml>��
</file>

<file path=customXml/itemProps1.xml><?xml version="1.0" encoding="utf-8"?>
<ds:datastoreItem xmlns:ds="http://schemas.openxmlformats.org/officeDocument/2006/customXml" ds:itemID="{15753B9A-8D68-44C3-96DA-10D4A214BC73}">
  <ds:schemaRefs>
    <ds:schemaRef ds:uri="http://www.w3.org/2001/XMLSchema"/>
  </ds:schemaRefs>
</ds:datastoreItem>
</file>

<file path=customXml/itemProps2.xml><?xml version="1.0" encoding="utf-8"?>
<ds:datastoreItem xmlns:ds="http://schemas.openxmlformats.org/officeDocument/2006/customXml" ds:itemID="{CC7E3594-F9CF-4C41-9A5A-6A2002CE61FC}">
  <ds:schemaRefs>
    <ds:schemaRef ds:uri="http://www.w3.org/2001/XMLSchema"/>
  </ds:schemaRefs>
</ds:datastoreItem>
</file>

<file path=customXml/itemProps3.xml><?xml version="1.0" encoding="utf-8"?>
<ds:datastoreItem xmlns:ds="http://schemas.openxmlformats.org/officeDocument/2006/customXml" ds:itemID="{4E930A5E-880D-4D35-A492-52FB8D3F6604}">
  <ds:schemaRefs>
    <ds:schemaRef ds:uri="http://www.w3.org/2001/XMLSchema"/>
  </ds:schemaRefs>
</ds:datastoreItem>
</file>

<file path=customXml/itemProps4.xml><?xml version="1.0" encoding="utf-8"?>
<ds:datastoreItem xmlns:ds="http://schemas.openxmlformats.org/officeDocument/2006/customXml" ds:itemID="{6B78A73F-8BB3-4B57-90AB-9A5E2572F66B}">
  <ds:schemaRefs>
    <ds:schemaRef ds:uri="http://www.w3.org/2001/XMLSchema"/>
  </ds:schemaRefs>
</ds:datastoreItem>
</file>

<file path=customXml/itemProps5.xml><?xml version="1.0" encoding="utf-8"?>
<ds:datastoreItem xmlns:ds="http://schemas.openxmlformats.org/officeDocument/2006/customXml" ds:itemID="{D2A80586-907D-4B04-A051-C1D0E9AEB2EB}">
  <ds:schemaRefs>
    <ds:schemaRef ds:uri="http://www.w3.org/2001/XMLSchema"/>
  </ds:schemaRefs>
</ds:datastoreItem>
</file>

<file path=customXml/itemProps6.xml><?xml version="1.0" encoding="utf-8"?>
<ds:datastoreItem xmlns:ds="http://schemas.openxmlformats.org/officeDocument/2006/customXml" ds:itemID="{F568B5A6-F92A-4364-A3FB-8379366DD4E4}">
  <ds:schemaRefs>
    <ds:schemaRef ds:uri="http://www.w3.org/2001/XMLSchema"/>
  </ds:schemaRefs>
</ds:datastoreItem>
</file>

<file path=customXml/itemProps7.xml><?xml version="1.0" encoding="utf-8"?>
<ds:datastoreItem xmlns:ds="http://schemas.openxmlformats.org/officeDocument/2006/customXml" ds:itemID="{CC98ACF2-7240-43F5-85D0-0B2DC84A6363}">
  <ds:schemaRefs>
    <ds:schemaRef ds:uri="http://www.w3.org/2001/XMLSchema"/>
  </ds:schemaRefs>
</ds:datastoreItem>
</file>

<file path=customXml/itemProps8.xml><?xml version="1.0" encoding="utf-8"?>
<ds:datastoreItem xmlns:ds="http://schemas.openxmlformats.org/officeDocument/2006/customXml" ds:itemID="{C78AB323-2DC7-48FB-A39F-C381CB87471A}">
  <ds:schemaRefs>
    <ds:schemaRef ds:uri="http://www.w3.org/2000/xmlns/"/>
    <ds:schemaRef ds:uri="http://www.w3.org/2001/XMLSchema"/>
  </ds:schemaRefs>
</ds:datastoreItem>
</file>

<file path=customXml/itemProps9.xml><?xml version="1.0" encoding="utf-8"?>
<ds:datastoreItem xmlns:ds="http://schemas.openxmlformats.org/officeDocument/2006/customXml" ds:itemID="{8393E7DA-D16F-4C54-9CA2-48B357F99504}">
  <ds:schemaRefs>
    <ds:schemaRef ds:uri="http://www.w3.org/2001/XMLSchema"/>
  </ds:schemaRefs>
</ds:datastoreItem>
</file>

<file path=customXml/itemProps10.xml><?xml version="1.0" encoding="utf-8"?>
<ds:datastoreItem xmlns:ds="http://schemas.openxmlformats.org/officeDocument/2006/customXml" ds:itemID="{F162E7DB-2629-41EE-A6CF-1E35EDEEFCB2}">
  <ds:schemaRefs>
    <ds:schemaRef ds:uri="http://www.w3.org/2001/XMLSchema"/>
  </ds:schemaRefs>
</ds:datastoreItem>
</file>

<file path=customXml/itemProps11.xml><?xml version="1.0" encoding="utf-8"?>
<ds:datastoreItem xmlns:ds="http://schemas.openxmlformats.org/officeDocument/2006/customXml" ds:itemID="{09B03CEE-CCB0-4BE5-9A94-AA112EAE5383}">
  <ds:schemaRefs>
    <ds:schemaRef ds:uri="http://www.w3.org/2001/XMLSchema"/>
  </ds:schemaRefs>
</ds:datastoreItem>
</file>

<file path=customXml/itemProps12.xml><?xml version="1.0" encoding="utf-8"?>
<ds:datastoreItem xmlns:ds="http://schemas.openxmlformats.org/officeDocument/2006/customXml" ds:itemID="{06A9E917-FCB3-49A2-8CFE-D732341E0585}">
  <ds:schemaRefs>
    <ds:schemaRef ds:uri="http://www.w3.org/2001/XMLSchema"/>
  </ds:schemaRefs>
</ds:datastoreItem>
</file>

<file path=customXml/itemProps13.xml><?xml version="1.0" encoding="utf-8"?>
<ds:datastoreItem xmlns:ds="http://schemas.openxmlformats.org/officeDocument/2006/customXml" ds:itemID="{54D3D0D3-C107-4AF0-AAAE-E19B7DDD7F4E}">
  <ds:schemaRefs>
    <ds:schemaRef ds:uri="http://www.w3.org/2001/XMLSchema"/>
  </ds:schemaRefs>
</ds:datastoreItem>
</file>

<file path=customXml/itemProps14.xml><?xml version="1.0" encoding="utf-8"?>
<ds:datastoreItem xmlns:ds="http://schemas.openxmlformats.org/officeDocument/2006/customXml" ds:itemID="{21FB691E-AE83-454F-959C-06F50915CF78}">
  <ds:schemaRefs>
    <ds:schemaRef ds:uri="http://www.w3.org/2001/XMLSchema"/>
  </ds:schemaRefs>
</ds:datastoreItem>
</file>

<file path=customXml/itemProps15.xml><?xml version="1.0" encoding="utf-8"?>
<ds:datastoreItem xmlns:ds="http://schemas.openxmlformats.org/officeDocument/2006/customXml" ds:itemID="{E409E4D7-2B83-4AE1-AD1F-3F996E2D7FDD}">
  <ds:schemaRefs>
    <ds:schemaRef ds:uri="http://www.w3.org/2001/XMLSchema"/>
  </ds:schemaRefs>
</ds:datastoreItem>
</file>

<file path=customXml/itemProps16.xml><?xml version="1.0" encoding="utf-8"?>
<ds:datastoreItem xmlns:ds="http://schemas.openxmlformats.org/officeDocument/2006/customXml" ds:itemID="{06678CAA-C7D2-4B1C-BA50-9C9756A651D3}">
  <ds:schemaRefs>
    <ds:schemaRef ds:uri="http://www.w3.org/2001/XMLSchema"/>
  </ds:schemaRefs>
</ds:datastoreItem>
</file>

<file path=customXml/itemProps17.xml><?xml version="1.0" encoding="utf-8"?>
<ds:datastoreItem xmlns:ds="http://schemas.openxmlformats.org/officeDocument/2006/customXml" ds:itemID="{128B6CBE-55C1-4B5C-9182-CFD6ECAF7F83}">
  <ds:schemaRefs>
    <ds:schemaRef ds:uri="http://www.w3.org/2001/XMLSchema"/>
  </ds:schemaRefs>
</ds:datastoreItem>
</file>

<file path=customXml/itemProps18.xml><?xml version="1.0" encoding="utf-8"?>
<ds:datastoreItem xmlns:ds="http://schemas.openxmlformats.org/officeDocument/2006/customXml" ds:itemID="{64A1A0E2-C993-4DBE-A922-B25977661979}">
  <ds:schemaRefs>
    <ds:schemaRef ds:uri="http://www.w3.org/2001/XMLSchema"/>
  </ds:schemaRefs>
</ds:datastoreItem>
</file>

<file path=customXml/itemProps19.xml><?xml version="1.0" encoding="utf-8"?>
<ds:datastoreItem xmlns:ds="http://schemas.openxmlformats.org/officeDocument/2006/customXml" ds:itemID="{7A747232-5948-487D-AADA-4E24963A30D7}">
  <ds:schemaRefs>
    <ds:schemaRef ds:uri="http://www.w3.org/2001/XMLSchema"/>
  </ds:schemaRefs>
</ds:datastoreItem>
</file>

<file path=customXml/itemProps20.xml><?xml version="1.0" encoding="utf-8"?>
<ds:datastoreItem xmlns:ds="http://schemas.openxmlformats.org/officeDocument/2006/customXml" ds:itemID="{862DDC9A-09F1-4167-B6B3-F7A49A20DE6E}">
  <ds:schemaRefs>
    <ds:schemaRef ds:uri="http://www.w3.org/2001/XMLSchema"/>
  </ds:schemaRefs>
</ds:datastoreItem>
</file>

<file path=customXml/itemProps21.xml><?xml version="1.0" encoding="utf-8"?>
<ds:datastoreItem xmlns:ds="http://schemas.openxmlformats.org/officeDocument/2006/customXml" ds:itemID="{5E068B64-5B9E-4C9D-A912-59540D0A6D53}">
  <ds:schemaRefs>
    <ds:schemaRef ds:uri="http://www.w3.org/2001/XMLSchema"/>
  </ds:schemaRefs>
</ds:datastoreItem>
</file>

<file path=customXml/itemProps22.xml><?xml version="1.0" encoding="utf-8"?>
<ds:datastoreItem xmlns:ds="http://schemas.openxmlformats.org/officeDocument/2006/customXml" ds:itemID="{24E87341-D2A6-40B1-A118-2783DF22CBEA}">
  <ds:schemaRefs>
    <ds:schemaRef ds:uri="http://www.w3.org/2001/XMLSchema"/>
  </ds:schemaRefs>
</ds:datastoreItem>
</file>

<file path=customXml/itemProps23.xml><?xml version="1.0" encoding="utf-8"?>
<ds:datastoreItem xmlns:ds="http://schemas.openxmlformats.org/officeDocument/2006/customXml" ds:itemID="{C4FE4FF3-D944-4406-B781-D691B60310F6}">
  <ds:schemaRefs>
    <ds:schemaRef ds:uri="http://www.w3.org/2001/XMLSchema"/>
  </ds:schemaRefs>
</ds:datastoreItem>
</file>

<file path=customXml/itemProps24.xml><?xml version="1.0" encoding="utf-8"?>
<ds:datastoreItem xmlns:ds="http://schemas.openxmlformats.org/officeDocument/2006/customXml" ds:itemID="{61928B40-3CD7-46C4-AE4F-375CBBB1CC43}">
  <ds:schemaRefs>
    <ds:schemaRef ds:uri="http://www.w3.org/2001/XMLSchema"/>
  </ds:schemaRefs>
</ds:datastoreItem>
</file>

<file path=customXml/itemProps25.xml><?xml version="1.0" encoding="utf-8"?>
<ds:datastoreItem xmlns:ds="http://schemas.openxmlformats.org/officeDocument/2006/customXml" ds:itemID="{E036AF7B-AB29-4ADA-82BC-F7F38C5F079D}">
  <ds:schemaRefs>
    <ds:schemaRef ds:uri="http://www.w3.org/2001/XMLSchema"/>
  </ds:schemaRefs>
</ds:datastoreItem>
</file>

<file path=customXml/itemProps26.xml><?xml version="1.0" encoding="utf-8"?>
<ds:datastoreItem xmlns:ds="http://schemas.openxmlformats.org/officeDocument/2006/customXml" ds:itemID="{9CF6090A-21B3-437A-86C3-E56033ABA38C}">
  <ds:schemaRefs>
    <ds:schemaRef ds:uri="http://www.w3.org/2001/XMLSchema"/>
  </ds:schemaRefs>
</ds:datastoreItem>
</file>

<file path=customXml/itemProps27.xml><?xml version="1.0" encoding="utf-8"?>
<ds:datastoreItem xmlns:ds="http://schemas.openxmlformats.org/officeDocument/2006/customXml" ds:itemID="{2B649C1F-2EA8-4FD0-BB0D-7BEDF07BEE1F}">
  <ds:schemaRefs>
    <ds:schemaRef ds:uri="http://www.w3.org/2001/XMLSchema"/>
  </ds:schemaRefs>
</ds:datastoreItem>
</file>

<file path=customXml/itemProps28.xml><?xml version="1.0" encoding="utf-8"?>
<ds:datastoreItem xmlns:ds="http://schemas.openxmlformats.org/officeDocument/2006/customXml" ds:itemID="{FFF26F6A-3689-47E1-B60A-1AC98CDD4756}">
  <ds:schemaRefs>
    <ds:schemaRef ds:uri="http://www.w3.org/2001/XMLSchema"/>
  </ds:schemaRefs>
</ds:datastoreItem>
</file>

<file path=customXml/itemProps29.xml><?xml version="1.0" encoding="utf-8"?>
<ds:datastoreItem xmlns:ds="http://schemas.openxmlformats.org/officeDocument/2006/customXml" ds:itemID="{9A332D0F-D1D3-417D-81F7-AD5188D4E19B}">
  <ds:schemaRefs>
    <ds:schemaRef ds:uri="http://www.w3.org/2001/XMLSchema"/>
  </ds:schemaRefs>
</ds:datastoreItem>
</file>

<file path=customXml/itemProps30.xml><?xml version="1.0" encoding="utf-8"?>
<ds:datastoreItem xmlns:ds="http://schemas.openxmlformats.org/officeDocument/2006/customXml" ds:itemID="{BBD61561-8F33-429E-91D6-82FCD4D06B21}">
  <ds:schemaRefs>
    <ds:schemaRef ds:uri="http://www.w3.org/2001/XMLSchema"/>
  </ds:schemaRefs>
</ds:datastoreItem>
</file>

<file path=customXml/itemProps31.xml><?xml version="1.0" encoding="utf-8"?>
<ds:datastoreItem xmlns:ds="http://schemas.openxmlformats.org/officeDocument/2006/customXml" ds:itemID="{2EC41C60-0509-4DA6-B3A4-F4B01068CE4A}">
  <ds:schemaRefs>
    <ds:schemaRef ds:uri="http://www.w3.org/2001/XMLSchema"/>
  </ds:schemaRefs>
</ds:datastoreItem>
</file>

<file path=customXml/itemProps32.xml><?xml version="1.0" encoding="utf-8"?>
<ds:datastoreItem xmlns:ds="http://schemas.openxmlformats.org/officeDocument/2006/customXml" ds:itemID="{F82897CA-E740-4E0C-8982-88B9A585A5E1}">
  <ds:schemaRefs>
    <ds:schemaRef ds:uri="http://www.w3.org/2001/XMLSchema"/>
  </ds:schemaRefs>
</ds:datastoreItem>
</file>

<file path=customXml/itemProps33.xml><?xml version="1.0" encoding="utf-8"?>
<ds:datastoreItem xmlns:ds="http://schemas.openxmlformats.org/officeDocument/2006/customXml" ds:itemID="{C6C4C1FD-96D8-4BE1-9163-9D17D9E05C0B}">
  <ds:schemaRefs>
    <ds:schemaRef ds:uri="http://www.w3.org/2001/XMLSchema"/>
  </ds:schemaRefs>
</ds:datastoreItem>
</file>

<file path=customXml/itemProps34.xml><?xml version="1.0" encoding="utf-8"?>
<ds:datastoreItem xmlns:ds="http://schemas.openxmlformats.org/officeDocument/2006/customXml" ds:itemID="{235D63E0-F794-4812-A4F4-920BD657C6CB}">
  <ds:schemaRefs>
    <ds:schemaRef ds:uri="http://www.w3.org/2001/XMLSchema"/>
  </ds:schemaRefs>
</ds:datastoreItem>
</file>

<file path=customXml/itemProps35.xml><?xml version="1.0" encoding="utf-8"?>
<ds:datastoreItem xmlns:ds="http://schemas.openxmlformats.org/officeDocument/2006/customXml" ds:itemID="{6A86F38B-DC85-4DD3-9048-3643186F2A64}">
  <ds:schemaRefs>
    <ds:schemaRef ds:uri="http://www.w3.org/2001/XMLSchema"/>
  </ds:schemaRefs>
</ds:datastoreItem>
</file>

<file path=customXml/itemProps36.xml><?xml version="1.0" encoding="utf-8"?>
<ds:datastoreItem xmlns:ds="http://schemas.openxmlformats.org/officeDocument/2006/customXml" ds:itemID="{588D498F-753B-43CE-8E37-70CA1B703B84}">
  <ds:schemaRefs>
    <ds:schemaRef ds:uri="http://www.w3.org/2001/XMLSchema"/>
  </ds:schemaRefs>
</ds:datastoreItem>
</file>

<file path=customXml/itemProps37.xml><?xml version="1.0" encoding="utf-8"?>
<ds:datastoreItem xmlns:ds="http://schemas.openxmlformats.org/officeDocument/2006/customXml" ds:itemID="{5C3293AB-5BDA-4887-A80F-D7201A0077DC}">
  <ds:schemaRefs>
    <ds:schemaRef ds:uri="http://www.w3.org/2001/XMLSchema"/>
  </ds:schemaRefs>
</ds:datastoreItem>
</file>

<file path=customXml/itemProps38.xml><?xml version="1.0" encoding="utf-8"?>
<ds:datastoreItem xmlns:ds="http://schemas.openxmlformats.org/officeDocument/2006/customXml" ds:itemID="{12590479-AE58-4C56-A23A-CEB3BFB1FDBF}">
  <ds:schemaRefs>
    <ds:schemaRef ds:uri="http://www.w3.org/2001/XMLSchema"/>
  </ds:schemaRefs>
</ds:datastoreItem>
</file>

<file path=customXml/itemProps39.xml><?xml version="1.0" encoding="utf-8"?>
<ds:datastoreItem xmlns:ds="http://schemas.openxmlformats.org/officeDocument/2006/customXml" ds:itemID="{0347F3BF-3EC9-4301-AEB0-048CFBE75C9D}">
  <ds:schemaRefs>
    <ds:schemaRef ds:uri="http://www.w3.org/2001/XMLSchema"/>
  </ds:schemaRefs>
</ds:datastoreItem>
</file>

<file path=customXml/itemProps40.xml><?xml version="1.0" encoding="utf-8"?>
<ds:datastoreItem xmlns:ds="http://schemas.openxmlformats.org/officeDocument/2006/customXml" ds:itemID="{3A677436-52F8-4084-893E-A679AFD2E4D9}">
  <ds:schemaRefs>
    <ds:schemaRef ds:uri="http://www.w3.org/2001/XMLSchema"/>
  </ds:schemaRefs>
</ds:datastoreItem>
</file>

<file path=customXml/itemProps41.xml><?xml version="1.0" encoding="utf-8"?>
<ds:datastoreItem xmlns:ds="http://schemas.openxmlformats.org/officeDocument/2006/customXml" ds:itemID="{DF843F7F-A9FC-4B38-B31A-1ECC901F24ED}">
  <ds:schemaRefs>
    <ds:schemaRef ds:uri="http://www.w3.org/2001/XMLSchema"/>
  </ds:schemaRefs>
</ds:datastoreItem>
</file>

<file path=customXml/itemProps42.xml><?xml version="1.0" encoding="utf-8"?>
<ds:datastoreItem xmlns:ds="http://schemas.openxmlformats.org/officeDocument/2006/customXml" ds:itemID="{D9A8B22D-62CA-478A-9657-F606DF0AA694}">
  <ds:schemaRefs>
    <ds:schemaRef ds:uri="http://www.w3.org/2001/XMLSchema"/>
  </ds:schemaRefs>
</ds:datastoreItem>
</file>

<file path=customXml/itemProps43.xml><?xml version="1.0" encoding="utf-8"?>
<ds:datastoreItem xmlns:ds="http://schemas.openxmlformats.org/officeDocument/2006/customXml" ds:itemID="{64547FBA-2BC5-4F93-9078-447E7501CC25}">
  <ds:schemaRefs>
    <ds:schemaRef ds:uri="http://www.w3.org/2001/XMLSchema"/>
  </ds:schemaRefs>
</ds:datastoreItem>
</file>

<file path=customXml/itemProps44.xml><?xml version="1.0" encoding="utf-8"?>
<ds:datastoreItem xmlns:ds="http://schemas.openxmlformats.org/officeDocument/2006/customXml" ds:itemID="{9A7C4D6F-CE2D-4DB9-AC6C-07193091247D}">
  <ds:schemaRefs>
    <ds:schemaRef ds:uri="http://www.w3.org/2001/XMLSchema"/>
  </ds:schemaRefs>
</ds:datastoreItem>
</file>

<file path=customXml/itemProps45.xml><?xml version="1.0" encoding="utf-8"?>
<ds:datastoreItem xmlns:ds="http://schemas.openxmlformats.org/officeDocument/2006/customXml" ds:itemID="{92A0C75B-9B24-4DA1-BD61-7B5C4EDB3C8A}">
  <ds:schemaRefs>
    <ds:schemaRef ds:uri="http://www.w3.org/2001/XMLSchema"/>
  </ds:schemaRefs>
</ds:datastoreItem>
</file>

<file path=customXml/itemProps46.xml><?xml version="1.0" encoding="utf-8"?>
<ds:datastoreItem xmlns:ds="http://schemas.openxmlformats.org/officeDocument/2006/customXml" ds:itemID="{EFE15C4B-E238-4C01-8900-56ED0D66AF98}">
  <ds:schemaRefs>
    <ds:schemaRef ds:uri="http://www.w3.org/2001/XMLSchema"/>
  </ds:schemaRefs>
</ds:datastoreItem>
</file>

<file path=customXml/itemProps47.xml><?xml version="1.0" encoding="utf-8"?>
<ds:datastoreItem xmlns:ds="http://schemas.openxmlformats.org/officeDocument/2006/customXml" ds:itemID="{1F8A6FED-DE98-438F-B8C4-C98C52F4A808}">
  <ds:schemaRefs>
    <ds:schemaRef ds:uri="http://www.w3.org/2001/XMLSchema"/>
  </ds:schemaRefs>
</ds:datastoreItem>
</file>

<file path=customXml/itemProps48.xml><?xml version="1.0" encoding="utf-8"?>
<ds:datastoreItem xmlns:ds="http://schemas.openxmlformats.org/officeDocument/2006/customXml" ds:itemID="{A03337BD-A874-443C-A667-503F3DA8D2B3}">
  <ds:schemaRefs>
    <ds:schemaRef ds:uri="http://www.w3.org/2001/XMLSchema"/>
  </ds:schemaRefs>
</ds:datastoreItem>
</file>

<file path=customXml/itemProps49.xml><?xml version="1.0" encoding="utf-8"?>
<ds:datastoreItem xmlns:ds="http://schemas.openxmlformats.org/officeDocument/2006/customXml" ds:itemID="{7F7697C6-DB72-4E48-A7B0-1F6C97934290}">
  <ds:schemaRefs>
    <ds:schemaRef ds:uri="http://www.w3.org/2001/XMLSchema"/>
  </ds:schemaRefs>
</ds:datastoreItem>
</file>

<file path=customXml/itemProps50.xml><?xml version="1.0" encoding="utf-8"?>
<ds:datastoreItem xmlns:ds="http://schemas.openxmlformats.org/officeDocument/2006/customXml" ds:itemID="{0B30BF44-F529-4F3B-8B42-89264D1B3D47}">
  <ds:schemaRefs>
    <ds:schemaRef ds:uri="http://www.w3.org/2001/XMLSchema"/>
  </ds:schemaRefs>
</ds:datastoreItem>
</file>

<file path=customXml/itemProps51.xml><?xml version="1.0" encoding="utf-8"?>
<ds:datastoreItem xmlns:ds="http://schemas.openxmlformats.org/officeDocument/2006/customXml" ds:itemID="{275DFF5D-1F1B-49CC-B121-C3D493DA5B6D}">
  <ds:schemaRef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4</TotalTime>
  <Words>1240</Words>
  <Application>Microsoft Office PowerPoint</Application>
  <PresentationFormat>Widescreen</PresentationFormat>
  <Paragraphs>35</Paragraphs>
  <Slides>2</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12" baseType="lpstr">
      <vt:lpstr>Aptos</vt:lpstr>
      <vt:lpstr>Arial</vt:lpstr>
      <vt:lpstr>Georgia Pro Light</vt:lpstr>
      <vt:lpstr>QBE Sans</vt:lpstr>
      <vt:lpstr>QBE Sans Medium</vt:lpstr>
      <vt:lpstr>QBE Sans SemiBold</vt:lpstr>
      <vt:lpstr>Stag Medium</vt:lpstr>
      <vt:lpstr>Wingdings</vt:lpstr>
      <vt:lpstr>6_MARSH</vt:lpstr>
      <vt:lpstr>think-cell Slide</vt:lpstr>
      <vt:lpstr>QBR Q2 Recap</vt:lpstr>
      <vt:lpstr>Q2 QBR Country Feedback Summary</vt:lpstr>
    </vt:vector>
  </TitlesOfParts>
  <Company>MMC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Paresh Vora, Jash</dc:creator>
  <cp:lastModifiedBy>Paresh Vora, Jash</cp:lastModifiedBy>
  <cp:revision>3</cp:revision>
  <dcterms:created xsi:type="dcterms:W3CDTF">2026-08-31T13:02:18Z</dcterms:created>
  <dcterms:modified xsi:type="dcterms:W3CDTF">2026-09-10T08:33:22Z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f1469a-2c2a-4aee-b92b-090d4c5468ff_Enabled">
    <vt:lpwstr>true</vt:lpwstr>
  </property>
  <property fmtid="{D5CDD505-2E9C-101B-9397-08002B2CF9AE}" pid="3" name="MSIP_Label_38f1469a-2c2a-4aee-b92b-090d4c5468ff_SetDate">
    <vt:lpwstr>2026-08-31T13:03:08Z</vt:lpwstr>
  </property>
  <property fmtid="{D5CDD505-2E9C-101B-9397-08002B2CF9AE}" pid="4" name="MSIP_Label_38f1469a-2c2a-4aee-b92b-090d4c5468ff_Method">
    <vt:lpwstr>Standard</vt:lpwstr>
  </property>
  <property fmtid="{D5CDD505-2E9C-101B-9397-08002B2CF9AE}" pid="5" name="MSIP_Label_38f1469a-2c2a-4aee-b92b-090d4c5468ff_Name">
    <vt:lpwstr>Confidential - Unmarked</vt:lpwstr>
  </property>
  <property fmtid="{D5CDD505-2E9C-101B-9397-08002B2CF9AE}" pid="6" name="MSIP_Label_38f1469a-2c2a-4aee-b92b-090d4c5468ff_SiteId">
    <vt:lpwstr>2a6e6092-73e4-4752-b1a5-477a17f5056d</vt:lpwstr>
  </property>
  <property fmtid="{D5CDD505-2E9C-101B-9397-08002B2CF9AE}" pid="7" name="MSIP_Label_38f1469a-2c2a-4aee-b92b-090d4c5468ff_ActionId">
    <vt:lpwstr>7ba5cdfc-3312-4564-b17d-5e076a7f8aa7</vt:lpwstr>
  </property>
  <property fmtid="{D5CDD505-2E9C-101B-9397-08002B2CF9AE}" pid="8" name="MSIP_Label_38f1469a-2c2a-4aee-b92b-090d4c5468ff_ContentBits">
    <vt:lpwstr>0</vt:lpwstr>
  </property>
  <property fmtid="{D5CDD505-2E9C-101B-9397-08002B2CF9AE}" pid="9" name="MSIP_Label_38f1469a-2c2a-4aee-b92b-090d4c5468ff_Tag">
    <vt:lpwstr>10, 3, 0, 1</vt:lpwstr>
  </property>
</Properties>
</file>