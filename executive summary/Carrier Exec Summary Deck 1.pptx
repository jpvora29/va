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16"/>
  </p:sldMasterIdLst>
  <p:notesMasterIdLst>
    <p:notesMasterId r:id="rId121"/>
  </p:notesMasterIdLst>
  <p:handoutMasterIdLst>
    <p:handoutMasterId r:id="rId122"/>
  </p:handoutMasterIdLst>
  <p:sldIdLst>
    <p:sldId id="2147475533" r:id="rId117"/>
    <p:sldId id="2147475542" r:id="rId118"/>
    <p:sldId id="2147475544" r:id="rId119"/>
    <p:sldId id="2147475348" r:id="rId120"/>
  </p:sldIdLst>
  <p:sldSz cx="12192000" cy="6858000"/>
  <p:notesSz cx="6858000" cy="9144000"/>
  <p:custDataLst>
    <p:custData r:id="rId62"/>
    <p:tags r:id="rId123"/>
  </p:custDataLst>
  <p:defaultText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3912" userDrawn="1">
          <p15:clr>
            <a:srgbClr val="A4A3A4"/>
          </p15:clr>
        </p15:guide>
        <p15:guide id="7" orient="horz" pos="3096" userDrawn="1">
          <p15:clr>
            <a:srgbClr val="A4A3A4"/>
          </p15:clr>
        </p15:guide>
        <p15:guide id="8"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65096B-3BE8-5111-4CB5-EAF1D98AC9F1}" name="Naylor, Grant" initials="GN" userId="S::Grant.Naylor@marsh.com::6fde9fd1-6a32-4500-8a76-e07e77796d70" providerId="AD"/>
  <p188:author id="{D9B0486D-A09B-3409-FDD0-4F08231959BF}" name="Murphy, Brendan" initials="MB" userId="S::brendan.murphy@lippincott.com::e63f784d-d49e-40d3-9f65-7b70cf163182" providerId="AD"/>
  <p188:author id="{87BD249A-30EE-2844-7BCD-1C239CE5D78F}" name="Tan, Phillis" initials="PT" userId="S::phillis.tan@mercermarshbenefits.com::0e164c4d-2f35-4500-9cb3-8ed202c48411" providerId="AD"/>
  <p188:author id="{292724AD-B985-0AA7-939F-3B8BFCDA0A5E}" name="Wheatley, John" initials="JW" userId="S::John.Wheatley@marsh.com::30cb3e00-0ebc-4f84-947b-5a01f67e96f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ringer, Adam" initials="SA" lastIdx="13" clrIdx="0">
    <p:extLst>
      <p:ext uri="{19B8F6BF-5375-455C-9EA6-DF929625EA0E}">
        <p15:presenceInfo xmlns:p15="http://schemas.microsoft.com/office/powerpoint/2012/main" userId="S::adam.stringer@lippincott.com::7e8bf982-08f3-4205-8544-04909412e74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00"/>
    <a:srgbClr val="F7F3EE"/>
    <a:srgbClr val="6ABF30"/>
    <a:srgbClr val="D7D1C9"/>
    <a:srgbClr val="8F20DE"/>
    <a:srgbClr val="C53532"/>
    <a:srgbClr val="B9B6B1"/>
    <a:srgbClr val="000000"/>
    <a:srgbClr val="2F7500"/>
    <a:srgbClr val="3D3C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A551C0-2026-AC11-E31C-4D4D43000001}">
  <a:tblStyle styleId="{C1A551C0-2026-AC11-E31C-4D4D43000001}" styleName="Marsh 2026 Brand Table 1">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6350" cmpd="sng">
              <a:solidFill>
                <a:schemeClr val="dk1">
                  <a:tint val="100000"/>
                </a:schemeClr>
              </a:solidFill>
            </a:ln>
          </a:insideH>
          <a:insideV>
            <a:ln w="12700" cmpd="sng">
              <a:noFill/>
            </a:ln>
          </a:insideV>
        </a:tcBdr>
        <a:fill>
          <a:solidFill>
            <a:schemeClr val="lt1">
              <a:tint val="100000"/>
            </a:schemeClr>
          </a:solidFill>
        </a:fill>
      </a:tcStyle>
    </a:wholeTbl>
    <a:lastCol>
      <a:tcTxStyle b="on">
        <a:fontRef idx="minor">
          <a:prstClr val="black"/>
        </a:fontRef>
        <a:schemeClr val="dk1"/>
      </a:tcTxStyle>
      <a:tcStyle>
        <a:tcBdr/>
        <a:fill>
          <a:solidFill>
            <a:schemeClr val="lt1">
              <a:tint val="100000"/>
            </a:schemeClr>
          </a:solidFill>
        </a:fill>
      </a:tcStyle>
    </a:lastCol>
    <a:firstCol>
      <a:tcTxStyle b="on">
        <a:fontRef idx="minor">
          <a:prstClr val="black"/>
        </a:fontRef>
        <a:schemeClr val="dk1"/>
      </a:tcTxStyle>
      <a:tcStyle>
        <a:tcBdr/>
        <a:fill>
          <a:solidFill>
            <a:schemeClr val="lt1">
              <a:tint val="100000"/>
            </a:schemeClr>
          </a:solidFill>
        </a:fill>
      </a:tcStyle>
    </a:firstCol>
    <a:lastRow>
      <a:tcTxStyle b="on">
        <a:fontRef idx="minor">
          <a:prstClr val="black"/>
        </a:fontRef>
        <a:schemeClr val="dk1"/>
      </a:tcTxStyle>
      <a:tcStyle>
        <a:tcBdr>
          <a:left>
            <a:ln w="12700" cmpd="sng">
              <a:noFill/>
            </a:ln>
          </a:left>
          <a:right>
            <a:ln w="12700" cmpd="sng">
              <a:noFill/>
            </a:ln>
          </a:right>
          <a:top>
            <a:ln w="12700" cmpd="sng">
              <a:solidFill>
                <a:schemeClr val="dk1">
                  <a:tint val="100000"/>
                </a:schemeClr>
              </a:solidFill>
            </a:ln>
          </a:top>
          <a:bottom>
            <a:ln w="12700" cmpd="sng">
              <a:solidFill>
                <a:schemeClr val="dk1">
                  <a:tint val="100000"/>
                </a:schemeClr>
              </a:solidFill>
            </a:ln>
          </a:bottom>
          <a:insideH>
            <a:ln w="12700" cmpd="sng">
              <a:solidFill>
                <a:schemeClr val="dk1">
                  <a:tint val="100000"/>
                </a:schemeClr>
              </a:solidFill>
            </a:ln>
          </a:insideH>
          <a:insideV>
            <a:ln w="12700" cmpd="sng">
              <a:noFill/>
            </a:ln>
          </a:insideV>
        </a:tcBdr>
        <a:fill>
          <a:solidFill>
            <a:schemeClr val="lt1">
              <a:tint val="100000"/>
            </a:schemeClr>
          </a:solidFill>
        </a:fill>
      </a:tcStyle>
    </a:lastRow>
    <a:firstRow>
      <a:tcTxStyle b="on">
        <a:fontRef idx="minor">
          <a:schemeClr val="lt1"/>
        </a:fontRef>
        <a:schemeClr val="lt1"/>
      </a:tcTxStyle>
      <a:tcStyle>
        <a:tcBdr/>
        <a:fill>
          <a:solidFill>
            <a:schemeClr val="dk1"/>
          </a:solidFill>
        </a:fill>
      </a:tcStyle>
    </a:firstRow>
  </a:tblStyle>
  <a:tblStyle styleId="{C1A551C0-2026-AC11-E31C-4D4D43000002}" styleName="Marsh 2026 Brand Table 2">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fill>
          <a:solidFill>
            <a:schemeClr val="lt1">
              <a:tint val="100000"/>
            </a:schemeClr>
          </a:solidFill>
        </a:fill>
      </a:tcStyle>
    </a:wholeTbl>
    <a:band1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fill>
          <a:solidFill>
            <a:srgbClr val="F7F3EE"/>
          </a:solidFill>
        </a:fill>
      </a:tcStyle>
    </a:band1H>
    <a:band2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tcStyle>
    </a:band2H>
    <a:band1V>
      <a:tcStyle>
        <a:tcBdr/>
        <a:fill>
          <a:solidFill>
            <a:srgbClr val="F7F3EE"/>
          </a:solidFill>
        </a:fill>
      </a:tcStyle>
    </a:band1V>
    <a:band2V>
      <a:tcStyle>
        <a:tcBdr/>
      </a:tcStyle>
    </a:band2V>
    <a:lastCol>
      <a:tcTxStyle b="on">
        <a:fontRef idx="minor">
          <a:prstClr val="black"/>
        </a:fontRef>
        <a:schemeClr val="dk1"/>
      </a:tcTxStyle>
      <a:tcStyle>
        <a:tcBdr/>
        <a:fill>
          <a:solidFill>
            <a:schemeClr val="accent5">
              <a:tint val="100000"/>
            </a:schemeClr>
          </a:solidFill>
        </a:fill>
      </a:tcStyle>
    </a:lastCol>
    <a:firstCol>
      <a:tcTxStyle b="on">
        <a:fontRef idx="minor">
          <a:prstClr val="black"/>
        </a:fontRef>
        <a:schemeClr val="dk1"/>
      </a:tcTxStyle>
      <a:tcStyle>
        <a:tcBdr/>
        <a:fill>
          <a:solidFill>
            <a:schemeClr val="accent5"/>
          </a:solidFill>
        </a:fill>
      </a:tcStyle>
    </a:firstCol>
    <a:lastRow>
      <a:tcTxStyle b="on">
        <a:fontRef idx="minor">
          <a:schemeClr val="dk1"/>
        </a:fontRef>
        <a:schemeClr val="dk1"/>
      </a:tcTxStyle>
      <a:tcStyle>
        <a:tcBdr/>
        <a:fill>
          <a:solidFill>
            <a:schemeClr val="accent5"/>
          </a:solidFill>
        </a:fill>
      </a:tcStyle>
    </a:lastRow>
    <a:firstRow>
      <a:tcTxStyle b="on">
        <a:fontRef idx="minor">
          <a:schemeClr val="lt1"/>
        </a:fontRef>
        <a:schemeClr val="lt1"/>
      </a:tcTxStyle>
      <a:tcStyle>
        <a:tcBdr/>
        <a:fill>
          <a:solidFill>
            <a:schemeClr val="dk1"/>
          </a:solidFill>
        </a:fill>
      </a:tcStyle>
    </a:firstRow>
  </a:tblStyle>
  <a:tblStyle styleId="{C1A551C0-2021-AC11-E31C-4D4D43000001}" styleName="MMC 2021 Brand Table 1">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12700" cmpd="sng">
              <a:solidFill>
                <a:srgbClr val="949494"/>
              </a:solidFill>
            </a:ln>
          </a:insideH>
          <a:insideV>
            <a:ln w="12700" cmpd="sng">
              <a:noFill/>
            </a:ln>
          </a:insideV>
        </a:tcBdr>
        <a:fill>
          <a:solidFill>
            <a:schemeClr val="lt1">
              <a:tint val="100000"/>
            </a:schemeClr>
          </a:solidFill>
        </a:fill>
      </a:tcStyle>
    </a:wholeTbl>
    <a:band1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fill>
          <a:solidFill>
            <a:srgbClr val="F0F0F0"/>
          </a:solidFill>
        </a:fill>
      </a:tcStyle>
    </a:band1H>
    <a:band2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tcStyle>
    </a:band2H>
    <a:band1V>
      <a:tcStyle>
        <a:tcBdr/>
        <a:fill>
          <a:solidFill>
            <a:srgbClr val="F0F0F0"/>
          </a:solidFill>
        </a:fill>
      </a:tcStyle>
    </a:band1V>
    <a:band2V>
      <a:tcStyle>
        <a:tcBdr/>
      </a:tcStyle>
    </a:band2V>
    <a:lastCol>
      <a:tcTxStyle b="on">
        <a:fontRef idx="minor">
          <a:prstClr val="black"/>
        </a:fontRef>
        <a:schemeClr val="bg1"/>
      </a:tcTxStyle>
      <a:tcStyle>
        <a:tcBdr>
          <a:insideH>
            <a:ln w="12700" cmpd="sng">
              <a:solidFill>
                <a:srgbClr val="FFFFFF"/>
              </a:solidFill>
            </a:ln>
          </a:insideH>
        </a:tcBdr>
        <a:fill>
          <a:solidFill>
            <a:schemeClr val="accent1">
              <a:tint val="100000"/>
            </a:schemeClr>
          </a:solidFill>
        </a:fill>
      </a:tcStyle>
    </a:lastCol>
    <a:firstCol>
      <a:tcTxStyle b="on">
        <a:fontRef idx="minor">
          <a:prstClr val="black"/>
        </a:fontRef>
        <a:schemeClr val="bg1"/>
      </a:tcTxStyle>
      <a:tcStyle>
        <a:tcBdr>
          <a:insideH>
            <a:ln w="12700" cmpd="sng">
              <a:solidFill>
                <a:srgbClr val="FFFFFF"/>
              </a:solidFill>
            </a:ln>
          </a:insideH>
        </a:tcBdr>
        <a:fill>
          <a:solidFill>
            <a:schemeClr val="accent1"/>
          </a:solidFill>
        </a:fill>
      </a:tcStyle>
    </a:firstCol>
    <a:lastRow>
      <a:tcTxStyle b="on">
        <a:fontRef idx="minor">
          <a:schemeClr val="bg1"/>
        </a:fontRef>
        <a:schemeClr val="bg1"/>
      </a:tcTxStyle>
      <a:tcStyle>
        <a:tcBdr/>
        <a:fill>
          <a:solidFill>
            <a:srgbClr val="565656"/>
          </a:solidFill>
        </a:fill>
      </a:tcStyle>
    </a:lastRow>
    <a:firstRow>
      <a:tcTxStyle b="on">
        <a:fontRef idx="minor">
          <a:schemeClr val="bg1"/>
        </a:fontRef>
        <a:schemeClr val="bg1"/>
      </a:tcTxStyle>
      <a:tcStyle>
        <a:tcBdr/>
        <a:fill>
          <a:solidFill>
            <a:srgbClr val="002C77"/>
          </a:solidFill>
        </a:fill>
      </a:tcStyle>
    </a:firstRow>
  </a:tblStyle>
  <a:tblStyle styleId="{C1A551C0-2021-AC11-E31C-4D4D43000002}" styleName="MMC 2021 Brand Table 2">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12700" cmpd="sng">
              <a:solidFill>
                <a:srgbClr val="949494"/>
              </a:solidFill>
            </a:ln>
          </a:insideH>
          <a:insideV>
            <a:ln w="12700" cmpd="sng">
              <a:noFill/>
            </a:ln>
          </a:insideV>
        </a:tcBdr>
        <a:fill>
          <a:solidFill>
            <a:schemeClr val="lt1">
              <a:tint val="100000"/>
            </a:schemeClr>
          </a:solidFill>
        </a:fill>
      </a:tcStyle>
    </a:wholeTbl>
    <a:lastCol>
      <a:tcTxStyle b="on">
        <a:fontRef idx="minor">
          <a:prstClr val="black"/>
        </a:fontRef>
        <a:schemeClr val="dk1"/>
      </a:tcTxStyle>
      <a:tcStyle>
        <a:tcBdr/>
        <a:fill>
          <a:solidFill>
            <a:schemeClr val="lt1">
              <a:tint val="100000"/>
            </a:schemeClr>
          </a:solidFill>
        </a:fill>
      </a:tcStyle>
    </a:lastCol>
    <a:firstCol>
      <a:tcTxStyle b="on">
        <a:fontRef idx="minor">
          <a:prstClr val="black"/>
        </a:fontRef>
        <a:schemeClr val="dk1"/>
      </a:tcTxStyle>
      <a:tcStyle>
        <a:tcBdr/>
        <a:fill>
          <a:solidFill>
            <a:schemeClr val="lt1">
              <a:tint val="100000"/>
            </a:schemeClr>
          </a:solidFill>
        </a:fill>
      </a:tcStyle>
    </a:firstCol>
    <a:lastRow>
      <a:tcTxStyle>
        <a:fontRef idx="minor">
          <a:prstClr val="black"/>
        </a:fontRef>
        <a:schemeClr val="dk1"/>
      </a:tcTxStyle>
      <a:tcStyle>
        <a:tcBdr>
          <a:left>
            <a:ln w="12700" cmpd="sng">
              <a:noFill/>
            </a:ln>
          </a:left>
          <a:right>
            <a:ln w="12700" cmpd="sng">
              <a:noFill/>
            </a:ln>
          </a:right>
          <a:top>
            <a:ln w="28575" cmpd="sng">
              <a:solidFill>
                <a:srgbClr val="565656"/>
              </a:solidFill>
            </a:ln>
          </a:top>
          <a:bottom>
            <a:ln w="28575" cmpd="sng">
              <a:solidFill>
                <a:srgbClr val="565656"/>
              </a:solidFill>
            </a:ln>
          </a:bottom>
          <a:insideH>
            <a:ln w="28575" cmpd="sng">
              <a:solidFill>
                <a:srgbClr val="565656"/>
              </a:solidFill>
            </a:ln>
          </a:insideH>
          <a:insideV>
            <a:ln w="12700" cmpd="sng">
              <a:noFill/>
            </a:ln>
          </a:insideV>
        </a:tcBdr>
        <a:fill>
          <a:solidFill>
            <a:schemeClr val="lt1">
              <a:tint val="100000"/>
            </a:schemeClr>
          </a:solidFill>
        </a:fill>
      </a:tcStyle>
    </a:lastRow>
    <a:firstRow>
      <a:tcTxStyle b="on">
        <a:fontRef idx="minor">
          <a:schemeClr val="bg1"/>
        </a:fontRef>
        <a:srgbClr val="002C77"/>
      </a:tcTxStyle>
      <a:tcStyle>
        <a:tcBdr/>
        <a:fill>
          <a:solidFill>
            <a:schemeClr val="lt1">
              <a:tint val="10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5706" autoAdjust="0"/>
  </p:normalViewPr>
  <p:slideViewPr>
    <p:cSldViewPr snapToGrid="0">
      <p:cViewPr varScale="1">
        <p:scale>
          <a:sx n="95" d="100"/>
          <a:sy n="95" d="100"/>
        </p:scale>
        <p:origin x="437" y="72"/>
      </p:cViewPr>
      <p:guideLst>
        <p:guide orient="horz" pos="3912"/>
        <p:guide orient="horz" pos="3096"/>
        <p:guide pos="3840"/>
      </p:guideLst>
    </p:cSldViewPr>
  </p:slideViewPr>
  <p:notesTextViewPr>
    <p:cViewPr>
      <p:scale>
        <a:sx n="25" d="100"/>
        <a:sy n="25" d="100"/>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customXml" Target="../customXml/item68.xml"/><Relationship Id="rId84" Type="http://schemas.openxmlformats.org/officeDocument/2006/relationships/customXml" Target="../customXml/item84.xml"/><Relationship Id="rId89" Type="http://schemas.openxmlformats.org/officeDocument/2006/relationships/customXml" Target="../customXml/item89.xml"/><Relationship Id="rId112" Type="http://schemas.openxmlformats.org/officeDocument/2006/relationships/customXml" Target="../customXml/item112.xml"/><Relationship Id="rId16" Type="http://schemas.openxmlformats.org/officeDocument/2006/relationships/customXml" Target="../customXml/item16.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customXml" Target="../customXml/item74.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tags" Target="tags/tag1.xml"/><Relationship Id="rId128" Type="http://schemas.openxmlformats.org/officeDocument/2006/relationships/tableStyles" Target="tableStyles.xml"/><Relationship Id="rId5" Type="http://schemas.openxmlformats.org/officeDocument/2006/relationships/customXml" Target="../customXml/item5.xml"/><Relationship Id="rId90" Type="http://schemas.openxmlformats.org/officeDocument/2006/relationships/customXml" Target="../customXml/item90.xml"/><Relationship Id="rId95" Type="http://schemas.openxmlformats.org/officeDocument/2006/relationships/customXml" Target="../customXml/item95.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customXml" Target="../customXml/item113.xml"/><Relationship Id="rId118" Type="http://schemas.openxmlformats.org/officeDocument/2006/relationships/slide" Target="slides/slide2.xml"/><Relationship Id="rId80" Type="http://schemas.openxmlformats.org/officeDocument/2006/relationships/customXml" Target="../customXml/item80.xml"/><Relationship Id="rId85" Type="http://schemas.openxmlformats.org/officeDocument/2006/relationships/customXml" Target="../customXml/item85.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08" Type="http://schemas.openxmlformats.org/officeDocument/2006/relationships/customXml" Target="../customXml/item108.xml"/><Relationship Id="rId124" Type="http://schemas.openxmlformats.org/officeDocument/2006/relationships/commentAuthors" Target="commentAuthors.xml"/><Relationship Id="rId129" Type="http://schemas.microsoft.com/office/2016/11/relationships/changesInfo" Target="changesInfos/changesInfo1.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customXml" Target="../customXml/item91.xml"/><Relationship Id="rId96" Type="http://schemas.openxmlformats.org/officeDocument/2006/relationships/customXml" Target="../customXml/item96.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119" Type="http://schemas.openxmlformats.org/officeDocument/2006/relationships/slide" Target="slides/slide3.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0" Type="http://schemas.microsoft.com/office/2018/10/relationships/authors" Target="authors.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slide" Target="slides/slide4.xml"/><Relationship Id="rId125"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61" Type="http://schemas.openxmlformats.org/officeDocument/2006/relationships/customXml" Target="../customXml/item61.xml"/><Relationship Id="rId82" Type="http://schemas.openxmlformats.org/officeDocument/2006/relationships/customXml" Target="../customXml/item8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Master" Target="slideMasters/slideMaster1.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theme" Target="theme/theme1.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am, Suchita" userId="60b30788-e99f-489d-9bbf-6d9938d7f7cb" providerId="ADAL" clId="{9F20CD14-CD57-44A4-8B96-FDC0A7B1D0E0}"/>
    <pc:docChg chg="undo custSel addSld delSld modSld sldOrd modMainMaster">
      <pc:chgData name="Nikam, Suchita" userId="60b30788-e99f-489d-9bbf-6d9938d7f7cb" providerId="ADAL" clId="{9F20CD14-CD57-44A4-8B96-FDC0A7B1D0E0}" dt="2026-10-13T13:12:17.227" v="1822" actId="1076"/>
      <pc:docMkLst>
        <pc:docMk/>
      </pc:docMkLst>
      <pc:sldChg chg="modTransition">
        <pc:chgData name="Nikam, Suchita" userId="60b30788-e99f-489d-9bbf-6d9938d7f7cb" providerId="ADAL" clId="{9F20CD14-CD57-44A4-8B96-FDC0A7B1D0E0}" dt="2026-10-12T09:35:53.338" v="1033"/>
        <pc:sldMkLst>
          <pc:docMk/>
          <pc:sldMk cId="3490036344" sldId="2147475348"/>
        </pc:sldMkLst>
      </pc:sldChg>
      <pc:sldChg chg="addSp delSp modSp mod modTransition">
        <pc:chgData name="Nikam, Suchita" userId="60b30788-e99f-489d-9bbf-6d9938d7f7cb" providerId="ADAL" clId="{9F20CD14-CD57-44A4-8B96-FDC0A7B1D0E0}" dt="2026-10-12T09:41:43.494" v="1133" actId="313"/>
        <pc:sldMkLst>
          <pc:docMk/>
          <pc:sldMk cId="2259461945" sldId="2147475533"/>
        </pc:sldMkLst>
        <pc:spChg chg="mod">
          <ac:chgData name="Nikam, Suchita" userId="60b30788-e99f-489d-9bbf-6d9938d7f7cb" providerId="ADAL" clId="{9F20CD14-CD57-44A4-8B96-FDC0A7B1D0E0}" dt="2026-10-12T09:41:05.099" v="1098" actId="20577"/>
          <ac:spMkLst>
            <pc:docMk/>
            <pc:sldMk cId="2259461945" sldId="2147475533"/>
            <ac:spMk id="3" creationId="{23CDFB46-343A-E42C-1E15-239C99223DDC}"/>
          </ac:spMkLst>
        </pc:spChg>
        <pc:spChg chg="mod">
          <ac:chgData name="Nikam, Suchita" userId="60b30788-e99f-489d-9bbf-6d9938d7f7cb" providerId="ADAL" clId="{9F20CD14-CD57-44A4-8B96-FDC0A7B1D0E0}" dt="2026-10-12T09:41:25.515" v="1114" actId="20577"/>
          <ac:spMkLst>
            <pc:docMk/>
            <pc:sldMk cId="2259461945" sldId="2147475533"/>
            <ac:spMk id="5" creationId="{F8120B37-2E28-86DC-7EF6-510B053F70B1}"/>
          </ac:spMkLst>
        </pc:spChg>
        <pc:spChg chg="mod">
          <ac:chgData name="Nikam, Suchita" userId="60b30788-e99f-489d-9bbf-6d9938d7f7cb" providerId="ADAL" clId="{9F20CD14-CD57-44A4-8B96-FDC0A7B1D0E0}" dt="2026-10-12T09:41:43.494" v="1133" actId="313"/>
          <ac:spMkLst>
            <pc:docMk/>
            <pc:sldMk cId="2259461945" sldId="2147475533"/>
            <ac:spMk id="6" creationId="{CE710973-F432-5386-B17B-7058D5DC6038}"/>
          </ac:spMkLst>
        </pc:spChg>
        <pc:picChg chg="add mod ord modCrop">
          <ac:chgData name="Nikam, Suchita" userId="60b30788-e99f-489d-9bbf-6d9938d7f7cb" providerId="ADAL" clId="{9F20CD14-CD57-44A4-8B96-FDC0A7B1D0E0}" dt="2026-10-01T08:47:59.425" v="496"/>
          <ac:picMkLst>
            <pc:docMk/>
            <pc:sldMk cId="2259461945" sldId="2147475533"/>
            <ac:picMk id="10" creationId="{7DB8633F-D4FC-F803-7390-FA87FFAA72E6}"/>
          </ac:picMkLst>
        </pc:picChg>
      </pc:sldChg>
      <pc:sldChg chg="addSp delSp modSp add mod modTransition modAnim">
        <pc:chgData name="Nikam, Suchita" userId="60b30788-e99f-489d-9bbf-6d9938d7f7cb" providerId="ADAL" clId="{9F20CD14-CD57-44A4-8B96-FDC0A7B1D0E0}" dt="2026-10-13T11:41:40.578" v="1596" actId="14100"/>
        <pc:sldMkLst>
          <pc:docMk/>
          <pc:sldMk cId="945899028" sldId="2147475542"/>
        </pc:sldMkLst>
        <pc:spChg chg="add mod">
          <ac:chgData name="Nikam, Suchita" userId="60b30788-e99f-489d-9bbf-6d9938d7f7cb" providerId="ADAL" clId="{9F20CD14-CD57-44A4-8B96-FDC0A7B1D0E0}" dt="2026-10-13T11:41:40.578" v="1596" actId="14100"/>
          <ac:spMkLst>
            <pc:docMk/>
            <pc:sldMk cId="945899028" sldId="2147475542"/>
            <ac:spMk id="6" creationId="{4BD53F1B-60C7-C65F-D923-50485127547B}"/>
          </ac:spMkLst>
        </pc:spChg>
        <pc:spChg chg="mod">
          <ac:chgData name="Nikam, Suchita" userId="60b30788-e99f-489d-9bbf-6d9938d7f7cb" providerId="ADAL" clId="{9F20CD14-CD57-44A4-8B96-FDC0A7B1D0E0}" dt="2026-10-12T09:38:50.697" v="1050" actId="1076"/>
          <ac:spMkLst>
            <pc:docMk/>
            <pc:sldMk cId="945899028" sldId="2147475542"/>
            <ac:spMk id="44" creationId="{325490B4-BF3F-076B-F8D8-190F81FE0661}"/>
          </ac:spMkLst>
        </pc:spChg>
      </pc:sldChg>
      <pc:sldChg chg="addSp delSp modSp add mod">
        <pc:chgData name="Nikam, Suchita" userId="60b30788-e99f-489d-9bbf-6d9938d7f7cb" providerId="ADAL" clId="{9F20CD14-CD57-44A4-8B96-FDC0A7B1D0E0}" dt="2026-10-13T13:12:17.227" v="1822" actId="1076"/>
        <pc:sldMkLst>
          <pc:docMk/>
          <pc:sldMk cId="1729283897" sldId="2147475544"/>
        </pc:sldMkLst>
        <pc:spChg chg="mod">
          <ac:chgData name="Nikam, Suchita" userId="60b30788-e99f-489d-9bbf-6d9938d7f7cb" providerId="ADAL" clId="{9F20CD14-CD57-44A4-8B96-FDC0A7B1D0E0}" dt="2026-10-13T12:58:57.751" v="1733" actId="14100"/>
          <ac:spMkLst>
            <pc:docMk/>
            <pc:sldMk cId="1729283897" sldId="2147475544"/>
            <ac:spMk id="3" creationId="{0B0E1826-A260-B00F-3589-74FCCE285744}"/>
          </ac:spMkLst>
        </pc:spChg>
        <pc:spChg chg="add mod ord">
          <ac:chgData name="Nikam, Suchita" userId="60b30788-e99f-489d-9bbf-6d9938d7f7cb" providerId="ADAL" clId="{9F20CD14-CD57-44A4-8B96-FDC0A7B1D0E0}" dt="2026-10-13T13:03:22.351" v="1791" actId="1076"/>
          <ac:spMkLst>
            <pc:docMk/>
            <pc:sldMk cId="1729283897" sldId="2147475544"/>
            <ac:spMk id="5" creationId="{4096E944-DE21-58CF-37A0-C112FD551026}"/>
          </ac:spMkLst>
        </pc:spChg>
        <pc:spChg chg="add mod">
          <ac:chgData name="Nikam, Suchita" userId="60b30788-e99f-489d-9bbf-6d9938d7f7cb" providerId="ADAL" clId="{9F20CD14-CD57-44A4-8B96-FDC0A7B1D0E0}" dt="2026-10-13T13:03:22.351" v="1791" actId="1076"/>
          <ac:spMkLst>
            <pc:docMk/>
            <pc:sldMk cId="1729283897" sldId="2147475544"/>
            <ac:spMk id="7" creationId="{D9C26A06-29C2-0E08-F6C8-B60447EF6AFC}"/>
          </ac:spMkLst>
        </pc:spChg>
        <pc:spChg chg="mod">
          <ac:chgData name="Nikam, Suchita" userId="60b30788-e99f-489d-9bbf-6d9938d7f7cb" providerId="ADAL" clId="{9F20CD14-CD57-44A4-8B96-FDC0A7B1D0E0}" dt="2026-10-13T13:03:22.351" v="1791" actId="1076"/>
          <ac:spMkLst>
            <pc:docMk/>
            <pc:sldMk cId="1729283897" sldId="2147475544"/>
            <ac:spMk id="12" creationId="{042C57B8-8ADC-0AC0-9287-54CAE4F5C902}"/>
          </ac:spMkLst>
        </pc:spChg>
        <pc:spChg chg="mod">
          <ac:chgData name="Nikam, Suchita" userId="60b30788-e99f-489d-9bbf-6d9938d7f7cb" providerId="ADAL" clId="{9F20CD14-CD57-44A4-8B96-FDC0A7B1D0E0}" dt="2026-10-13T13:03:22.351" v="1791" actId="1076"/>
          <ac:spMkLst>
            <pc:docMk/>
            <pc:sldMk cId="1729283897" sldId="2147475544"/>
            <ac:spMk id="13" creationId="{5852FEA7-CEBE-D532-8AA7-035ABC1911E3}"/>
          </ac:spMkLst>
        </pc:spChg>
        <pc:spChg chg="mod ord">
          <ac:chgData name="Nikam, Suchita" userId="60b30788-e99f-489d-9bbf-6d9938d7f7cb" providerId="ADAL" clId="{9F20CD14-CD57-44A4-8B96-FDC0A7B1D0E0}" dt="2026-10-13T13:12:11.731" v="1820" actId="1076"/>
          <ac:spMkLst>
            <pc:docMk/>
            <pc:sldMk cId="1729283897" sldId="2147475544"/>
            <ac:spMk id="15" creationId="{9DBC4895-C0EF-A8A3-8283-53094507A286}"/>
          </ac:spMkLst>
        </pc:spChg>
        <pc:spChg chg="mod ord">
          <ac:chgData name="Nikam, Suchita" userId="60b30788-e99f-489d-9bbf-6d9938d7f7cb" providerId="ADAL" clId="{9F20CD14-CD57-44A4-8B96-FDC0A7B1D0E0}" dt="2026-10-13T13:12:17.227" v="1822" actId="1076"/>
          <ac:spMkLst>
            <pc:docMk/>
            <pc:sldMk cId="1729283897" sldId="2147475544"/>
            <ac:spMk id="20" creationId="{2785DDE1-144D-0CCF-90DF-A9A810737BCE}"/>
          </ac:spMkLst>
        </pc:spChg>
        <pc:spChg chg="add mod">
          <ac:chgData name="Nikam, Suchita" userId="60b30788-e99f-489d-9bbf-6d9938d7f7cb" providerId="ADAL" clId="{9F20CD14-CD57-44A4-8B96-FDC0A7B1D0E0}" dt="2026-10-13T13:04:37.183" v="1815" actId="1037"/>
          <ac:spMkLst>
            <pc:docMk/>
            <pc:sldMk cId="1729283897" sldId="2147475544"/>
            <ac:spMk id="22" creationId="{3A1E0FDF-8A5B-3375-812B-83D0988BA3A9}"/>
          </ac:spMkLst>
        </pc:spChg>
        <pc:spChg chg="mod">
          <ac:chgData name="Nikam, Suchita" userId="60b30788-e99f-489d-9bbf-6d9938d7f7cb" providerId="ADAL" clId="{9F20CD14-CD57-44A4-8B96-FDC0A7B1D0E0}" dt="2026-10-13T13:03:22.351" v="1791" actId="1076"/>
          <ac:spMkLst>
            <pc:docMk/>
            <pc:sldMk cId="1729283897" sldId="2147475544"/>
            <ac:spMk id="36" creationId="{77B24524-D40B-7E61-8529-3C645F2DAC8D}"/>
          </ac:spMkLst>
        </pc:spChg>
        <pc:grpChg chg="mod">
          <ac:chgData name="Nikam, Suchita" userId="60b30788-e99f-489d-9bbf-6d9938d7f7cb" providerId="ADAL" clId="{9F20CD14-CD57-44A4-8B96-FDC0A7B1D0E0}" dt="2026-10-13T12:59:06.938" v="1734" actId="14100"/>
          <ac:grpSpMkLst>
            <pc:docMk/>
            <pc:sldMk cId="1729283897" sldId="2147475544"/>
            <ac:grpSpMk id="2" creationId="{62C5C376-4351-0AEB-1956-E185471E4B90}"/>
          </ac:grpSpMkLst>
        </pc:grpChg>
        <pc:graphicFrameChg chg="mod">
          <ac:chgData name="Nikam, Suchita" userId="60b30788-e99f-489d-9bbf-6d9938d7f7cb" providerId="ADAL" clId="{9F20CD14-CD57-44A4-8B96-FDC0A7B1D0E0}" dt="2026-10-13T13:03:22.351" v="1791" actId="1076"/>
          <ac:graphicFrameMkLst>
            <pc:docMk/>
            <pc:sldMk cId="1729283897" sldId="2147475544"/>
            <ac:graphicFrameMk id="9" creationId="{2009E867-9528-7124-E32C-1E98BEFDD88E}"/>
          </ac:graphicFrameMkLst>
        </pc:graphicFrameChg>
        <pc:graphicFrameChg chg="add mod modGraphic">
          <ac:chgData name="Nikam, Suchita" userId="60b30788-e99f-489d-9bbf-6d9938d7f7cb" providerId="ADAL" clId="{9F20CD14-CD57-44A4-8B96-FDC0A7B1D0E0}" dt="2026-10-13T13:03:22.351" v="1791" actId="1076"/>
          <ac:graphicFrameMkLst>
            <pc:docMk/>
            <pc:sldMk cId="1729283897" sldId="2147475544"/>
            <ac:graphicFrameMk id="10" creationId="{5A0CE528-5FA7-0D83-3019-1708B46526D6}"/>
          </ac:graphicFrameMkLst>
        </pc:graphicFrameChg>
        <pc:graphicFrameChg chg="add mod modGraphic">
          <ac:chgData name="Nikam, Suchita" userId="60b30788-e99f-489d-9bbf-6d9938d7f7cb" providerId="ADAL" clId="{9F20CD14-CD57-44A4-8B96-FDC0A7B1D0E0}" dt="2026-10-13T13:04:53.103" v="1817"/>
          <ac:graphicFrameMkLst>
            <pc:docMk/>
            <pc:sldMk cId="1729283897" sldId="2147475544"/>
            <ac:graphicFrameMk id="19" creationId="{8E1F3A14-8E99-85CB-44AF-461337540098}"/>
          </ac:graphicFrameMkLst>
        </pc:graphicFrameChg>
        <pc:graphicFrameChg chg="mod">
          <ac:chgData name="Nikam, Suchita" userId="60b30788-e99f-489d-9bbf-6d9938d7f7cb" providerId="ADAL" clId="{9F20CD14-CD57-44A4-8B96-FDC0A7B1D0E0}" dt="2026-10-13T13:03:22.351" v="1791" actId="1076"/>
          <ac:graphicFrameMkLst>
            <pc:docMk/>
            <pc:sldMk cId="1729283897" sldId="2147475544"/>
            <ac:graphicFrameMk id="25" creationId="{4D55F2E2-3712-20F3-431C-A1C07DFC80B4}"/>
          </ac:graphicFrameMkLst>
        </pc:graphicFrameChg>
      </pc:sldChg>
      <pc:sldMasterChg chg="modSp mod">
        <pc:chgData name="Nikam, Suchita" userId="60b30788-e99f-489d-9bbf-6d9938d7f7cb" providerId="ADAL" clId="{9F20CD14-CD57-44A4-8B96-FDC0A7B1D0E0}" dt="2026-10-13T11:39:58.741" v="1573"/>
        <pc:sldMasterMkLst>
          <pc:docMk/>
          <pc:sldMasterMk cId="577282148" sldId="2147483660"/>
        </pc:sldMasterMkLst>
        <pc:spChg chg="mod modVis">
          <ac:chgData name="Nikam, Suchita" userId="60b30788-e99f-489d-9bbf-6d9938d7f7cb" providerId="ADAL" clId="{9F20CD14-CD57-44A4-8B96-FDC0A7B1D0E0}" dt="2026-10-13T11:39:58.741" v="1573"/>
          <ac:spMkLst>
            <pc:docMk/>
            <pc:sldMasterMk cId="577282148" sldId="2147483660"/>
            <ac:spMk id="15" creationId="{BD955FAD-75A5-2D64-CA2C-BAD2BD804A6E}"/>
          </ac:spMkLst>
        </pc:spChg>
      </pc:sldMasterChg>
    </pc:docChg>
  </pc:docChgLst>
  <pc:docChgLst>
    <pc:chgData name="Makwana, Vinay Rajesh" userId="2e3ea48e-bcc3-4958-8dca-6eb802d0c17a" providerId="ADAL" clId="{8F5A762F-CA74-460A-A8E1-B3E57D7868F0}"/>
    <pc:docChg chg="undo custSel modSld">
      <pc:chgData name="Makwana, Vinay Rajesh" userId="2e3ea48e-bcc3-4958-8dca-6eb802d0c17a" providerId="ADAL" clId="{8F5A762F-CA74-460A-A8E1-B3E57D7868F0}" dt="2026-10-15T12:08:44.750" v="50" actId="20577"/>
      <pc:docMkLst>
        <pc:docMk/>
      </pc:docMkLst>
      <pc:sldChg chg="delSp modSp mod">
        <pc:chgData name="Makwana, Vinay Rajesh" userId="2e3ea48e-bcc3-4958-8dca-6eb802d0c17a" providerId="ADAL" clId="{8F5A762F-CA74-460A-A8E1-B3E57D7868F0}" dt="2026-10-15T12:08:44.750" v="50" actId="20577"/>
        <pc:sldMkLst>
          <pc:docMk/>
          <pc:sldMk cId="945899028" sldId="2147475542"/>
        </pc:sldMkLst>
        <pc:spChg chg="mod">
          <ac:chgData name="Makwana, Vinay Rajesh" userId="2e3ea48e-bcc3-4958-8dca-6eb802d0c17a" providerId="ADAL" clId="{8F5A762F-CA74-460A-A8E1-B3E57D7868F0}" dt="2026-10-15T11:12:07.912" v="3" actId="14100"/>
          <ac:spMkLst>
            <pc:docMk/>
            <pc:sldMk cId="945899028" sldId="2147475542"/>
            <ac:spMk id="6" creationId="{4BD53F1B-60C7-C65F-D923-50485127547B}"/>
          </ac:spMkLst>
        </pc:spChg>
        <pc:spChg chg="del">
          <ac:chgData name="Makwana, Vinay Rajesh" userId="2e3ea48e-bcc3-4958-8dca-6eb802d0c17a" providerId="ADAL" clId="{8F5A762F-CA74-460A-A8E1-B3E57D7868F0}" dt="2026-10-15T11:11:54.989" v="0" actId="478"/>
          <ac:spMkLst>
            <pc:docMk/>
            <pc:sldMk cId="945899028" sldId="2147475542"/>
            <ac:spMk id="16" creationId="{536690DD-8C2F-789A-B66D-F9D636E56A79}"/>
          </ac:spMkLst>
        </pc:spChg>
        <pc:spChg chg="del">
          <ac:chgData name="Makwana, Vinay Rajesh" userId="2e3ea48e-bcc3-4958-8dca-6eb802d0c17a" providerId="ADAL" clId="{8F5A762F-CA74-460A-A8E1-B3E57D7868F0}" dt="2026-10-15T11:11:54.989" v="0" actId="478"/>
          <ac:spMkLst>
            <pc:docMk/>
            <pc:sldMk cId="945899028" sldId="2147475542"/>
            <ac:spMk id="18" creationId="{C4C1EDE5-E88E-AD27-9FEF-527F5696D6E4}"/>
          </ac:spMkLst>
        </pc:spChg>
        <pc:spChg chg="del">
          <ac:chgData name="Makwana, Vinay Rajesh" userId="2e3ea48e-bcc3-4958-8dca-6eb802d0c17a" providerId="ADAL" clId="{8F5A762F-CA74-460A-A8E1-B3E57D7868F0}" dt="2026-10-15T11:11:54.989" v="0" actId="478"/>
          <ac:spMkLst>
            <pc:docMk/>
            <pc:sldMk cId="945899028" sldId="2147475542"/>
            <ac:spMk id="22" creationId="{996A35E8-044F-6BAB-363C-056ACA8727B0}"/>
          </ac:spMkLst>
        </pc:spChg>
        <pc:spChg chg="del">
          <ac:chgData name="Makwana, Vinay Rajesh" userId="2e3ea48e-bcc3-4958-8dca-6eb802d0c17a" providerId="ADAL" clId="{8F5A762F-CA74-460A-A8E1-B3E57D7868F0}" dt="2026-10-15T11:11:54.989" v="0" actId="478"/>
          <ac:spMkLst>
            <pc:docMk/>
            <pc:sldMk cId="945899028" sldId="2147475542"/>
            <ac:spMk id="23" creationId="{2F120350-59CB-51C0-057B-5934FE64B46B}"/>
          </ac:spMkLst>
        </pc:spChg>
        <pc:spChg chg="del">
          <ac:chgData name="Makwana, Vinay Rajesh" userId="2e3ea48e-bcc3-4958-8dca-6eb802d0c17a" providerId="ADAL" clId="{8F5A762F-CA74-460A-A8E1-B3E57D7868F0}" dt="2026-10-15T11:11:54.989" v="0" actId="478"/>
          <ac:spMkLst>
            <pc:docMk/>
            <pc:sldMk cId="945899028" sldId="2147475542"/>
            <ac:spMk id="24" creationId="{EE67154E-04D1-B9B4-ACE0-5FA414EABB5D}"/>
          </ac:spMkLst>
        </pc:spChg>
        <pc:spChg chg="del">
          <ac:chgData name="Makwana, Vinay Rajesh" userId="2e3ea48e-bcc3-4958-8dca-6eb802d0c17a" providerId="ADAL" clId="{8F5A762F-CA74-460A-A8E1-B3E57D7868F0}" dt="2026-10-15T11:11:54.989" v="0" actId="478"/>
          <ac:spMkLst>
            <pc:docMk/>
            <pc:sldMk cId="945899028" sldId="2147475542"/>
            <ac:spMk id="27" creationId="{607F4E25-26B3-A959-A72F-A205B955ACA6}"/>
          </ac:spMkLst>
        </pc:spChg>
        <pc:spChg chg="del">
          <ac:chgData name="Makwana, Vinay Rajesh" userId="2e3ea48e-bcc3-4958-8dca-6eb802d0c17a" providerId="ADAL" clId="{8F5A762F-CA74-460A-A8E1-B3E57D7868F0}" dt="2026-10-15T11:11:54.989" v="0" actId="478"/>
          <ac:spMkLst>
            <pc:docMk/>
            <pc:sldMk cId="945899028" sldId="2147475542"/>
            <ac:spMk id="30" creationId="{0F886B37-288E-F558-B9AA-0F8C44BDA2C4}"/>
          </ac:spMkLst>
        </pc:spChg>
        <pc:spChg chg="del">
          <ac:chgData name="Makwana, Vinay Rajesh" userId="2e3ea48e-bcc3-4958-8dca-6eb802d0c17a" providerId="ADAL" clId="{8F5A762F-CA74-460A-A8E1-B3E57D7868F0}" dt="2026-10-15T11:11:54.989" v="0" actId="478"/>
          <ac:spMkLst>
            <pc:docMk/>
            <pc:sldMk cId="945899028" sldId="2147475542"/>
            <ac:spMk id="32" creationId="{4FD1B88E-E96A-FECA-924E-193A6BEDAD02}"/>
          </ac:spMkLst>
        </pc:spChg>
        <pc:spChg chg="del">
          <ac:chgData name="Makwana, Vinay Rajesh" userId="2e3ea48e-bcc3-4958-8dca-6eb802d0c17a" providerId="ADAL" clId="{8F5A762F-CA74-460A-A8E1-B3E57D7868F0}" dt="2026-10-15T11:11:54.989" v="0" actId="478"/>
          <ac:spMkLst>
            <pc:docMk/>
            <pc:sldMk cId="945899028" sldId="2147475542"/>
            <ac:spMk id="34" creationId="{65C549D6-AA93-FB15-C5D6-FFCA8B67DF80}"/>
          </ac:spMkLst>
        </pc:spChg>
        <pc:spChg chg="del">
          <ac:chgData name="Makwana, Vinay Rajesh" userId="2e3ea48e-bcc3-4958-8dca-6eb802d0c17a" providerId="ADAL" clId="{8F5A762F-CA74-460A-A8E1-B3E57D7868F0}" dt="2026-10-15T11:11:54.989" v="0" actId="478"/>
          <ac:spMkLst>
            <pc:docMk/>
            <pc:sldMk cId="945899028" sldId="2147475542"/>
            <ac:spMk id="37" creationId="{94D5CCF0-35E9-4C41-ADF7-4596309D907A}"/>
          </ac:spMkLst>
        </pc:spChg>
        <pc:spChg chg="mod">
          <ac:chgData name="Makwana, Vinay Rajesh" userId="2e3ea48e-bcc3-4958-8dca-6eb802d0c17a" providerId="ADAL" clId="{8F5A762F-CA74-460A-A8E1-B3E57D7868F0}" dt="2026-10-15T12:08:44.750" v="50" actId="20577"/>
          <ac:spMkLst>
            <pc:docMk/>
            <pc:sldMk cId="945899028" sldId="2147475542"/>
            <ac:spMk id="44" creationId="{325490B4-BF3F-076B-F8D8-190F81FE0661}"/>
          </ac:spMkLst>
        </pc:spChg>
        <pc:spChg chg="del mod">
          <ac:chgData name="Makwana, Vinay Rajesh" userId="2e3ea48e-bcc3-4958-8dca-6eb802d0c17a" providerId="ADAL" clId="{8F5A762F-CA74-460A-A8E1-B3E57D7868F0}" dt="2026-10-15T12:07:34.414" v="27" actId="478"/>
          <ac:spMkLst>
            <pc:docMk/>
            <pc:sldMk cId="945899028" sldId="2147475542"/>
            <ac:spMk id="51" creationId="{E64852F6-A123-94D8-3D44-849744B27236}"/>
          </ac:spMkLst>
        </pc:spChg>
        <pc:spChg chg="del mod">
          <ac:chgData name="Makwana, Vinay Rajesh" userId="2e3ea48e-bcc3-4958-8dca-6eb802d0c17a" providerId="ADAL" clId="{8F5A762F-CA74-460A-A8E1-B3E57D7868F0}" dt="2026-10-15T12:07:39.186" v="28" actId="478"/>
          <ac:spMkLst>
            <pc:docMk/>
            <pc:sldMk cId="945899028" sldId="2147475542"/>
            <ac:spMk id="56" creationId="{A2922878-5F89-FECD-33C0-536FB94355C3}"/>
          </ac:spMkLst>
        </pc:spChg>
        <pc:spChg chg="del mod">
          <ac:chgData name="Makwana, Vinay Rajesh" userId="2e3ea48e-bcc3-4958-8dca-6eb802d0c17a" providerId="ADAL" clId="{8F5A762F-CA74-460A-A8E1-B3E57D7868F0}" dt="2026-10-15T12:07:34.414" v="27" actId="478"/>
          <ac:spMkLst>
            <pc:docMk/>
            <pc:sldMk cId="945899028" sldId="2147475542"/>
            <ac:spMk id="57" creationId="{0E28C947-BBC7-2D2A-CD76-4857323AC31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3919708013969268"/>
          <c:w val="0.82095215880223249"/>
          <c:h val="0.61518020686863961"/>
        </c:manualLayout>
      </c:layout>
      <c:barChart>
        <c:barDir val="col"/>
        <c:grouping val="clustered"/>
        <c:varyColors val="0"/>
        <c:ser>
          <c:idx val="0"/>
          <c:order val="0"/>
          <c:tx>
            <c:strRef>
              <c:f>Sheet1!$B$1</c:f>
              <c:strCache>
                <c:ptCount val="1"/>
                <c:pt idx="0">
                  <c:v>Carrier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j-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Singapore</c:v>
                </c:pt>
                <c:pt idx="1">
                  <c:v>Hongkong</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0AA8-4EAA-82BE-BA98274CC686}"/>
            </c:ext>
          </c:extLst>
        </c:ser>
        <c:ser>
          <c:idx val="1"/>
          <c:order val="1"/>
          <c:tx>
            <c:strRef>
              <c:f>Sheet1!$C$1</c:f>
              <c:strCache>
                <c:ptCount val="1"/>
                <c:pt idx="0">
                  <c:v>Peer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j-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Singapore</c:v>
                </c:pt>
                <c:pt idx="1">
                  <c:v>Hongkong</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0AA8-4EAA-82BE-BA98274CC686}"/>
            </c:ext>
          </c:extLst>
        </c:ser>
        <c:dLbls>
          <c:showLegendKey val="0"/>
          <c:showVal val="0"/>
          <c:showCatName val="0"/>
          <c:showSerName val="0"/>
          <c:showPercent val="0"/>
          <c:showBubbleSize val="0"/>
        </c:dLbls>
        <c:gapWidth val="91"/>
        <c:overlap val="3"/>
        <c:axId val="1287274816"/>
        <c:axId val="1170755280"/>
      </c:barChart>
      <c:catAx>
        <c:axId val="1287274816"/>
        <c:scaling>
          <c:orientation val="minMax"/>
        </c:scaling>
        <c:delete val="0"/>
        <c:axPos val="b"/>
        <c:numFmt formatCode="General" sourceLinked="1"/>
        <c:majorTickMark val="none"/>
        <c:minorTickMark val="none"/>
        <c:tickLblPos val="nextTo"/>
        <c:spPr>
          <a:noFill/>
          <a:ln w="9525" cap="flat" cmpd="sng" algn="ctr">
            <a:solidFill>
              <a:srgbClr val="B9B6B1"/>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j-lt"/>
                <a:ea typeface="+mn-ea"/>
                <a:cs typeface="+mn-cs"/>
              </a:defRPr>
            </a:pPr>
            <a:endParaRPr lang="en-US"/>
          </a:p>
        </c:txPr>
        <c:crossAx val="1170755280"/>
        <c:crosses val="autoZero"/>
        <c:auto val="1"/>
        <c:lblAlgn val="ctr"/>
        <c:lblOffset val="100"/>
        <c:noMultiLvlLbl val="0"/>
      </c:catAx>
      <c:valAx>
        <c:axId val="1170755280"/>
        <c:scaling>
          <c:orientation val="minMax"/>
        </c:scaling>
        <c:delete val="1"/>
        <c:axPos val="l"/>
        <c:numFmt formatCode="General" sourceLinked="1"/>
        <c:majorTickMark val="none"/>
        <c:minorTickMark val="none"/>
        <c:tickLblPos val="nextTo"/>
        <c:crossAx val="1287274816"/>
        <c:crosses val="autoZero"/>
        <c:crossBetween val="between"/>
      </c:valAx>
      <c:spPr>
        <a:noFill/>
        <a:ln>
          <a:noFill/>
        </a:ln>
        <a:effectLst/>
      </c:spPr>
    </c:plotArea>
    <c:legend>
      <c:legendPos val="b"/>
      <c:layout>
        <c:manualLayout>
          <c:xMode val="edge"/>
          <c:yMode val="edge"/>
          <c:x val="0.65005677775037174"/>
          <c:y val="5.6150357367869856E-3"/>
          <c:w val="0.21474166006267029"/>
          <c:h val="0.2853846899707279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11872820102279E-2"/>
          <c:y val="0.2166690025181395"/>
          <c:w val="0.70535413109511391"/>
          <c:h val="0.53895513241529791"/>
        </c:manualLayout>
      </c:layout>
      <c:barChart>
        <c:barDir val="col"/>
        <c:grouping val="clustered"/>
        <c:varyColors val="0"/>
        <c:ser>
          <c:idx val="0"/>
          <c:order val="0"/>
          <c:tx>
            <c:strRef>
              <c:f>Sheet1!$B$1</c:f>
              <c:strCache>
                <c:ptCount val="1"/>
                <c:pt idx="0">
                  <c:v>Carrier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j-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Singapore</c:v>
                </c:pt>
                <c:pt idx="1">
                  <c:v>Hongkong</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AD7C-4FAF-A1D6-6FDEAECBF661}"/>
            </c:ext>
          </c:extLst>
        </c:ser>
        <c:ser>
          <c:idx val="1"/>
          <c:order val="1"/>
          <c:tx>
            <c:strRef>
              <c:f>Sheet1!$C$1</c:f>
              <c:strCache>
                <c:ptCount val="1"/>
                <c:pt idx="0">
                  <c:v>Peer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j-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Singapore</c:v>
                </c:pt>
                <c:pt idx="1">
                  <c:v>Hongkong</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AD7C-4FAF-A1D6-6FDEAECBF661}"/>
            </c:ext>
          </c:extLst>
        </c:ser>
        <c:dLbls>
          <c:dLblPos val="inEnd"/>
          <c:showLegendKey val="0"/>
          <c:showVal val="1"/>
          <c:showCatName val="0"/>
          <c:showSerName val="0"/>
          <c:showPercent val="0"/>
          <c:showBubbleSize val="0"/>
        </c:dLbls>
        <c:gapWidth val="89"/>
        <c:axId val="1287274816"/>
        <c:axId val="1170755280"/>
      </c:barChart>
      <c:catAx>
        <c:axId val="1287274816"/>
        <c:scaling>
          <c:orientation val="minMax"/>
        </c:scaling>
        <c:delete val="0"/>
        <c:axPos val="b"/>
        <c:numFmt formatCode="General" sourceLinked="1"/>
        <c:majorTickMark val="none"/>
        <c:minorTickMark val="none"/>
        <c:tickLblPos val="nextTo"/>
        <c:spPr>
          <a:noFill/>
          <a:ln w="9525" cap="flat" cmpd="sng" algn="ctr">
            <a:solidFill>
              <a:srgbClr val="B9B6B1"/>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0755280"/>
        <c:crosses val="autoZero"/>
        <c:auto val="1"/>
        <c:lblAlgn val="ctr"/>
        <c:lblOffset val="100"/>
        <c:noMultiLvlLbl val="0"/>
      </c:catAx>
      <c:valAx>
        <c:axId val="1170755280"/>
        <c:scaling>
          <c:orientation val="minMax"/>
        </c:scaling>
        <c:delete val="1"/>
        <c:axPos val="l"/>
        <c:numFmt formatCode="General" sourceLinked="1"/>
        <c:majorTickMark val="none"/>
        <c:minorTickMark val="none"/>
        <c:tickLblPos val="nextTo"/>
        <c:crossAx val="1287274816"/>
        <c:crosses val="autoZero"/>
        <c:crossBetween val="between"/>
      </c:valAx>
      <c:spPr>
        <a:noFill/>
        <a:ln>
          <a:noFill/>
        </a:ln>
        <a:effectLst/>
      </c:spPr>
    </c:plotArea>
    <c:legend>
      <c:legendPos val="b"/>
      <c:layout>
        <c:manualLayout>
          <c:xMode val="edge"/>
          <c:yMode val="edge"/>
          <c:x val="0.61456281128366141"/>
          <c:y val="2.9935553370337511E-2"/>
          <c:w val="0.20865037619848767"/>
          <c:h val="0.1697381357838254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4C70C6-87E9-BC42-B371-929C77B72D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B767FFED-7486-4848-A427-7FAAAC6506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E9D273-C17F-144C-9C13-E365762DD79B}" type="datetimeFigureOut">
              <a:rPr lang="en-GB" smtClean="0">
                <a:latin typeface="Arial" panose="020B0604020202020204" pitchFamily="34" charset="0"/>
              </a:rPr>
              <a:t>16/10/2026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D5A27765-63BC-A54C-A741-3E43D81DC3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680BB550-5806-6245-BFED-BC3F97BD75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5A3036-A3D1-1D40-85ED-227DB44E2BD2}"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121978374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1558C79A-4752-7040-A133-91C74992C31D}" type="datetimeFigureOut">
              <a:rPr lang="en-GB" smtClean="0"/>
              <a:pPr/>
              <a:t>16/10/2026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53BF5AC0-C4B3-464D-8E9B-9D86370B7879}" type="slidenum">
              <a:rPr lang="en-GB" smtClean="0"/>
              <a:pPr/>
              <a:t>‹#›</a:t>
            </a:fld>
            <a:endParaRPr lang="en-GB"/>
          </a:p>
        </p:txBody>
      </p:sp>
    </p:spTree>
    <p:extLst>
      <p:ext uri="{BB962C8B-B14F-4D97-AF65-F5344CB8AC3E}">
        <p14:creationId xmlns:p14="http://schemas.microsoft.com/office/powerpoint/2010/main" val="1168623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customXml" Target="../../customXml/item12.xml"/><Relationship Id="rId7" Type="http://schemas.openxmlformats.org/officeDocument/2006/relationships/slideMaster" Target="../slideMasters/slideMaster1.xml"/><Relationship Id="rId2" Type="http://schemas.openxmlformats.org/officeDocument/2006/relationships/customXml" Target="../../customXml/item105.xml"/><Relationship Id="rId1" Type="http://schemas.openxmlformats.org/officeDocument/2006/relationships/customXml" Target="../../customXml/item94.xml"/><Relationship Id="rId6" Type="http://schemas.openxmlformats.org/officeDocument/2006/relationships/customXml" Target="../../customXml/item74.xml"/><Relationship Id="rId11" Type="http://schemas.microsoft.com/office/2007/relationships/hdphoto" Target="../media/hdphoto2.wdp"/><Relationship Id="rId5" Type="http://schemas.openxmlformats.org/officeDocument/2006/relationships/customXml" Target="../../customXml/item46.xml"/><Relationship Id="rId10" Type="http://schemas.openxmlformats.org/officeDocument/2006/relationships/image" Target="../media/image5.png"/><Relationship Id="rId4" Type="http://schemas.openxmlformats.org/officeDocument/2006/relationships/customXml" Target="../../customXml/item34.xml"/><Relationship Id="rId9"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customXml" Target="../../customXml/item25.xml"/><Relationship Id="rId7" Type="http://schemas.openxmlformats.org/officeDocument/2006/relationships/slideMaster" Target="../slideMasters/slideMaster1.xml"/><Relationship Id="rId2" Type="http://schemas.openxmlformats.org/officeDocument/2006/relationships/customXml" Target="../../customXml/item1.xml"/><Relationship Id="rId1" Type="http://schemas.openxmlformats.org/officeDocument/2006/relationships/customXml" Target="../../customXml/item2.xml"/><Relationship Id="rId6" Type="http://schemas.openxmlformats.org/officeDocument/2006/relationships/customXml" Target="../../customXml/item90.xml"/><Relationship Id="rId5" Type="http://schemas.openxmlformats.org/officeDocument/2006/relationships/customXml" Target="../../customXml/item69.xml"/><Relationship Id="rId10" Type="http://schemas.openxmlformats.org/officeDocument/2006/relationships/image" Target="../media/image6.png"/><Relationship Id="rId4" Type="http://schemas.openxmlformats.org/officeDocument/2006/relationships/customXml" Target="../../customXml/item47.xml"/><Relationship Id="rId9"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customXml" Target="../../customXml/item63.xml"/><Relationship Id="rId2" Type="http://schemas.openxmlformats.org/officeDocument/2006/relationships/customXml" Target="../../customXml/item37.xml"/><Relationship Id="rId1" Type="http://schemas.openxmlformats.org/officeDocument/2006/relationships/customXml" Target="../../customXml/item22.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106.xml"/><Relationship Id="rId1" Type="http://schemas.openxmlformats.org/officeDocument/2006/relationships/customXml" Target="../../customXml/item84.xml"/></Relationships>
</file>

<file path=ppt/slideLayouts/_rels/slideLayout5.xml.rels><?xml version="1.0" encoding="UTF-8" standalone="yes"?>
<Relationships xmlns="http://schemas.openxmlformats.org/package/2006/relationships"><Relationship Id="rId3" Type="http://schemas.openxmlformats.org/officeDocument/2006/relationships/customXml" Target="../../customXml/item59.xml"/><Relationship Id="rId2" Type="http://schemas.openxmlformats.org/officeDocument/2006/relationships/customXml" Target="../../customXml/item38.xml"/><Relationship Id="rId1" Type="http://schemas.openxmlformats.org/officeDocument/2006/relationships/customXml" Target="../../customXml/item13.xml"/><Relationship Id="rId6" Type="http://schemas.openxmlformats.org/officeDocument/2006/relationships/image" Target="../media/image7.png"/><Relationship Id="rId5" Type="http://schemas.openxmlformats.org/officeDocument/2006/relationships/slideMaster" Target="../slideMasters/slideMaster1.xml"/><Relationship Id="rId4" Type="http://schemas.openxmlformats.org/officeDocument/2006/relationships/customXml" Target="../../customXml/item81.xml"/></Relationships>
</file>

<file path=ppt/slideLayouts/_rels/slideLayout6.xml.rels><?xml version="1.0" encoding="UTF-8" standalone="yes"?>
<Relationships xmlns="http://schemas.openxmlformats.org/package/2006/relationships"><Relationship Id="rId3" Type="http://schemas.openxmlformats.org/officeDocument/2006/relationships/customXml" Target="../../customXml/item26.xml"/><Relationship Id="rId2" Type="http://schemas.openxmlformats.org/officeDocument/2006/relationships/customXml" Target="../../customXml/item14.xml"/><Relationship Id="rId1" Type="http://schemas.openxmlformats.org/officeDocument/2006/relationships/customXml" Target="../../customXml/item107.xml"/><Relationship Id="rId6" Type="http://schemas.openxmlformats.org/officeDocument/2006/relationships/image" Target="../media/image7.png"/><Relationship Id="rId5" Type="http://schemas.openxmlformats.org/officeDocument/2006/relationships/slideMaster" Target="../slideMasters/slideMaster1.xml"/><Relationship Id="rId4" Type="http://schemas.openxmlformats.org/officeDocument/2006/relationships/customXml" Target="../../customXml/item52.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95.xml"/><Relationship Id="rId1" Type="http://schemas.openxmlformats.org/officeDocument/2006/relationships/customXml" Target="../../customXml/item75.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3.xml"/></Relationships>
</file>

<file path=ppt/slideLayouts/_rels/slideLayout9.xml.rels><?xml version="1.0" encoding="UTF-8" standalone="yes"?>
<Relationships xmlns="http://schemas.openxmlformats.org/package/2006/relationships"><Relationship Id="rId3" Type="http://schemas.openxmlformats.org/officeDocument/2006/relationships/customXml" Target="../../customXml/item70.xml"/><Relationship Id="rId2" Type="http://schemas.openxmlformats.org/officeDocument/2006/relationships/customXml" Target="../../customXml/item48.xml"/><Relationship Id="rId1" Type="http://schemas.openxmlformats.org/officeDocument/2006/relationships/customXml" Target="../../customXml/item27.xml"/><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customXml" Target="../../customXml/item16.xml"/><Relationship Id="rId2" Type="http://schemas.openxmlformats.org/officeDocument/2006/relationships/customXml" Target="../../customXml/item4.xml"/><Relationship Id="rId1" Type="http://schemas.openxmlformats.org/officeDocument/2006/relationships/customXml" Target="../../customXml/item96.xml"/><Relationship Id="rId5" Type="http://schemas.openxmlformats.org/officeDocument/2006/relationships/slideMaster" Target="../slideMasters/slideMaster1.xml"/><Relationship Id="rId4" Type="http://schemas.openxmlformats.org/officeDocument/2006/relationships/customXml" Target="../../customXml/item39.xml"/></Relationships>
</file>

<file path=ppt/slideLayouts/_rels/slideLayout11.xml.rels><?xml version="1.0" encoding="UTF-8" standalone="yes"?>
<Relationships xmlns="http://schemas.openxmlformats.org/package/2006/relationships"><Relationship Id="rId3" Type="http://schemas.openxmlformats.org/officeDocument/2006/relationships/customXml" Target="../../customXml/item108.xml"/><Relationship Id="rId2" Type="http://schemas.openxmlformats.org/officeDocument/2006/relationships/customXml" Target="../../customXml/item85.xml"/><Relationship Id="rId1" Type="http://schemas.openxmlformats.org/officeDocument/2006/relationships/customXml" Target="../../customXml/item64.xml"/><Relationship Id="rId6" Type="http://schemas.openxmlformats.org/officeDocument/2006/relationships/slideMaster" Target="../slideMasters/slideMaster1.xml"/><Relationship Id="rId5" Type="http://schemas.openxmlformats.org/officeDocument/2006/relationships/customXml" Target="../../customXml/item40.xml"/><Relationship Id="rId4" Type="http://schemas.openxmlformats.org/officeDocument/2006/relationships/customXml" Target="../../customXml/item17.xml"/></Relationships>
</file>

<file path=ppt/slideLayouts/_rels/slideLayout12.xml.rels><?xml version="1.0" encoding="UTF-8" standalone="yes"?>
<Relationships xmlns="http://schemas.openxmlformats.org/package/2006/relationships"><Relationship Id="rId3" Type="http://schemas.openxmlformats.org/officeDocument/2006/relationships/customXml" Target="../../customXml/item86.xml"/><Relationship Id="rId2" Type="http://schemas.openxmlformats.org/officeDocument/2006/relationships/customXml" Target="../../customXml/item60.xml"/><Relationship Id="rId1" Type="http://schemas.openxmlformats.org/officeDocument/2006/relationships/customXml" Target="../../customXml/item109.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customXml" Target="../../customXml/item28.xml"/><Relationship Id="rId2" Type="http://schemas.openxmlformats.org/officeDocument/2006/relationships/customXml" Target="../../customXml/item7.xml"/><Relationship Id="rId1" Type="http://schemas.openxmlformats.org/officeDocument/2006/relationships/customXml" Target="../../customXml/item53.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customXml" Target="../../customXml/item97.xml"/><Relationship Id="rId2" Type="http://schemas.openxmlformats.org/officeDocument/2006/relationships/customXml" Target="../../customXml/item76.xml"/><Relationship Id="rId1" Type="http://schemas.openxmlformats.org/officeDocument/2006/relationships/customXml" Target="../../customXml/item8.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customXml/item49.xml"/><Relationship Id="rId7" Type="http://schemas.openxmlformats.org/officeDocument/2006/relationships/image" Target="../media/image8.png"/><Relationship Id="rId2" Type="http://schemas.openxmlformats.org/officeDocument/2006/relationships/customXml" Target="../../customXml/item29.xml"/><Relationship Id="rId1" Type="http://schemas.openxmlformats.org/officeDocument/2006/relationships/customXml" Target="../../customXml/item71.xml"/><Relationship Id="rId6" Type="http://schemas.openxmlformats.org/officeDocument/2006/relationships/slideMaster" Target="../slideMasters/slideMaster1.xml"/><Relationship Id="rId5" Type="http://schemas.openxmlformats.org/officeDocument/2006/relationships/customXml" Target="../../customXml/item98.xml"/><Relationship Id="rId4" Type="http://schemas.openxmlformats.org/officeDocument/2006/relationships/customXml" Target="../../customXml/item77.xml"/><Relationship Id="rId9" Type="http://schemas.microsoft.com/office/2007/relationships/hdphoto" Target="../media/hdphoto3.wdp"/></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customXml" Target="../../customXml/item23.xml"/><Relationship Id="rId2" Type="http://schemas.openxmlformats.org/officeDocument/2006/relationships/customXml" Target="../../customXml/item5.xml"/><Relationship Id="rId1" Type="http://schemas.openxmlformats.org/officeDocument/2006/relationships/customXml" Target="../../customXml/item99.xml"/><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72.xml"/><Relationship Id="rId1" Type="http://schemas.openxmlformats.org/officeDocument/2006/relationships/customXml" Target="../../customXml/item5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custData r:id="rId2"/>
            </p:custDataLst>
          </p:nvPr>
        </p:nvSpPr>
        <p:spPr>
          <a:xfrm>
            <a:off x="457200" y="2566800"/>
            <a:ext cx="6906703" cy="880153"/>
          </a:xfrm>
          <a:prstGeom prst="rect">
            <a:avLst/>
          </a:prstGeom>
        </p:spPr>
        <p:txBody>
          <a:bodyPr vert="horz" lIns="0" tIns="0" rIns="0" bIns="0" anchor="b"/>
          <a:lstStyle>
            <a:lvl1pPr>
              <a:lnSpc>
                <a:spcPct val="90000"/>
              </a:lnSpc>
              <a:defRPr sz="4000" b="0" i="0" cap="none" baseline="0">
                <a:solidFill>
                  <a:schemeClr val="bg1"/>
                </a:solidFill>
                <a:latin typeface="+mj-lt"/>
                <a:cs typeface="Georgia Pro Light" panose="02040302050405020303" pitchFamily="18" charset="0"/>
              </a:defRPr>
            </a:lvl1pPr>
          </a:lstStyle>
          <a:p>
            <a:r>
              <a:rPr lang="en-US" dirty="0"/>
              <a:t>Main title</a:t>
            </a:r>
          </a:p>
        </p:txBody>
      </p:sp>
      <p:sp>
        <p:nvSpPr>
          <p:cNvPr id="3" name="Subtitle"/>
          <p:cNvSpPr>
            <a:spLocks noGrp="1"/>
          </p:cNvSpPr>
          <p:nvPr>
            <p:ph type="subTitle" idx="1" hasCustomPrompt="1"/>
            <p:custDataLst>
              <p:custData r:id="rId3"/>
            </p:custDataLst>
          </p:nvPr>
        </p:nvSpPr>
        <p:spPr>
          <a:xfrm>
            <a:off x="7533765" y="2566800"/>
            <a:ext cx="4201200" cy="340038"/>
          </a:xfrm>
        </p:spPr>
        <p:txBody>
          <a:bodyPr anchor="b" anchorCtr="0"/>
          <a:lstStyle>
            <a:lvl1pPr marL="0" indent="0" algn="r">
              <a:lnSpc>
                <a:spcPct val="100000"/>
              </a:lnSpc>
              <a:spcBef>
                <a:spcPts val="0"/>
              </a:spcBef>
              <a:spcAft>
                <a:spcPts val="0"/>
              </a:spcAft>
              <a:buNone/>
              <a:defRPr sz="1200" cap="none">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sp>
        <p:nvSpPr>
          <p:cNvPr id="9" name="Text Placeholder 8">
            <a:extLst>
              <a:ext uri="{FF2B5EF4-FFF2-40B4-BE49-F238E27FC236}">
                <a16:creationId xmlns:a16="http://schemas.microsoft.com/office/drawing/2014/main" id="{538E4E92-9AFC-8F34-D178-F85738EE60B0}"/>
              </a:ext>
            </a:extLst>
          </p:cNvPr>
          <p:cNvSpPr>
            <a:spLocks noGrp="1"/>
          </p:cNvSpPr>
          <p:nvPr>
            <p:ph type="body" sz="quarter" idx="10" hasCustomPrompt="1"/>
            <p:custDataLst>
              <p:custData r:id="rId4"/>
            </p:custDataLst>
          </p:nvPr>
        </p:nvSpPr>
        <p:spPr>
          <a:xfrm>
            <a:off x="7533766" y="2955600"/>
            <a:ext cx="4202234" cy="388800"/>
          </a:xfrm>
        </p:spPr>
        <p:txBody>
          <a:bodyPr anchor="b" anchorCtr="0"/>
          <a:lstStyle>
            <a:lvl1pPr marL="0" indent="0" algn="r">
              <a:buNone/>
              <a:defRPr sz="1200">
                <a:solidFill>
                  <a:schemeClr val="bg1"/>
                </a:solidFill>
              </a:defRPr>
            </a:lvl1pPr>
          </a:lstStyle>
          <a:p>
            <a:pPr lvl="0"/>
            <a:r>
              <a:rPr lang="en-US"/>
              <a:t>Presenter</a:t>
            </a:r>
            <a:endParaRPr lang="en-US" dirty="0"/>
          </a:p>
        </p:txBody>
      </p:sp>
      <p:sp>
        <p:nvSpPr>
          <p:cNvPr id="11" name="Text Placeholder 10">
            <a:extLst>
              <a:ext uri="{FF2B5EF4-FFF2-40B4-BE49-F238E27FC236}">
                <a16:creationId xmlns:a16="http://schemas.microsoft.com/office/drawing/2014/main" id="{5804D60C-57AB-68C3-4AB4-908C9DFEFAD1}"/>
              </a:ext>
            </a:extLst>
          </p:cNvPr>
          <p:cNvSpPr>
            <a:spLocks noGrp="1"/>
          </p:cNvSpPr>
          <p:nvPr>
            <p:ph type="body" sz="quarter" idx="11" hasCustomPrompt="1"/>
            <p:custDataLst>
              <p:custData r:id="rId5"/>
            </p:custDataLst>
          </p:nvPr>
        </p:nvSpPr>
        <p:spPr>
          <a:xfrm>
            <a:off x="7533765" y="428400"/>
            <a:ext cx="4202235" cy="536400"/>
          </a:xfrm>
        </p:spPr>
        <p:txBody>
          <a:bodyPr/>
          <a:lstStyle>
            <a:lvl1pPr marL="0" indent="0" algn="r">
              <a:buNone/>
              <a:defRPr sz="1000">
                <a:solidFill>
                  <a:schemeClr val="bg1"/>
                </a:solidFill>
              </a:defRPr>
            </a:lvl1pPr>
          </a:lstStyle>
          <a:p>
            <a:pPr lvl="0"/>
            <a:r>
              <a:rPr lang="en-US" dirty="0"/>
              <a:t>DATE</a:t>
            </a:r>
          </a:p>
        </p:txBody>
      </p:sp>
      <p:sp>
        <p:nvSpPr>
          <p:cNvPr id="4" name="FrameImage" descr="PowerPoint default image Sky Blue: PowerPoint default image Sky Blue.">
            <a:extLst>
              <a:ext uri="{FF2B5EF4-FFF2-40B4-BE49-F238E27FC236}">
                <a16:creationId xmlns:a16="http://schemas.microsoft.com/office/drawing/2014/main" id="{2D311B1E-6C67-7F54-F36A-7E2D1B6912CA}"/>
              </a:ext>
            </a:extLst>
          </p:cNvPr>
          <p:cNvSpPr/>
          <p:nvPr userDrawn="1">
            <p:custDataLst>
              <p:custData r:id="rId6"/>
            </p:custDataLst>
          </p:nvPr>
        </p:nvSpPr>
        <p:spPr>
          <a:xfrm>
            <a:off x="457200" y="3542400"/>
            <a:ext cx="11278800" cy="3315600"/>
          </a:xfrm>
          <a:prstGeom prst="rect">
            <a:avLst/>
          </a:prstGeom>
          <a:blipFill>
            <a:blip r:embed="rId8"/>
            <a:stretch>
              <a:fillRect t="-45674" b="-45674"/>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endParaRPr>
          </a:p>
        </p:txBody>
      </p:sp>
      <p:pic>
        <p:nvPicPr>
          <p:cNvPr id="6" name="CoverMainLogo_WHITE" descr="The Marsh McLennan company logo." hidden="1">
            <a:extLst>
              <a:ext uri="{FF2B5EF4-FFF2-40B4-BE49-F238E27FC236}">
                <a16:creationId xmlns:a16="http://schemas.microsoft.com/office/drawing/2014/main" id="{A46AC619-CB67-5B40-9089-CF8CD470DF13}"/>
              </a:ext>
            </a:extLst>
          </p:cNvPr>
          <p:cNvPicPr>
            <a:picLocks noChangeAspect="1"/>
          </p:cNvPicPr>
          <p:nvPr userDrawn="1"/>
        </p:nvPicPr>
        <p:blipFill>
          <a:blip r:embed="rId9"/>
          <a:stretch>
            <a:fillRect/>
          </a:stretch>
        </p:blipFill>
        <p:spPr bwMode="invGray">
          <a:xfrm>
            <a:off x="457200" y="457200"/>
            <a:ext cx="1673355" cy="365761"/>
          </a:xfrm>
          <a:prstGeom prst="rect">
            <a:avLst/>
          </a:prstGeom>
        </p:spPr>
      </p:pic>
      <p:pic>
        <p:nvPicPr>
          <p:cNvPr id="7" name="CoverMainLogo_COLOUR" descr="The Marsh McLennan company logo.">
            <a:extLst>
              <a:ext uri="{FF2B5EF4-FFF2-40B4-BE49-F238E27FC236}">
                <a16:creationId xmlns:a16="http://schemas.microsoft.com/office/drawing/2014/main" id="{21DA3B31-F5BB-2131-E06E-72911A81B39F}"/>
              </a:ext>
            </a:extLst>
          </p:cNvPr>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bwMode="invGray">
          <a:xfrm>
            <a:off x="457200" y="609600"/>
            <a:ext cx="1673355" cy="365761"/>
          </a:xfrm>
          <a:prstGeom prst="rect">
            <a:avLst/>
          </a:prstGeom>
        </p:spPr>
      </p:pic>
    </p:spTree>
    <p:custDataLst>
      <p:custData r:id="rId1"/>
    </p:custDataLst>
    <p:extLst>
      <p:ext uri="{BB962C8B-B14F-4D97-AF65-F5344CB8AC3E}">
        <p14:creationId xmlns:p14="http://schemas.microsoft.com/office/powerpoint/2010/main" val="1583194702"/>
      </p:ext>
    </p:extLst>
  </p:cSld>
  <p:clrMapOvr>
    <a:masterClrMapping/>
  </p:clrMapOvr>
  <p:extLst>
    <p:ext uri="{DCECCB84-F9BA-43D5-87BE-67443E8EF086}">
      <p15:sldGuideLst xmlns:p15="http://schemas.microsoft.com/office/powerpoint/2012/main">
        <p15:guide id="3" orient="horz" pos="20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solidFill>
          <a:srgbClr val="CEEC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custData r:id="rId2"/>
            </p:custDataLst>
          </p:nvPr>
        </p:nvSpPr>
        <p:spPr>
          <a:xfrm>
            <a:off x="457200" y="2566800"/>
            <a:ext cx="6906703" cy="880153"/>
          </a:xfrm>
          <a:prstGeom prst="rect">
            <a:avLst/>
          </a:prstGeom>
        </p:spPr>
        <p:txBody>
          <a:bodyPr vert="horz" lIns="0" tIns="0" rIns="0" bIns="0" anchor="b"/>
          <a:lstStyle>
            <a:lvl1pPr>
              <a:lnSpc>
                <a:spcPct val="90000"/>
              </a:lnSpc>
              <a:defRPr sz="4000" b="0" i="0" cap="none" baseline="0">
                <a:solidFill>
                  <a:schemeClr val="bg1"/>
                </a:solidFill>
                <a:latin typeface="+mj-lt"/>
                <a:cs typeface="Georgia Pro Light" panose="02040302050405020303" pitchFamily="18" charset="0"/>
              </a:defRPr>
            </a:lvl1pPr>
          </a:lstStyle>
          <a:p>
            <a:r>
              <a:rPr lang="en-US" dirty="0"/>
              <a:t>Main title</a:t>
            </a:r>
          </a:p>
        </p:txBody>
      </p:sp>
      <p:sp>
        <p:nvSpPr>
          <p:cNvPr id="3" name="Subtitle"/>
          <p:cNvSpPr>
            <a:spLocks noGrp="1"/>
          </p:cNvSpPr>
          <p:nvPr>
            <p:ph type="subTitle" idx="1" hasCustomPrompt="1"/>
            <p:custDataLst>
              <p:custData r:id="rId3"/>
            </p:custDataLst>
          </p:nvPr>
        </p:nvSpPr>
        <p:spPr>
          <a:xfrm>
            <a:off x="7533765" y="2566800"/>
            <a:ext cx="4201200" cy="340038"/>
          </a:xfrm>
        </p:spPr>
        <p:txBody>
          <a:bodyPr anchor="b" anchorCtr="0"/>
          <a:lstStyle>
            <a:lvl1pPr marL="0" indent="0" algn="r">
              <a:lnSpc>
                <a:spcPct val="100000"/>
              </a:lnSpc>
              <a:spcBef>
                <a:spcPts val="0"/>
              </a:spcBef>
              <a:spcAft>
                <a:spcPts val="0"/>
              </a:spcAft>
              <a:buNone/>
              <a:defRPr sz="1200" cap="none">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sp>
        <p:nvSpPr>
          <p:cNvPr id="9" name="Text Placeholder 8">
            <a:extLst>
              <a:ext uri="{FF2B5EF4-FFF2-40B4-BE49-F238E27FC236}">
                <a16:creationId xmlns:a16="http://schemas.microsoft.com/office/drawing/2014/main" id="{538E4E92-9AFC-8F34-D178-F85738EE60B0}"/>
              </a:ext>
            </a:extLst>
          </p:cNvPr>
          <p:cNvSpPr>
            <a:spLocks noGrp="1"/>
          </p:cNvSpPr>
          <p:nvPr>
            <p:ph type="body" sz="quarter" idx="10" hasCustomPrompt="1"/>
            <p:custDataLst>
              <p:custData r:id="rId4"/>
            </p:custDataLst>
          </p:nvPr>
        </p:nvSpPr>
        <p:spPr>
          <a:xfrm>
            <a:off x="7533766" y="2955600"/>
            <a:ext cx="4202234" cy="388800"/>
          </a:xfrm>
        </p:spPr>
        <p:txBody>
          <a:bodyPr anchor="b" anchorCtr="0"/>
          <a:lstStyle>
            <a:lvl1pPr marL="0" indent="0" algn="r">
              <a:buNone/>
              <a:defRPr sz="1200">
                <a:solidFill>
                  <a:schemeClr val="bg1"/>
                </a:solidFill>
              </a:defRPr>
            </a:lvl1pPr>
          </a:lstStyle>
          <a:p>
            <a:pPr lvl="0"/>
            <a:r>
              <a:rPr lang="en-US"/>
              <a:t>Presenter</a:t>
            </a:r>
            <a:endParaRPr lang="en-US" dirty="0"/>
          </a:p>
        </p:txBody>
      </p:sp>
      <p:sp>
        <p:nvSpPr>
          <p:cNvPr id="11" name="Text Placeholder 10">
            <a:extLst>
              <a:ext uri="{FF2B5EF4-FFF2-40B4-BE49-F238E27FC236}">
                <a16:creationId xmlns:a16="http://schemas.microsoft.com/office/drawing/2014/main" id="{5804D60C-57AB-68C3-4AB4-908C9DFEFAD1}"/>
              </a:ext>
            </a:extLst>
          </p:cNvPr>
          <p:cNvSpPr>
            <a:spLocks noGrp="1"/>
          </p:cNvSpPr>
          <p:nvPr>
            <p:ph type="body" sz="quarter" idx="11" hasCustomPrompt="1"/>
            <p:custDataLst>
              <p:custData r:id="rId5"/>
            </p:custDataLst>
          </p:nvPr>
        </p:nvSpPr>
        <p:spPr>
          <a:xfrm>
            <a:off x="7533765" y="428400"/>
            <a:ext cx="4202235" cy="536400"/>
          </a:xfrm>
        </p:spPr>
        <p:txBody>
          <a:bodyPr/>
          <a:lstStyle>
            <a:lvl1pPr marL="0" indent="0" algn="r">
              <a:buNone/>
              <a:defRPr sz="1000">
                <a:solidFill>
                  <a:schemeClr val="bg1"/>
                </a:solidFill>
              </a:defRPr>
            </a:lvl1pPr>
          </a:lstStyle>
          <a:p>
            <a:pPr lvl="0"/>
            <a:r>
              <a:rPr lang="en-US" dirty="0"/>
              <a:t>DATE</a:t>
            </a:r>
          </a:p>
        </p:txBody>
      </p:sp>
      <p:sp>
        <p:nvSpPr>
          <p:cNvPr id="4" name="FrameImage" descr="PowerPoint default image Sky Blue: PowerPoint default image Sky Blue.">
            <a:extLst>
              <a:ext uri="{FF2B5EF4-FFF2-40B4-BE49-F238E27FC236}">
                <a16:creationId xmlns:a16="http://schemas.microsoft.com/office/drawing/2014/main" id="{2D311B1E-6C67-7F54-F36A-7E2D1B6912CA}"/>
              </a:ext>
            </a:extLst>
          </p:cNvPr>
          <p:cNvSpPr/>
          <p:nvPr userDrawn="1">
            <p:custDataLst>
              <p:custData r:id="rId6"/>
            </p:custDataLst>
          </p:nvPr>
        </p:nvSpPr>
        <p:spPr>
          <a:xfrm>
            <a:off x="457200" y="3542400"/>
            <a:ext cx="11278800" cy="3315600"/>
          </a:xfrm>
          <a:prstGeom prst="rect">
            <a:avLst/>
          </a:prstGeom>
          <a:blipFill>
            <a:blip r:embed="rId8"/>
            <a:stretch>
              <a:fillRect t="-45674" b="-45674"/>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endParaRPr>
          </a:p>
        </p:txBody>
      </p:sp>
      <p:pic>
        <p:nvPicPr>
          <p:cNvPr id="6" name="CoverMainLogo_WHITE" descr="The Marsh McLennan company logo." hidden="1">
            <a:extLst>
              <a:ext uri="{FF2B5EF4-FFF2-40B4-BE49-F238E27FC236}">
                <a16:creationId xmlns:a16="http://schemas.microsoft.com/office/drawing/2014/main" id="{A46AC619-CB67-5B40-9089-CF8CD470DF13}"/>
              </a:ext>
            </a:extLst>
          </p:cNvPr>
          <p:cNvPicPr>
            <a:picLocks noChangeAspect="1"/>
          </p:cNvPicPr>
          <p:nvPr userDrawn="1"/>
        </p:nvPicPr>
        <p:blipFill>
          <a:blip r:embed="rId9"/>
          <a:stretch>
            <a:fillRect/>
          </a:stretch>
        </p:blipFill>
        <p:spPr bwMode="invGray">
          <a:xfrm>
            <a:off x="457200" y="457200"/>
            <a:ext cx="1673355" cy="365761"/>
          </a:xfrm>
          <a:prstGeom prst="rect">
            <a:avLst/>
          </a:prstGeom>
        </p:spPr>
      </p:pic>
      <p:pic>
        <p:nvPicPr>
          <p:cNvPr id="5" name="CoverMainLogo_COLOUR" descr="The Marsh McLennan company logo.">
            <a:extLst>
              <a:ext uri="{FF2B5EF4-FFF2-40B4-BE49-F238E27FC236}">
                <a16:creationId xmlns:a16="http://schemas.microsoft.com/office/drawing/2014/main" id="{07DFB26C-584F-8CCE-C9DC-9803E1A03008}"/>
              </a:ext>
            </a:extLst>
          </p:cNvPr>
          <p:cNvPicPr>
            <a:picLocks noChangeAspect="1"/>
          </p:cNvPicPr>
          <p:nvPr userDrawn="1"/>
        </p:nvPicPr>
        <p:blipFill>
          <a:blip r:embed="rId10"/>
          <a:stretch>
            <a:fillRect/>
          </a:stretch>
        </p:blipFill>
        <p:spPr bwMode="invGray">
          <a:xfrm>
            <a:off x="457200" y="609600"/>
            <a:ext cx="1673355" cy="365761"/>
          </a:xfrm>
          <a:prstGeom prst="rect">
            <a:avLst/>
          </a:prstGeom>
        </p:spPr>
      </p:pic>
    </p:spTree>
    <p:custDataLst>
      <p:custData r:id="rId1"/>
    </p:custDataLst>
    <p:extLst>
      <p:ext uri="{BB962C8B-B14F-4D97-AF65-F5344CB8AC3E}">
        <p14:creationId xmlns:p14="http://schemas.microsoft.com/office/powerpoint/2010/main" val="3657513967"/>
      </p:ext>
    </p:extLst>
  </p:cSld>
  <p:clrMapOvr>
    <a:masterClrMapping/>
  </p:clrMapOvr>
  <p:extLst>
    <p:ext uri="{DCECCB84-F9BA-43D5-87BE-67443E8EF086}">
      <p15:sldGuideLst xmlns:p15="http://schemas.microsoft.com/office/powerpoint/2012/main">
        <p15:guide id="3" orient="horz" pos="20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custData r:id="rId1"/>
            </p:custDataLst>
          </p:nvPr>
        </p:nvSpPr>
        <p:spPr>
          <a:xfrm>
            <a:off x="464400" y="1411200"/>
            <a:ext cx="112716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custDataLst>
              <p:custData r:id="rId2"/>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custDataLst>
              <p:custData r:id="rId3"/>
            </p:custDataLst>
          </p:nvPr>
        </p:nvSpPr>
        <p:spPr/>
        <p:txBody>
          <a:bodyPr/>
          <a:lstStyle>
            <a:lvl1pPr>
              <a:defRPr/>
            </a:lvl1pPr>
          </a:lstStyle>
          <a:p>
            <a:r>
              <a:rPr lang="en-US"/>
              <a:t>Click to add title</a:t>
            </a:r>
            <a:endParaRPr lang="en-US"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p>
            <a:endParaRPr lang="en-US" dirty="0"/>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p>
            <a:fld id="{CC823384-2074-4C75-9031-ACAC8BCA8354}" type="slidenum">
              <a:rPr lang="en-US" smtClean="0"/>
              <a:pPr/>
              <a:t>‹#›</a:t>
            </a:fld>
            <a:endParaRPr lang="en-US" dirty="0"/>
          </a:p>
        </p:txBody>
      </p:sp>
    </p:spTree>
    <p:extLst>
      <p:ext uri="{BB962C8B-B14F-4D97-AF65-F5344CB8AC3E}">
        <p14:creationId xmlns:p14="http://schemas.microsoft.com/office/powerpoint/2010/main" val="76000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en-US"/>
              <a:t>Click to add title</a:t>
            </a:r>
            <a:endParaRPr lang="en-US"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en-US"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en-US" smtClean="0"/>
              <a:pPr/>
              <a:t>‹#›</a:t>
            </a:fld>
            <a:endParaRPr lang="en-US" dirty="0"/>
          </a:p>
        </p:txBody>
      </p:sp>
    </p:spTree>
    <p:extLst>
      <p:ext uri="{BB962C8B-B14F-4D97-AF65-F5344CB8AC3E}">
        <p14:creationId xmlns:p14="http://schemas.microsoft.com/office/powerpoint/2010/main" val="193468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bg2">
            <a:alpha val="60000"/>
          </a:schemeClr>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en-US"/>
              <a:t>Click to add title</a:t>
            </a:r>
            <a:endParaRPr lang="en-US"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lvl1pPr>
              <a:defRPr>
                <a:solidFill>
                  <a:srgbClr val="000F47"/>
                </a:solidFill>
              </a:defRPr>
            </a:lvl1pPr>
          </a:lstStyle>
          <a:p>
            <a:fld id="{CC823384-2074-4C75-9031-ACAC8BCA8354}" type="slidenum">
              <a:rPr lang="en-US" smtClean="0"/>
              <a:pPr/>
              <a:t>‹#›</a:t>
            </a:fld>
            <a:endParaRPr lang="en-US" dirty="0"/>
          </a:p>
        </p:txBody>
      </p:sp>
      <p:sp>
        <p:nvSpPr>
          <p:cNvPr id="2" name="Footer Rule">
            <a:extLst>
              <a:ext uri="{FF2B5EF4-FFF2-40B4-BE49-F238E27FC236}">
                <a16:creationId xmlns:a16="http://schemas.microsoft.com/office/drawing/2014/main" id="{C794E8F2-94FD-489D-854A-BA55CC839A9F}"/>
              </a:ext>
            </a:extLst>
          </p:cNvPr>
          <p:cNvSpPr/>
          <p:nvPr userDrawn="1">
            <p:custDataLst>
              <p:custData r:id="rId3"/>
            </p:custDataLst>
          </p:nvPr>
        </p:nvSpPr>
        <p:spPr>
          <a:xfrm>
            <a:off x="457200" y="6400800"/>
            <a:ext cx="11278800" cy="0"/>
          </a:xfrm>
          <a:prstGeom prst="line">
            <a:avLst/>
          </a:prstGeom>
          <a:noFill/>
          <a:ln w="6350">
            <a:solidFill>
              <a:srgbClr val="000F47"/>
            </a:solidFill>
            <a:prstDash val="solid"/>
            <a:headEnd type="none"/>
            <a:tailEnd type="none"/>
          </a:ln>
        </p:spPr>
        <p:txBody>
          <a:bodyPr lIns="0" tIns="0" rIns="0" bIns="0"/>
          <a:lstStyle/>
          <a:p>
            <a:endParaRPr lang="en-US" sz="700">
              <a:solidFill>
                <a:schemeClr val="tx1"/>
              </a:solidFill>
            </a:endParaRPr>
          </a:p>
        </p:txBody>
      </p:sp>
      <p:sp>
        <p:nvSpPr>
          <p:cNvPr id="7" name="Copyright">
            <a:extLst>
              <a:ext uri="{FF2B5EF4-FFF2-40B4-BE49-F238E27FC236}">
                <a16:creationId xmlns:a16="http://schemas.microsoft.com/office/drawing/2014/main" id="{4B3A466F-9080-1992-9F4E-A222C26CA196}"/>
              </a:ext>
            </a:extLst>
          </p:cNvPr>
          <p:cNvSpPr txBox="1">
            <a:spLocks/>
          </p:cNvSpPr>
          <p:nvPr userDrawn="1">
            <p:custDataLst>
              <p:custData r:id="rId4"/>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700" dirty="0">
                <a:solidFill>
                  <a:schemeClr val="dk1"/>
                </a:solidFill>
              </a:rPr>
              <a:t>© 2026 Marsh. All rights reserved.</a:t>
            </a:r>
          </a:p>
        </p:txBody>
      </p:sp>
      <p:pic>
        <p:nvPicPr>
          <p:cNvPr id="8" name="ContentLogo_COLOUR" descr="The Marsh McLennan company logo.">
            <a:extLst>
              <a:ext uri="{FF2B5EF4-FFF2-40B4-BE49-F238E27FC236}">
                <a16:creationId xmlns:a16="http://schemas.microsoft.com/office/drawing/2014/main" id="{0B453864-2981-2AA2-6C4C-37F98FBF55C6}"/>
              </a:ext>
            </a:extLst>
          </p:cNvPr>
          <p:cNvPicPr>
            <a:picLocks noChangeAspect="1"/>
          </p:cNvPicPr>
          <p:nvPr userDrawn="1"/>
        </p:nvPicPr>
        <p:blipFill>
          <a:blip r:embed="rId6"/>
          <a:stretch>
            <a:fillRect/>
          </a:stretch>
        </p:blipFill>
        <p:spPr bwMode="invGray">
          <a:xfrm>
            <a:off x="457200" y="6537960"/>
            <a:ext cx="752858" cy="164592"/>
          </a:xfrm>
          <a:prstGeom prst="rect">
            <a:avLst/>
          </a:prstGeom>
        </p:spPr>
      </p:pic>
      <p:sp>
        <p:nvSpPr>
          <p:cNvPr id="4" name="Footer Placeholder 3">
            <a:extLst>
              <a:ext uri="{FF2B5EF4-FFF2-40B4-BE49-F238E27FC236}">
                <a16:creationId xmlns:a16="http://schemas.microsoft.com/office/drawing/2014/main" id="{509CC443-B9C2-816D-5CE0-712D7D1B6265}"/>
              </a:ext>
            </a:extLst>
          </p:cNvPr>
          <p:cNvSpPr>
            <a:spLocks noGrp="1"/>
          </p:cNvSpPr>
          <p:nvPr>
            <p:ph type="ftr" sz="quarter" idx="14"/>
          </p:nvPr>
        </p:nvSpPr>
        <p:spPr>
          <a:xfrm>
            <a:off x="2374500" y="6570000"/>
            <a:ext cx="3607200" cy="154800"/>
          </a:xfrm>
        </p:spPr>
        <p:txBody>
          <a:bodyPr/>
          <a:lstStyle>
            <a:lvl1pPr>
              <a:defRPr>
                <a:solidFill>
                  <a:srgbClr val="3D3C37"/>
                </a:solidFill>
              </a:defRPr>
            </a:lvl1pPr>
          </a:lstStyle>
          <a:p>
            <a:endParaRPr lang="en-US" dirty="0">
              <a:solidFill>
                <a:srgbClr val="3D3C37"/>
              </a:solidFill>
            </a:endParaRPr>
          </a:p>
        </p:txBody>
      </p:sp>
    </p:spTree>
    <p:extLst>
      <p:ext uri="{BB962C8B-B14F-4D97-AF65-F5344CB8AC3E}">
        <p14:creationId xmlns:p14="http://schemas.microsoft.com/office/powerpoint/2010/main" val="873718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3_Title Only">
    <p:bg>
      <p:bgPr>
        <a:solidFill>
          <a:schemeClr val="bg1"/>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en-US"/>
              <a:t>Click to add title</a:t>
            </a:r>
            <a:endParaRPr lang="en-US"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lvl1pPr>
              <a:defRPr>
                <a:solidFill>
                  <a:srgbClr val="000F47"/>
                </a:solidFill>
              </a:defRPr>
            </a:lvl1pPr>
          </a:lstStyle>
          <a:p>
            <a:fld id="{CC823384-2074-4C75-9031-ACAC8BCA8354}" type="slidenum">
              <a:rPr lang="en-US" smtClean="0"/>
              <a:pPr/>
              <a:t>‹#›</a:t>
            </a:fld>
            <a:endParaRPr lang="en-US" dirty="0"/>
          </a:p>
        </p:txBody>
      </p:sp>
      <p:sp>
        <p:nvSpPr>
          <p:cNvPr id="2" name="Footer Rule">
            <a:extLst>
              <a:ext uri="{FF2B5EF4-FFF2-40B4-BE49-F238E27FC236}">
                <a16:creationId xmlns:a16="http://schemas.microsoft.com/office/drawing/2014/main" id="{C794E8F2-94FD-489D-854A-BA55CC839A9F}"/>
              </a:ext>
            </a:extLst>
          </p:cNvPr>
          <p:cNvSpPr/>
          <p:nvPr userDrawn="1">
            <p:custDataLst>
              <p:custData r:id="rId3"/>
            </p:custDataLst>
          </p:nvPr>
        </p:nvSpPr>
        <p:spPr>
          <a:xfrm>
            <a:off x="457200" y="6400800"/>
            <a:ext cx="11278800" cy="0"/>
          </a:xfrm>
          <a:prstGeom prst="line">
            <a:avLst/>
          </a:prstGeom>
          <a:noFill/>
          <a:ln w="6350">
            <a:solidFill>
              <a:srgbClr val="000F47"/>
            </a:solidFill>
            <a:prstDash val="solid"/>
            <a:headEnd type="none"/>
            <a:tailEnd type="none"/>
          </a:ln>
        </p:spPr>
        <p:txBody>
          <a:bodyPr lIns="0" tIns="0" rIns="0" bIns="0"/>
          <a:lstStyle/>
          <a:p>
            <a:endParaRPr lang="en-US" sz="700">
              <a:solidFill>
                <a:schemeClr val="tx1"/>
              </a:solidFill>
            </a:endParaRPr>
          </a:p>
        </p:txBody>
      </p:sp>
      <p:sp>
        <p:nvSpPr>
          <p:cNvPr id="7" name="Copyright">
            <a:extLst>
              <a:ext uri="{FF2B5EF4-FFF2-40B4-BE49-F238E27FC236}">
                <a16:creationId xmlns:a16="http://schemas.microsoft.com/office/drawing/2014/main" id="{4B3A466F-9080-1992-9F4E-A222C26CA196}"/>
              </a:ext>
            </a:extLst>
          </p:cNvPr>
          <p:cNvSpPr txBox="1">
            <a:spLocks/>
          </p:cNvSpPr>
          <p:nvPr userDrawn="1">
            <p:custDataLst>
              <p:custData r:id="rId4"/>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700" dirty="0">
                <a:solidFill>
                  <a:schemeClr val="dk1"/>
                </a:solidFill>
              </a:rPr>
              <a:t>© 2026 Marsh. All rights reserved.</a:t>
            </a:r>
          </a:p>
        </p:txBody>
      </p:sp>
      <p:pic>
        <p:nvPicPr>
          <p:cNvPr id="8" name="ContentLogo_COLOUR" descr="The Marsh McLennan company logo.">
            <a:extLst>
              <a:ext uri="{FF2B5EF4-FFF2-40B4-BE49-F238E27FC236}">
                <a16:creationId xmlns:a16="http://schemas.microsoft.com/office/drawing/2014/main" id="{0B453864-2981-2AA2-6C4C-37F98FBF55C6}"/>
              </a:ext>
            </a:extLst>
          </p:cNvPr>
          <p:cNvPicPr>
            <a:picLocks noChangeAspect="1"/>
          </p:cNvPicPr>
          <p:nvPr userDrawn="1"/>
        </p:nvPicPr>
        <p:blipFill>
          <a:blip r:embed="rId6"/>
          <a:stretch>
            <a:fillRect/>
          </a:stretch>
        </p:blipFill>
        <p:spPr bwMode="invGray">
          <a:xfrm>
            <a:off x="457200" y="6537960"/>
            <a:ext cx="752858" cy="164592"/>
          </a:xfrm>
          <a:prstGeom prst="rect">
            <a:avLst/>
          </a:prstGeom>
        </p:spPr>
      </p:pic>
      <p:sp>
        <p:nvSpPr>
          <p:cNvPr id="4" name="Footer Placeholder 3">
            <a:extLst>
              <a:ext uri="{FF2B5EF4-FFF2-40B4-BE49-F238E27FC236}">
                <a16:creationId xmlns:a16="http://schemas.microsoft.com/office/drawing/2014/main" id="{509CC443-B9C2-816D-5CE0-712D7D1B6265}"/>
              </a:ext>
            </a:extLst>
          </p:cNvPr>
          <p:cNvSpPr>
            <a:spLocks noGrp="1"/>
          </p:cNvSpPr>
          <p:nvPr>
            <p:ph type="ftr" sz="quarter" idx="14"/>
          </p:nvPr>
        </p:nvSpPr>
        <p:spPr>
          <a:xfrm>
            <a:off x="2374500" y="6570000"/>
            <a:ext cx="3607200" cy="154800"/>
          </a:xfrm>
        </p:spPr>
        <p:txBody>
          <a:bodyPr/>
          <a:lstStyle>
            <a:lvl1pPr>
              <a:defRPr>
                <a:solidFill>
                  <a:srgbClr val="3D3C37"/>
                </a:solidFill>
              </a:defRPr>
            </a:lvl1pPr>
          </a:lstStyle>
          <a:p>
            <a:endParaRPr lang="en-US" dirty="0">
              <a:solidFill>
                <a:srgbClr val="3D3C37"/>
              </a:solidFill>
            </a:endParaRPr>
          </a:p>
        </p:txBody>
      </p:sp>
    </p:spTree>
    <p:extLst>
      <p:ext uri="{BB962C8B-B14F-4D97-AF65-F5344CB8AC3E}">
        <p14:creationId xmlns:p14="http://schemas.microsoft.com/office/powerpoint/2010/main" val="1208029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en-US"/>
              <a:t>Click to add title</a:t>
            </a:r>
            <a:endParaRPr lang="en-US"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en-US"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en-US" smtClean="0"/>
              <a:pPr/>
              <a:t>‹#›</a:t>
            </a:fld>
            <a:endParaRPr lang="en-US" dirty="0"/>
          </a:p>
        </p:txBody>
      </p:sp>
    </p:spTree>
    <p:extLst>
      <p:ext uri="{BB962C8B-B14F-4D97-AF65-F5344CB8AC3E}">
        <p14:creationId xmlns:p14="http://schemas.microsoft.com/office/powerpoint/2010/main" val="295881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751342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custDataLst>
              <p:custData r:id="rId1"/>
            </p:custDataLst>
          </p:nvPr>
        </p:nvSpPr>
        <p:spPr>
          <a:xfrm>
            <a:off x="457200" y="1411200"/>
            <a:ext cx="55260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4" name="Content Placeholder 3"/>
          <p:cNvSpPr>
            <a:spLocks noGrp="1"/>
          </p:cNvSpPr>
          <p:nvPr>
            <p:ph sz="half" idx="2" hasCustomPrompt="1"/>
            <p:custDataLst>
              <p:custData r:id="rId2"/>
            </p:custDataLst>
          </p:nvPr>
        </p:nvSpPr>
        <p:spPr>
          <a:xfrm>
            <a:off x="6210000" y="1411200"/>
            <a:ext cx="55260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3"/>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en-US"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en-US" smtClean="0"/>
              <a:pPr/>
              <a:t>‹#›</a:t>
            </a:fld>
            <a:endParaRPr lang="en-US" dirty="0"/>
          </a:p>
        </p:txBody>
      </p:sp>
    </p:spTree>
    <p:extLst>
      <p:ext uri="{BB962C8B-B14F-4D97-AF65-F5344CB8AC3E}">
        <p14:creationId xmlns:p14="http://schemas.microsoft.com/office/powerpoint/2010/main" val="2370606265"/>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36036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4" name="Content Placeholder 3"/>
          <p:cNvSpPr>
            <a:spLocks noGrp="1"/>
          </p:cNvSpPr>
          <p:nvPr>
            <p:ph sz="quarter" idx="2" hasCustomPrompt="1"/>
            <p:custDataLst>
              <p:custData r:id="rId2"/>
            </p:custDataLst>
          </p:nvPr>
        </p:nvSpPr>
        <p:spPr>
          <a:xfrm>
            <a:off x="4298400" y="1411200"/>
            <a:ext cx="36036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5" name="Content Placeholder 4"/>
          <p:cNvSpPr>
            <a:spLocks noGrp="1"/>
          </p:cNvSpPr>
          <p:nvPr>
            <p:ph sz="half" idx="3" hasCustomPrompt="1"/>
            <p:custDataLst>
              <p:custData r:id="rId3"/>
            </p:custDataLst>
          </p:nvPr>
        </p:nvSpPr>
        <p:spPr>
          <a:xfrm>
            <a:off x="8132400" y="1411200"/>
            <a:ext cx="3600000" cy="4878000"/>
          </a:xfrm>
        </p:spPr>
        <p:txBody>
          <a:bodyPr/>
          <a:lstStyle>
            <a:lvl1pPr>
              <a:defRPr>
                <a:solidFill>
                  <a:schemeClr val="dk1"/>
                </a:solidFill>
              </a:defRPr>
            </a:lvl1pPr>
            <a:lvl5pPr>
              <a:defRPr/>
            </a:lvl5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4"/>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en-US"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en-US" smtClean="0"/>
              <a:pPr/>
              <a:t>‹#›</a:t>
            </a:fld>
            <a:endParaRPr lang="en-US" dirty="0"/>
          </a:p>
        </p:txBody>
      </p:sp>
    </p:spTree>
    <p:extLst>
      <p:ext uri="{BB962C8B-B14F-4D97-AF65-F5344CB8AC3E}">
        <p14:creationId xmlns:p14="http://schemas.microsoft.com/office/powerpoint/2010/main" val="375632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26388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4" name="Content Placeholder 3"/>
          <p:cNvSpPr>
            <a:spLocks noGrp="1"/>
          </p:cNvSpPr>
          <p:nvPr>
            <p:ph sz="quarter" idx="2" hasCustomPrompt="1"/>
            <p:custDataLst>
              <p:custData r:id="rId2"/>
            </p:custDataLst>
          </p:nvPr>
        </p:nvSpPr>
        <p:spPr>
          <a:xfrm>
            <a:off x="3340800" y="1411200"/>
            <a:ext cx="26388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5" name="Content Placeholder 4"/>
          <p:cNvSpPr>
            <a:spLocks noGrp="1"/>
          </p:cNvSpPr>
          <p:nvPr>
            <p:ph sz="quarter" idx="3" hasCustomPrompt="1"/>
            <p:custDataLst>
              <p:custData r:id="rId3"/>
            </p:custDataLst>
          </p:nvPr>
        </p:nvSpPr>
        <p:spPr>
          <a:xfrm>
            <a:off x="6213600" y="1411200"/>
            <a:ext cx="26388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6" name="Content Placeholder 5"/>
          <p:cNvSpPr>
            <a:spLocks noGrp="1"/>
          </p:cNvSpPr>
          <p:nvPr>
            <p:ph sz="quarter" idx="4" hasCustomPrompt="1"/>
            <p:custDataLst>
              <p:custData r:id="rId4"/>
            </p:custDataLst>
          </p:nvPr>
        </p:nvSpPr>
        <p:spPr>
          <a:xfrm>
            <a:off x="9093600" y="1411200"/>
            <a:ext cx="2638800" cy="4878000"/>
          </a:xfrm>
        </p:spPr>
        <p:txBody>
          <a:bodyPr/>
          <a:lstStyle>
            <a:lvl1pPr>
              <a:defRPr>
                <a:solidFill>
                  <a:schemeClr val="dk1"/>
                </a:solidFill>
              </a:defRPr>
            </a:lvl1pPr>
          </a:lstStyle>
          <a:p>
            <a:pPr lvl="0"/>
            <a:r>
              <a:rPr lang="en-US" dirty="0"/>
              <a:t>Click to add text</a:t>
            </a:r>
          </a:p>
          <a:p>
            <a:pPr lvl="1"/>
            <a:r>
              <a:rPr lang="en-US" dirty="0"/>
              <a:t>2</a:t>
            </a:r>
          </a:p>
          <a:p>
            <a:pPr lvl="2"/>
            <a:r>
              <a:rPr lang="en-US" dirty="0"/>
              <a:t>3</a:t>
            </a:r>
          </a:p>
          <a:p>
            <a:pPr lvl="3"/>
            <a:r>
              <a:rPr lang="en-US" dirty="0"/>
              <a:t>4</a:t>
            </a:r>
          </a:p>
          <a:p>
            <a:pPr lvl="4"/>
            <a:r>
              <a:rPr lang="en-US" dirty="0"/>
              <a:t>5</a:t>
            </a:r>
          </a:p>
          <a:p>
            <a:pPr lvl="5"/>
            <a:r>
              <a:rPr lang="en-US" dirty="0"/>
              <a:t>6</a:t>
            </a:r>
          </a:p>
          <a:p>
            <a:pPr lvl="6"/>
            <a:r>
              <a:rPr lang="en-US" dirty="0"/>
              <a:t>7</a:t>
            </a:r>
          </a:p>
          <a:p>
            <a:pPr lvl="7"/>
            <a:r>
              <a:rPr lang="en-US" dirty="0"/>
              <a:t>8</a:t>
            </a:r>
          </a:p>
          <a:p>
            <a:pPr lvl="8"/>
            <a:r>
              <a:rPr lang="en-US" dirty="0"/>
              <a:t>9</a:t>
            </a:r>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custDataLst>
              <p:custData r:id="rId5"/>
            </p:custDataLst>
          </p:nvPr>
        </p:nvSpPr>
        <p:spPr>
          <a:xfrm>
            <a:off x="457200" y="975600"/>
            <a:ext cx="11278800" cy="320400"/>
          </a:xfrm>
        </p:spPr>
        <p:txBody>
          <a:bodyPr/>
          <a:lstStyle>
            <a:lvl1pPr marL="0" indent="0">
              <a:buNone/>
              <a:defRPr sz="1600" b="0">
                <a:solidFill>
                  <a:schemeClr val="dk1"/>
                </a:solidFill>
              </a:defRPr>
            </a:lvl1pPr>
          </a:lstStyle>
          <a:p>
            <a:pPr lvl="0"/>
            <a:r>
              <a:rPr lang="en-US" dirty="0"/>
              <a:t>Click to add subtitle</a:t>
            </a:r>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p>
            <a:endParaRPr lang="en-US" dirty="0"/>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p>
            <a:fld id="{CC823384-2074-4C75-9031-ACAC8BCA8354}" type="slidenum">
              <a:rPr lang="en-US" smtClean="0"/>
              <a:pPr/>
              <a:t>‹#›</a:t>
            </a:fld>
            <a:endParaRPr lang="en-US" dirty="0"/>
          </a:p>
        </p:txBody>
      </p:sp>
    </p:spTree>
    <p:extLst>
      <p:ext uri="{BB962C8B-B14F-4D97-AF65-F5344CB8AC3E}">
        <p14:creationId xmlns:p14="http://schemas.microsoft.com/office/powerpoint/2010/main" val="2717505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dk1"/>
        </a:solidFill>
        <a:effectLst/>
      </p:bgPr>
    </p:bg>
    <p:spTree>
      <p:nvGrpSpPr>
        <p:cNvPr id="1" name=""/>
        <p:cNvGrpSpPr/>
        <p:nvPr/>
      </p:nvGrpSpPr>
      <p:grpSpPr>
        <a:xfrm>
          <a:off x="0" y="0"/>
          <a:ext cx="0" cy="0"/>
          <a:chOff x="0" y="0"/>
          <a:chExt cx="0" cy="0"/>
        </a:xfrm>
      </p:grpSpPr>
      <p:sp>
        <p:nvSpPr>
          <p:cNvPr id="10" name="Text Placeholder 1">
            <a:extLst>
              <a:ext uri="{FF2B5EF4-FFF2-40B4-BE49-F238E27FC236}">
                <a16:creationId xmlns:a16="http://schemas.microsoft.com/office/drawing/2014/main" id="{1051EDF5-F149-19BD-6BE8-19C6F6D8FA12}"/>
              </a:ext>
            </a:extLst>
          </p:cNvPr>
          <p:cNvSpPr>
            <a:spLocks noGrp="1"/>
          </p:cNvSpPr>
          <p:nvPr>
            <p:ph type="body" sz="quarter" idx="12" hasCustomPrompt="1"/>
            <p:custDataLst>
              <p:custData r:id="rId2"/>
            </p:custDataLst>
          </p:nvPr>
        </p:nvSpPr>
        <p:spPr>
          <a:xfrm>
            <a:off x="6217200" y="381600"/>
            <a:ext cx="5518800" cy="5904000"/>
          </a:xfrm>
        </p:spPr>
        <p:txBody>
          <a:bodyPr tIns="137160"/>
          <a:lstStyle>
            <a:lvl1pPr marL="342900" indent="-342900">
              <a:buFont typeface="+mj-lt"/>
              <a:buAutoNum type="arabicPeriod"/>
              <a:defRPr>
                <a:solidFill>
                  <a:schemeClr val="lt2"/>
                </a:solidFill>
              </a:defRPr>
            </a:lvl1pPr>
          </a:lstStyle>
          <a:p>
            <a:pPr lvl="0"/>
            <a:r>
              <a:rPr lang="en-US" dirty="0"/>
              <a:t>Click to add topic</a:t>
            </a:r>
          </a:p>
        </p:txBody>
      </p:sp>
      <p:sp>
        <p:nvSpPr>
          <p:cNvPr id="2" name="Title 1">
            <a:extLst>
              <a:ext uri="{FF2B5EF4-FFF2-40B4-BE49-F238E27FC236}">
                <a16:creationId xmlns:a16="http://schemas.microsoft.com/office/drawing/2014/main" id="{61173B62-3AC5-E42A-58D7-F381B96F8296}"/>
              </a:ext>
            </a:extLst>
          </p:cNvPr>
          <p:cNvSpPr>
            <a:spLocks noGrp="1"/>
          </p:cNvSpPr>
          <p:nvPr>
            <p:ph type="title" hasCustomPrompt="1"/>
            <p:custDataLst>
              <p:custData r:id="rId3"/>
            </p:custDataLst>
          </p:nvPr>
        </p:nvSpPr>
        <p:spPr>
          <a:xfrm>
            <a:off x="457200" y="381600"/>
            <a:ext cx="5518800" cy="5904000"/>
          </a:xfrm>
          <a:prstGeom prst="rect">
            <a:avLst/>
          </a:prstGeom>
        </p:spPr>
        <p:txBody>
          <a:bodyPr anchor="t" anchorCtr="0"/>
          <a:lstStyle>
            <a:lvl1pPr>
              <a:defRPr sz="6400" b="0" i="0">
                <a:solidFill>
                  <a:schemeClr val="lt2"/>
                </a:solidFill>
                <a:latin typeface="+mj-lt"/>
              </a:defRPr>
            </a:lvl1pPr>
          </a:lstStyle>
          <a:p>
            <a:r>
              <a:rPr lang="en-US" dirty="0"/>
              <a:t>Agenda</a:t>
            </a:r>
          </a:p>
        </p:txBody>
      </p:sp>
      <p:pic>
        <p:nvPicPr>
          <p:cNvPr id="4" name="ContentLogo_WHITE" descr="The Marsh McLennan company logo.">
            <a:extLst>
              <a:ext uri="{FF2B5EF4-FFF2-40B4-BE49-F238E27FC236}">
                <a16:creationId xmlns:a16="http://schemas.microsoft.com/office/drawing/2014/main" id="{03E95BE7-BB4A-4389-5353-C622671E2E26}"/>
              </a:ext>
            </a:extLst>
          </p:cNvPr>
          <p:cNvPicPr>
            <a:picLocks noChangeAspect="1"/>
          </p:cNvPicPr>
          <p:nvPr userDrawn="1"/>
        </p:nvPicPr>
        <p:blipFill>
          <a:blip r:embed="rId5"/>
          <a:stretch>
            <a:fillRect/>
          </a:stretch>
        </p:blipFill>
        <p:spPr bwMode="invGray">
          <a:xfrm>
            <a:off x="457200" y="6537960"/>
            <a:ext cx="752858" cy="164592"/>
          </a:xfrm>
          <a:prstGeom prst="rect">
            <a:avLst/>
          </a:prstGeom>
        </p:spPr>
      </p:pic>
      <p:pic>
        <p:nvPicPr>
          <p:cNvPr id="7" name="ContentLogo_COLOUR" descr="The Marsh McLennan company logo." hidden="1">
            <a:extLst>
              <a:ext uri="{FF2B5EF4-FFF2-40B4-BE49-F238E27FC236}">
                <a16:creationId xmlns:a16="http://schemas.microsoft.com/office/drawing/2014/main" id="{0662EFE8-FE6D-2B77-E92F-D4A6090B40C9}"/>
              </a:ext>
            </a:extLst>
          </p:cNvPr>
          <p:cNvPicPr>
            <a:picLocks noChangeAspect="1"/>
          </p:cNvPicPr>
          <p:nvPr userDrawn="1"/>
        </p:nvPicPr>
        <p:blipFill>
          <a:blip r:embed="rId6"/>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3914937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Divider Slide">
    <p:bg>
      <p:bgPr>
        <a:solidFill>
          <a:schemeClr val="lt2"/>
        </a:solidFill>
        <a:effectLst/>
      </p:bgPr>
    </p:b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F761A1B-C4CA-BC05-524B-40620F1040C4}"/>
              </a:ext>
            </a:extLst>
          </p:cNvPr>
          <p:cNvSpPr>
            <a:spLocks noGrp="1"/>
          </p:cNvSpPr>
          <p:nvPr>
            <p:ph type="body" sz="quarter" idx="10" hasCustomPrompt="1"/>
            <p:custDataLst>
              <p:custData r:id="rId2"/>
            </p:custDataLst>
          </p:nvPr>
        </p:nvSpPr>
        <p:spPr>
          <a:xfrm>
            <a:off x="7412400" y="2493304"/>
            <a:ext cx="4322400" cy="5032017"/>
          </a:xfrm>
        </p:spPr>
        <p:txBody>
          <a:bodyPr anchor="b"/>
          <a:lstStyle>
            <a:lvl1pPr marL="0" indent="0" algn="r">
              <a:buNone/>
              <a:defRPr sz="24200" b="0" i="0">
                <a:solidFill>
                  <a:schemeClr val="dk1"/>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a:t>
            </a:r>
          </a:p>
        </p:txBody>
      </p:sp>
      <p:sp>
        <p:nvSpPr>
          <p:cNvPr id="5" name="Title 2">
            <a:extLst>
              <a:ext uri="{FF2B5EF4-FFF2-40B4-BE49-F238E27FC236}">
                <a16:creationId xmlns:a16="http://schemas.microsoft.com/office/drawing/2014/main" id="{2ED18453-854E-C783-5410-0CF0975ADEC1}"/>
              </a:ext>
            </a:extLst>
          </p:cNvPr>
          <p:cNvSpPr>
            <a:spLocks noGrp="1"/>
          </p:cNvSpPr>
          <p:nvPr>
            <p:ph type="title" hasCustomPrompt="1"/>
            <p:custDataLst>
              <p:custData r:id="rId3"/>
            </p:custDataLst>
          </p:nvPr>
        </p:nvSpPr>
        <p:spPr>
          <a:xfrm>
            <a:off x="457200" y="381600"/>
            <a:ext cx="5752800" cy="5660246"/>
          </a:xfrm>
          <a:prstGeom prst="rect">
            <a:avLst/>
          </a:prstGeom>
        </p:spPr>
        <p:txBody>
          <a:bodyPr anchor="t" anchorCtr="0"/>
          <a:lstStyle>
            <a:lvl1pPr>
              <a:defRPr sz="6400" b="0" i="0">
                <a:solidFill>
                  <a:schemeClr val="dk1"/>
                </a:solidFill>
                <a:latin typeface="+mj-lt"/>
              </a:defRPr>
            </a:lvl1pPr>
          </a:lstStyle>
          <a:p>
            <a:r>
              <a:rPr lang="en-US" dirty="0"/>
              <a:t>Click to add title</a:t>
            </a:r>
          </a:p>
        </p:txBody>
      </p:sp>
      <p:pic>
        <p:nvPicPr>
          <p:cNvPr id="3" name="ContentLogo_WHITE" descr="The Marsh McLennan company logo." hidden="1">
            <a:extLst>
              <a:ext uri="{FF2B5EF4-FFF2-40B4-BE49-F238E27FC236}">
                <a16:creationId xmlns:a16="http://schemas.microsoft.com/office/drawing/2014/main" id="{79AF40ED-F69B-FA28-0159-018B96AD4231}"/>
              </a:ext>
            </a:extLst>
          </p:cNvPr>
          <p:cNvPicPr>
            <a:picLocks noChangeAspect="1"/>
          </p:cNvPicPr>
          <p:nvPr userDrawn="1"/>
        </p:nvPicPr>
        <p:blipFill>
          <a:blip r:embed="rId5"/>
          <a:stretch>
            <a:fillRect/>
          </a:stretch>
        </p:blipFill>
        <p:spPr bwMode="invGray">
          <a:xfrm>
            <a:off x="457200" y="6537960"/>
            <a:ext cx="752858" cy="164592"/>
          </a:xfrm>
          <a:prstGeom prst="rect">
            <a:avLst/>
          </a:prstGeom>
        </p:spPr>
      </p:pic>
      <p:pic>
        <p:nvPicPr>
          <p:cNvPr id="6" name="ContentLogo_COLOUR" descr="The Marsh McLennan company logo.">
            <a:extLst>
              <a:ext uri="{FF2B5EF4-FFF2-40B4-BE49-F238E27FC236}">
                <a16:creationId xmlns:a16="http://schemas.microsoft.com/office/drawing/2014/main" id="{225882D0-C6E7-6B46-DB4F-2E48603F2D30}"/>
              </a:ext>
            </a:extLst>
          </p:cNvPr>
          <p:cNvPicPr>
            <a:picLocks noChangeAspect="1"/>
          </p:cNvPicPr>
          <p:nvPr userDrawn="1"/>
        </p:nvPicPr>
        <p:blipFill>
          <a:blip r:embed="rId6"/>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3090486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1_Divider Slide">
    <p:bg>
      <p:bgPr>
        <a:solidFill>
          <a:schemeClr val="accent1"/>
        </a:solidFill>
        <a:effectLst/>
      </p:bgPr>
    </p:b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F761A1B-C4CA-BC05-524B-40620F1040C4}"/>
              </a:ext>
            </a:extLst>
          </p:cNvPr>
          <p:cNvSpPr>
            <a:spLocks noGrp="1"/>
          </p:cNvSpPr>
          <p:nvPr>
            <p:ph type="body" sz="quarter" idx="10" hasCustomPrompt="1"/>
            <p:custDataLst>
              <p:custData r:id="rId2"/>
            </p:custDataLst>
          </p:nvPr>
        </p:nvSpPr>
        <p:spPr>
          <a:xfrm>
            <a:off x="7412400" y="2493304"/>
            <a:ext cx="4322400" cy="5032017"/>
          </a:xfrm>
        </p:spPr>
        <p:txBody>
          <a:bodyPr anchor="b"/>
          <a:lstStyle>
            <a:lvl1pPr marL="0" indent="0" algn="r">
              <a:buNone/>
              <a:defRPr sz="24200" b="0" i="0">
                <a:solidFill>
                  <a:schemeClr val="bg1"/>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a:t>
            </a:r>
          </a:p>
        </p:txBody>
      </p:sp>
      <p:sp>
        <p:nvSpPr>
          <p:cNvPr id="5" name="Title 2">
            <a:extLst>
              <a:ext uri="{FF2B5EF4-FFF2-40B4-BE49-F238E27FC236}">
                <a16:creationId xmlns:a16="http://schemas.microsoft.com/office/drawing/2014/main" id="{2ED18453-854E-C783-5410-0CF0975ADEC1}"/>
              </a:ext>
            </a:extLst>
          </p:cNvPr>
          <p:cNvSpPr>
            <a:spLocks noGrp="1"/>
          </p:cNvSpPr>
          <p:nvPr>
            <p:ph type="title" hasCustomPrompt="1"/>
            <p:custDataLst>
              <p:custData r:id="rId3"/>
            </p:custDataLst>
          </p:nvPr>
        </p:nvSpPr>
        <p:spPr>
          <a:xfrm>
            <a:off x="457200" y="381600"/>
            <a:ext cx="5752800" cy="5660246"/>
          </a:xfrm>
          <a:prstGeom prst="rect">
            <a:avLst/>
          </a:prstGeom>
        </p:spPr>
        <p:txBody>
          <a:bodyPr anchor="t" anchorCtr="0"/>
          <a:lstStyle>
            <a:lvl1pPr>
              <a:defRPr sz="6400" b="0" i="0">
                <a:solidFill>
                  <a:schemeClr val="bg1"/>
                </a:solidFill>
                <a:latin typeface="+mj-lt"/>
              </a:defRPr>
            </a:lvl1pPr>
          </a:lstStyle>
          <a:p>
            <a:r>
              <a:rPr lang="en-US" dirty="0"/>
              <a:t>Click to add title</a:t>
            </a:r>
          </a:p>
        </p:txBody>
      </p:sp>
      <p:pic>
        <p:nvPicPr>
          <p:cNvPr id="3" name="ContentLogo_WHITE" descr="The Marsh McLennan company logo." hidden="1">
            <a:extLst>
              <a:ext uri="{FF2B5EF4-FFF2-40B4-BE49-F238E27FC236}">
                <a16:creationId xmlns:a16="http://schemas.microsoft.com/office/drawing/2014/main" id="{79AF40ED-F69B-FA28-0159-018B96AD4231}"/>
              </a:ext>
            </a:extLst>
          </p:cNvPr>
          <p:cNvPicPr>
            <a:picLocks noChangeAspect="1"/>
          </p:cNvPicPr>
          <p:nvPr userDrawn="1"/>
        </p:nvPicPr>
        <p:blipFill>
          <a:blip r:embed="rId5"/>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1029439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tx1"/>
        </a:solidFill>
        <a:effectLst/>
      </p:bgPr>
    </p:bg>
    <p:spTree>
      <p:nvGrpSpPr>
        <p:cNvPr id="1" name=""/>
        <p:cNvGrpSpPr/>
        <p:nvPr/>
      </p:nvGrpSpPr>
      <p:grpSpPr>
        <a:xfrm>
          <a:off x="0" y="0"/>
          <a:ext cx="0" cy="0"/>
          <a:chOff x="0" y="0"/>
          <a:chExt cx="0" cy="0"/>
        </a:xfrm>
      </p:grpSpPr>
      <p:sp>
        <p:nvSpPr>
          <p:cNvPr id="6" name="FileRef" hidden="1">
            <a:extLst>
              <a:ext uri="{FF2B5EF4-FFF2-40B4-BE49-F238E27FC236}">
                <a16:creationId xmlns:a16="http://schemas.microsoft.com/office/drawing/2014/main" id="{09BA50B2-6484-EC4D-AF6E-8573FB70C5FE}"/>
              </a:ext>
            </a:extLst>
          </p:cNvPr>
          <p:cNvSpPr txBox="1"/>
          <p:nvPr userDrawn="1">
            <p:custDataLst>
              <p:custData r:id="rId2"/>
            </p:custDataLst>
          </p:nvPr>
        </p:nvSpPr>
        <p:spPr>
          <a:xfrm>
            <a:off x="6210000" y="5382000"/>
            <a:ext cx="5526000" cy="396000"/>
          </a:xfrm>
          <a:prstGeom prst="rect">
            <a:avLst/>
          </a:prstGeom>
          <a:noFill/>
        </p:spPr>
        <p:txBody>
          <a:bodyPr wrap="none" lIns="0" tIns="0" rIns="0" bIns="0" rtlCol="0" anchor="b" anchorCtr="0">
            <a:noAutofit/>
          </a:bodyPr>
          <a:lstStyle/>
          <a:p>
            <a:pPr indent="-457200" algn="r">
              <a:spcBef>
                <a:spcPts val="1800"/>
              </a:spcBef>
            </a:pPr>
            <a:r>
              <a:rPr lang="en-US" sz="800" dirty="0">
                <a:solidFill>
                  <a:schemeClr val="dk1"/>
                </a:solidFill>
              </a:rPr>
              <a:t>{</a:t>
            </a:r>
            <a:r>
              <a:rPr lang="en-US" sz="800" dirty="0" err="1">
                <a:solidFill>
                  <a:schemeClr val="dk1"/>
                </a:solidFill>
              </a:rPr>
              <a:t>FileRef</a:t>
            </a:r>
            <a:r>
              <a:rPr lang="en-US" sz="800" dirty="0">
                <a:solidFill>
                  <a:schemeClr val="dk1"/>
                </a:solidFill>
              </a:rPr>
              <a:t>}</a:t>
            </a:r>
          </a:p>
        </p:txBody>
      </p:sp>
      <p:sp>
        <p:nvSpPr>
          <p:cNvPr id="16" name="Text Placeholder 11">
            <a:extLst>
              <a:ext uri="{FF2B5EF4-FFF2-40B4-BE49-F238E27FC236}">
                <a16:creationId xmlns:a16="http://schemas.microsoft.com/office/drawing/2014/main" id="{19BC8DB0-975F-CCF8-758D-35DEB9A76936}"/>
              </a:ext>
            </a:extLst>
          </p:cNvPr>
          <p:cNvSpPr>
            <a:spLocks noGrp="1"/>
          </p:cNvSpPr>
          <p:nvPr>
            <p:ph type="body" sz="quarter" idx="10" hasCustomPrompt="1"/>
            <p:custDataLst>
              <p:custData r:id="rId3"/>
            </p:custDataLst>
          </p:nvPr>
        </p:nvSpPr>
        <p:spPr>
          <a:xfrm>
            <a:off x="457200" y="1411200"/>
            <a:ext cx="11278800" cy="4166640"/>
          </a:xfrm>
          <a:prstGeom prst="rect">
            <a:avLst/>
          </a:prstGeom>
        </p:spPr>
        <p:txBody>
          <a:bodyPr lIns="0" tIns="0" rIns="0" bIns="0" anchor="t" anchorCtr="0">
            <a:normAutofit/>
          </a:bodyPr>
          <a:lstStyle>
            <a:lvl1pPr marL="0" indent="0">
              <a:spcBef>
                <a:spcPts val="0"/>
              </a:spcBef>
              <a:spcAft>
                <a:spcPts val="400"/>
              </a:spcAft>
              <a:buNone/>
              <a:defRPr sz="800">
                <a:solidFill>
                  <a:schemeClr val="dk1"/>
                </a:solidFill>
              </a:defRPr>
            </a:lvl1pPr>
          </a:lstStyle>
          <a:p>
            <a:pPr lvl="0"/>
            <a:r>
              <a:rPr lang="en-US" dirty="0"/>
              <a:t>Click to add optional disclaimer</a:t>
            </a:r>
          </a:p>
        </p:txBody>
      </p:sp>
      <p:sp>
        <p:nvSpPr>
          <p:cNvPr id="18" name="Purpose">
            <a:extLst>
              <a:ext uri="{FF2B5EF4-FFF2-40B4-BE49-F238E27FC236}">
                <a16:creationId xmlns:a16="http://schemas.microsoft.com/office/drawing/2014/main" id="{33265701-6D53-6A3D-4181-B4BB94559EC0}"/>
              </a:ext>
            </a:extLst>
          </p:cNvPr>
          <p:cNvSpPr/>
          <p:nvPr userDrawn="1">
            <p:custDataLst>
              <p:custData r:id="rId4"/>
            </p:custDataLst>
          </p:nvPr>
        </p:nvSpPr>
        <p:spPr>
          <a:xfrm>
            <a:off x="457200" y="6055200"/>
            <a:ext cx="11278800" cy="486144"/>
          </a:xfrm>
          <a:prstGeom prst="rect">
            <a:avLst/>
          </a:prstGeom>
          <a:noFill/>
          <a:ln/>
        </p:spPr>
        <p:txBody>
          <a:bodyPr wrap="square" lIns="0" tIns="0" rIns="0" bIns="0" rtlCol="0" anchor="t">
            <a:normAutofit/>
          </a:bodyPr>
          <a:lstStyle/>
          <a:p>
            <a:pPr algn="r">
              <a:lnSpc>
                <a:spcPct val="120000"/>
              </a:lnSpc>
              <a:spcAft>
                <a:spcPts val="0"/>
              </a:spcAft>
            </a:pPr>
            <a:r>
              <a:rPr lang="en-US" sz="1100" dirty="0">
                <a:solidFill>
                  <a:schemeClr val="bg1"/>
                </a:solidFill>
                <a:latin typeface="+mn-lt"/>
                <a:ea typeface="Noto Sans" pitchFamily="34" charset="-122"/>
                <a:cs typeface="Arial" panose="020B0604020202020204" pitchFamily="34" charset="0"/>
              </a:rPr>
              <a:t>We are leaders in risk, strategy and people. One company, with four global businesses,</a:t>
            </a:r>
          </a:p>
          <a:p>
            <a:pPr algn="r">
              <a:lnSpc>
                <a:spcPct val="120000"/>
              </a:lnSpc>
              <a:spcAft>
                <a:spcPts val="0"/>
              </a:spcAft>
            </a:pPr>
            <a:r>
              <a:rPr lang="en-US" sz="1100" dirty="0">
                <a:solidFill>
                  <a:schemeClr val="bg1"/>
                </a:solidFill>
                <a:latin typeface="+mn-lt"/>
                <a:ea typeface="Noto Sans" pitchFamily="34" charset="-122"/>
                <a:cs typeface="Arial" panose="020B0604020202020204" pitchFamily="34" charset="0"/>
              </a:rPr>
              <a:t>united by a shared purpose to build the confidence to thrive through the power of perspective.</a:t>
            </a:r>
            <a:endParaRPr lang="en-US" sz="1100" dirty="0">
              <a:solidFill>
                <a:schemeClr val="bg1"/>
              </a:solidFill>
              <a:latin typeface="+mn-lt"/>
            </a:endParaRPr>
          </a:p>
        </p:txBody>
      </p:sp>
      <p:sp>
        <p:nvSpPr>
          <p:cNvPr id="2" name="Slide Number Placeholder 3">
            <a:extLst>
              <a:ext uri="{FF2B5EF4-FFF2-40B4-BE49-F238E27FC236}">
                <a16:creationId xmlns:a16="http://schemas.microsoft.com/office/drawing/2014/main" id="{DE383406-A41F-86A0-6C9B-01677B288AC4}"/>
              </a:ext>
            </a:extLst>
          </p:cNvPr>
          <p:cNvSpPr txBox="1">
            <a:spLocks/>
          </p:cNvSpPr>
          <p:nvPr userDrawn="1">
            <p:custDataLst>
              <p:custData r:id="rId5"/>
            </p:custDataLst>
          </p:nvPr>
        </p:nvSpPr>
        <p:spPr>
          <a:xfrm>
            <a:off x="6210000" y="6602400"/>
            <a:ext cx="55260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700" dirty="0">
                <a:solidFill>
                  <a:schemeClr val="bg1"/>
                </a:solidFill>
              </a:rPr>
              <a:t>© 2026 Marsh. All rights reserved.</a:t>
            </a:r>
          </a:p>
        </p:txBody>
      </p:sp>
      <p:pic>
        <p:nvPicPr>
          <p:cNvPr id="4" name="MainBackLogo_WHITE" descr="The Marsh McLennan company logo." hidden="1">
            <a:extLst>
              <a:ext uri="{FF2B5EF4-FFF2-40B4-BE49-F238E27FC236}">
                <a16:creationId xmlns:a16="http://schemas.microsoft.com/office/drawing/2014/main" id="{68F7F326-8C58-F6D6-904B-6F3B2314696D}"/>
              </a:ext>
            </a:extLst>
          </p:cNvPr>
          <p:cNvPicPr>
            <a:picLocks noChangeAspect="1"/>
          </p:cNvPicPr>
          <p:nvPr userDrawn="1"/>
        </p:nvPicPr>
        <p:blipFill>
          <a:blip r:embed="rId7"/>
          <a:stretch>
            <a:fillRect/>
          </a:stretch>
        </p:blipFill>
        <p:spPr bwMode="invGray">
          <a:xfrm>
            <a:off x="457200" y="457200"/>
            <a:ext cx="1673355" cy="365761"/>
          </a:xfrm>
          <a:prstGeom prst="rect">
            <a:avLst/>
          </a:prstGeom>
        </p:spPr>
      </p:pic>
      <p:pic>
        <p:nvPicPr>
          <p:cNvPr id="7" name="MainBackLogo_COLOUR" descr="The Marsh McLennan company logo.">
            <a:extLst>
              <a:ext uri="{FF2B5EF4-FFF2-40B4-BE49-F238E27FC236}">
                <a16:creationId xmlns:a16="http://schemas.microsoft.com/office/drawing/2014/main" id="{19C616B0-6DDE-060A-48F9-8538E32FBD2E}"/>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bwMode="invGray">
          <a:xfrm>
            <a:off x="457200" y="457200"/>
            <a:ext cx="1673355" cy="365761"/>
          </a:xfrm>
          <a:prstGeom prst="rect">
            <a:avLst/>
          </a:prstGeom>
        </p:spPr>
      </p:pic>
    </p:spTree>
    <p:custDataLst>
      <p:custData r:id="rId1"/>
    </p:custDataLst>
    <p:extLst>
      <p:ext uri="{BB962C8B-B14F-4D97-AF65-F5344CB8AC3E}">
        <p14:creationId xmlns:p14="http://schemas.microsoft.com/office/powerpoint/2010/main" val="4133995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4_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704058523"/>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custData r:id="rId1"/>
            </p:custDataLst>
          </p:nvPr>
        </p:nvSpPr>
        <p:spPr/>
        <p:txBody>
          <a:bodyPr/>
          <a:lstStyle/>
          <a:p>
            <a:r>
              <a:rPr lang="en-GB"/>
              <a:t>Click to add title</a:t>
            </a:r>
          </a:p>
        </p:txBody>
      </p:sp>
      <p:sp>
        <p:nvSpPr>
          <p:cNvPr id="3" name="Content Placeholder 2"/>
          <p:cNvSpPr>
            <a:spLocks noGrp="1"/>
          </p:cNvSpPr>
          <p:nvPr>
            <p:ph idx="1" hasCustomPrompt="1"/>
            <p:custDataLst>
              <p:custData r:id="rId2"/>
            </p:custDataLst>
          </p:nvPr>
        </p:nvSpPr>
        <p:spPr/>
        <p:txBody>
          <a:bodyPr/>
          <a:lstStyle/>
          <a:p>
            <a:pPr lvl="0"/>
            <a:r>
              <a:rPr lang="en-GB"/>
              <a:t>Click to add text</a:t>
            </a:r>
          </a:p>
        </p:txBody>
      </p:sp>
      <p:sp>
        <p:nvSpPr>
          <p:cNvPr id="4" name="Slide Number Placeholder 3"/>
          <p:cNvSpPr>
            <a:spLocks noGrp="1"/>
          </p:cNvSpPr>
          <p:nvPr>
            <p:ph type="sldNum" sz="quarter" idx="10"/>
          </p:nvPr>
        </p:nvSpPr>
        <p:spPr/>
        <p:txBody>
          <a:bodyPr/>
          <a:lstStyle/>
          <a:p>
            <a:pPr algn="r"/>
            <a:fld id="{DF66040D-6F20-4F4B-8995-856BEECD84BE}" type="slidenum">
              <a:rPr lang="en-GB" smtClean="0"/>
              <a:pPr algn="r"/>
              <a:t>‹#›</a:t>
            </a:fld>
            <a:endParaRPr lang="en-GB"/>
          </a:p>
        </p:txBody>
      </p:sp>
      <p:sp>
        <p:nvSpPr>
          <p:cNvPr id="5" name="Footer Placeholder 4"/>
          <p:cNvSpPr>
            <a:spLocks noGrp="1"/>
          </p:cNvSpPr>
          <p:nvPr>
            <p:ph type="ftr" sz="quarter" idx="11"/>
          </p:nvPr>
        </p:nvSpPr>
        <p:spPr/>
        <p:txBody>
          <a:bodyPr/>
          <a:lstStyle/>
          <a:p>
            <a:pPr algn="r">
              <a:spcAft>
                <a:spcPts val="600"/>
              </a:spcAft>
              <a:buFont typeface="Arial" panose="020B0604020202020204" pitchFamily="34" charset="0"/>
              <a:buNone/>
            </a:pPr>
            <a:endParaRPr lang="en-GB"/>
          </a:p>
        </p:txBody>
      </p:sp>
      <p:sp>
        <p:nvSpPr>
          <p:cNvPr id="7" name="Text Placeholder 6"/>
          <p:cNvSpPr>
            <a:spLocks noGrp="1"/>
          </p:cNvSpPr>
          <p:nvPr>
            <p:ph type="body" sz="quarter" idx="12" hasCustomPrompt="1"/>
            <p:custDataLst>
              <p:custData r:id="rId3"/>
            </p:custDataLst>
          </p:nvPr>
        </p:nvSpPr>
        <p:spPr>
          <a:xfrm>
            <a:off x="485776" y="806400"/>
            <a:ext cx="11226800" cy="320400"/>
          </a:xfrm>
        </p:spPr>
        <p:txBody>
          <a:bodyPr/>
          <a:lstStyle>
            <a:lvl1pPr marL="0" indent="0">
              <a:buNone/>
              <a:defRPr b="1">
                <a:solidFill>
                  <a:schemeClr val="accent1"/>
                </a:solidFill>
              </a:defRPr>
            </a:lvl1pPr>
          </a:lstStyle>
          <a:p>
            <a:pPr lvl="0"/>
            <a:r>
              <a:rPr lang="en-GB"/>
              <a:t>Click to add subtitle</a:t>
            </a:r>
          </a:p>
        </p:txBody>
      </p:sp>
    </p:spTree>
    <p:extLst>
      <p:ext uri="{BB962C8B-B14F-4D97-AF65-F5344CB8AC3E}">
        <p14:creationId xmlns:p14="http://schemas.microsoft.com/office/powerpoint/2010/main" val="805195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Title Only">
    <p:bg>
      <p:bgPr>
        <a:solidFill>
          <a:schemeClr val="accent3">
            <a:lumMod val="20000"/>
            <a:lumOff val="80000"/>
            <a:alpha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custDataLst>
              <p:custData r:id="rId1"/>
            </p:custDataLst>
          </p:nvPr>
        </p:nvSpPr>
        <p:spPr/>
        <p:txBody>
          <a:bodyPr/>
          <a:lstStyle/>
          <a:p>
            <a:r>
              <a:rPr lang="en-US" dirty="0"/>
              <a:t>Click to add title</a:t>
            </a:r>
          </a:p>
        </p:txBody>
      </p:sp>
      <p:sp>
        <p:nvSpPr>
          <p:cNvPr id="3" name="Slide Number Placeholder 2"/>
          <p:cNvSpPr>
            <a:spLocks noGrp="1"/>
          </p:cNvSpPr>
          <p:nvPr>
            <p:ph type="sldNum" sz="quarter" idx="10"/>
          </p:nvPr>
        </p:nvSpPr>
        <p:spPr/>
        <p:txBody>
          <a:bodyPr/>
          <a:lstStyle/>
          <a:p>
            <a:pPr algn="r"/>
            <a:fld id="{DF66040D-6F20-4F4B-8995-856BEECD84BE}" type="slidenum">
              <a:rPr lang="en-US" smtClean="0"/>
              <a:pPr algn="r"/>
              <a:t>‹#›</a:t>
            </a:fld>
            <a:endParaRPr lang="en-US" dirty="0"/>
          </a:p>
        </p:txBody>
      </p:sp>
      <p:sp>
        <p:nvSpPr>
          <p:cNvPr id="4" name="Footer Placeholder 3"/>
          <p:cNvSpPr>
            <a:spLocks noGrp="1"/>
          </p:cNvSpPr>
          <p:nvPr>
            <p:ph type="ftr" sz="quarter" idx="11"/>
          </p:nvPr>
        </p:nvSpPr>
        <p:spPr/>
        <p:txBody>
          <a:bodyPr/>
          <a:lstStyle/>
          <a:p>
            <a:pPr algn="r">
              <a:spcAft>
                <a:spcPts val="600"/>
              </a:spcAft>
              <a:buFont typeface="Arial" panose="020B0604020202020204" pitchFamily="34" charset="0"/>
              <a:buNone/>
            </a:pPr>
            <a:endParaRPr lang="en-US" dirty="0"/>
          </a:p>
        </p:txBody>
      </p:sp>
      <p:sp>
        <p:nvSpPr>
          <p:cNvPr id="6" name="Text Placeholder 5"/>
          <p:cNvSpPr>
            <a:spLocks noGrp="1"/>
          </p:cNvSpPr>
          <p:nvPr>
            <p:ph type="body" sz="quarter" idx="12" hasCustomPrompt="1"/>
            <p:custDataLst>
              <p:custData r:id="rId2"/>
            </p:custDataLst>
          </p:nvPr>
        </p:nvSpPr>
        <p:spPr>
          <a:xfrm>
            <a:off x="485775" y="806400"/>
            <a:ext cx="11225025" cy="320400"/>
          </a:xfrm>
        </p:spPr>
        <p:txBody>
          <a:bodyPr/>
          <a:lstStyle>
            <a:lvl1pPr marL="0" indent="0">
              <a:buNone/>
              <a:defRPr b="1">
                <a:solidFill>
                  <a:schemeClr val="accent1"/>
                </a:solidFill>
              </a:defRPr>
            </a:lvl1pPr>
          </a:lstStyle>
          <a:p>
            <a:pPr lvl="0"/>
            <a:r>
              <a:rPr lang="en-US" dirty="0"/>
              <a:t>Click to add subtitle</a:t>
            </a:r>
          </a:p>
        </p:txBody>
      </p:sp>
    </p:spTree>
    <p:extLst>
      <p:ext uri="{BB962C8B-B14F-4D97-AF65-F5344CB8AC3E}">
        <p14:creationId xmlns:p14="http://schemas.microsoft.com/office/powerpoint/2010/main" val="2594154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customXml" Target="../../customXml/item36.xml"/><Relationship Id="rId3" Type="http://schemas.openxmlformats.org/officeDocument/2006/relationships/slideLayout" Target="../slideLayouts/slideLayout3.xml"/><Relationship Id="rId21" Type="http://schemas.openxmlformats.org/officeDocument/2006/relationships/customXml" Target="../../customXml/item4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customXml" Target="../../customXml/item1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customXml" Target="../../customXml/item8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customXml" Target="../../customXml/item10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customXml" Target="../../customXml/item8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customXml" Target="../../customXml/item57.xml"/><Relationship Id="rId27" Type="http://schemas.openxmlformats.org/officeDocument/2006/relationships/customXml" Target="../../customXml/item58.xml"/><Relationship Id="rId30"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 name="Footer Rule">
            <a:extLst>
              <a:ext uri="{FF2B5EF4-FFF2-40B4-BE49-F238E27FC236}">
                <a16:creationId xmlns:a16="http://schemas.microsoft.com/office/drawing/2014/main" id="{BD955FAD-75A5-2D64-CA2C-BAD2BD804A6E}"/>
              </a:ext>
            </a:extLst>
          </p:cNvPr>
          <p:cNvSpPr/>
          <p:nvPr userDrawn="1">
            <p:custDataLst>
              <p:custData r:id="rId21"/>
            </p:custDataLst>
          </p:nvPr>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en-US" sz="700">
              <a:solidFill>
                <a:schemeClr val="tx1"/>
              </a:solidFill>
            </a:endParaRPr>
          </a:p>
        </p:txBody>
      </p:sp>
      <p:sp>
        <p:nvSpPr>
          <p:cNvPr id="3" name="Text Placeholder 2"/>
          <p:cNvSpPr>
            <a:spLocks noGrp="1"/>
          </p:cNvSpPr>
          <p:nvPr>
            <p:ph type="body" idx="1"/>
            <p:custDataLst>
              <p:custData r:id="rId22"/>
            </p:custDataLst>
          </p:nvPr>
        </p:nvSpPr>
        <p:spPr>
          <a:xfrm>
            <a:off x="457200" y="1411200"/>
            <a:ext cx="11278800" cy="4878000"/>
          </a:xfrm>
          <a:prstGeom prst="rect">
            <a:avLst/>
          </a:prstGeom>
        </p:spPr>
        <p:txBody>
          <a:bodyPr vert="horz" lIns="0" tIns="0" rIns="0" bIns="0" rtlCol="0" anchor="t">
            <a:noAutofit/>
          </a:bodyPr>
          <a:lstStyle/>
          <a:p>
            <a:pPr lvl="0"/>
            <a:r>
              <a:rPr lang="en-US"/>
              <a:t>Click to add text</a:t>
            </a:r>
          </a:p>
          <a:p>
            <a:pPr lvl="1"/>
            <a:r>
              <a:rPr lang="en-US"/>
              <a:t>2</a:t>
            </a:r>
          </a:p>
          <a:p>
            <a:pPr lvl="2"/>
            <a:r>
              <a:rPr lang="en-US"/>
              <a:t>3</a:t>
            </a:r>
          </a:p>
          <a:p>
            <a:pPr lvl="3"/>
            <a:r>
              <a:rPr lang="en-US"/>
              <a:t>4</a:t>
            </a:r>
          </a:p>
          <a:p>
            <a:pPr lvl="4"/>
            <a:r>
              <a:rPr lang="en-US"/>
              <a:t>5</a:t>
            </a:r>
          </a:p>
          <a:p>
            <a:pPr lvl="5"/>
            <a:r>
              <a:rPr lang="en-US"/>
              <a:t>6</a:t>
            </a:r>
          </a:p>
          <a:p>
            <a:pPr lvl="6"/>
            <a:r>
              <a:rPr lang="en-US"/>
              <a:t>7</a:t>
            </a:r>
          </a:p>
          <a:p>
            <a:pPr lvl="7"/>
            <a:r>
              <a:rPr lang="en-US"/>
              <a:t>8</a:t>
            </a:r>
          </a:p>
          <a:p>
            <a:pPr lvl="8"/>
            <a:r>
              <a:rPr lang="en-US"/>
              <a:t>9</a:t>
            </a:r>
            <a:endParaRPr lang="en-GB" dirty="0"/>
          </a:p>
        </p:txBody>
      </p:sp>
      <p:sp>
        <p:nvSpPr>
          <p:cNvPr id="2" name="Title Placeholder 1">
            <a:extLst>
              <a:ext uri="{FF2B5EF4-FFF2-40B4-BE49-F238E27FC236}">
                <a16:creationId xmlns:a16="http://schemas.microsoft.com/office/drawing/2014/main" id="{C8BF2755-4D67-7808-1948-919E7A634DA2}"/>
              </a:ext>
            </a:extLst>
          </p:cNvPr>
          <p:cNvSpPr>
            <a:spLocks noGrp="1"/>
          </p:cNvSpPr>
          <p:nvPr>
            <p:ph type="title"/>
            <p:custDataLst>
              <p:custData r:id="rId23"/>
            </p:custDataLst>
          </p:nvPr>
        </p:nvSpPr>
        <p:spPr>
          <a:xfrm>
            <a:off x="457200" y="381600"/>
            <a:ext cx="11278800" cy="462985"/>
          </a:xfrm>
          <a:prstGeom prst="rect">
            <a:avLst/>
          </a:prstGeom>
        </p:spPr>
        <p:txBody>
          <a:bodyPr vert="horz" lIns="0" tIns="0" rIns="0" bIns="0" rtlCol="0" anchor="t" anchorCtr="0">
            <a:noAutofit/>
          </a:bodyPr>
          <a:lstStyle/>
          <a:p>
            <a:r>
              <a:rPr lang="en-US"/>
              <a:t>Click to add title</a:t>
            </a:r>
            <a:endParaRPr lang="en-GB" dirty="0"/>
          </a:p>
        </p:txBody>
      </p:sp>
      <p:sp>
        <p:nvSpPr>
          <p:cNvPr id="4" name="Copyright">
            <a:extLst>
              <a:ext uri="{FF2B5EF4-FFF2-40B4-BE49-F238E27FC236}">
                <a16:creationId xmlns:a16="http://schemas.microsoft.com/office/drawing/2014/main" id="{6F803E00-8150-57E6-D150-BB5FF2C89A24}"/>
              </a:ext>
            </a:extLst>
          </p:cNvPr>
          <p:cNvSpPr txBox="1">
            <a:spLocks/>
          </p:cNvSpPr>
          <p:nvPr userDrawn="1">
            <p:custDataLst>
              <p:custData r:id="rId24"/>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700" dirty="0">
                <a:solidFill>
                  <a:schemeClr val="bg1"/>
                </a:solidFill>
              </a:rPr>
              <a:t>© 2026 Marsh. All rights reserved.</a:t>
            </a:r>
          </a:p>
        </p:txBody>
      </p:sp>
      <p:sp>
        <p:nvSpPr>
          <p:cNvPr id="5" name="Footer Placeholder">
            <a:extLst>
              <a:ext uri="{FF2B5EF4-FFF2-40B4-BE49-F238E27FC236}">
                <a16:creationId xmlns:a16="http://schemas.microsoft.com/office/drawing/2014/main" id="{E438964E-4D0C-57EA-04BE-4C762CBC4FDC}"/>
              </a:ext>
            </a:extLst>
          </p:cNvPr>
          <p:cNvSpPr>
            <a:spLocks noGrp="1"/>
          </p:cNvSpPr>
          <p:nvPr>
            <p:ph type="ftr" sz="quarter" idx="3"/>
            <p:custDataLst>
              <p:custData r:id="rId25"/>
            </p:custDataLst>
          </p:nvPr>
        </p:nvSpPr>
        <p:spPr>
          <a:xfrm>
            <a:off x="2374500" y="6570000"/>
            <a:ext cx="3607200" cy="154800"/>
          </a:xfrm>
          <a:prstGeom prst="rect">
            <a:avLst/>
          </a:prstGeom>
        </p:spPr>
        <p:txBody>
          <a:bodyPr vert="horz" lIns="0" tIns="0" rIns="0" bIns="0" rtlCol="0" anchor="b" anchorCtr="0"/>
          <a:lstStyle>
            <a:lvl1pPr algn="l">
              <a:spcAft>
                <a:spcPts val="600"/>
              </a:spcAft>
              <a:defRPr sz="700">
                <a:solidFill>
                  <a:schemeClr val="bg1"/>
                </a:solidFill>
              </a:defRPr>
            </a:lvl1pPr>
          </a:lstStyle>
          <a:p>
            <a:endParaRPr lang="en-GB" dirty="0">
              <a:solidFill>
                <a:schemeClr val="bg1"/>
              </a:solidFill>
            </a:endParaRPr>
          </a:p>
        </p:txBody>
      </p:sp>
      <p:sp>
        <p:nvSpPr>
          <p:cNvPr id="6" name="Date Placeholder">
            <a:extLst>
              <a:ext uri="{FF2B5EF4-FFF2-40B4-BE49-F238E27FC236}">
                <a16:creationId xmlns:a16="http://schemas.microsoft.com/office/drawing/2014/main" id="{A4CEB918-28DB-EA98-8588-510BE88A3916}"/>
              </a:ext>
            </a:extLst>
          </p:cNvPr>
          <p:cNvSpPr>
            <a:spLocks noGrp="1"/>
          </p:cNvSpPr>
          <p:nvPr>
            <p:ph type="dt" sz="half" idx="2"/>
            <p:custDataLst>
              <p:custData r:id="rId26"/>
            </p:custDataLst>
          </p:nvPr>
        </p:nvSpPr>
        <p:spPr>
          <a:xfrm>
            <a:off x="9927430" y="6447600"/>
            <a:ext cx="1436607" cy="122400"/>
          </a:xfrm>
          <a:prstGeom prst="rect">
            <a:avLst/>
          </a:prstGeom>
        </p:spPr>
        <p:txBody>
          <a:bodyPr vert="horz" lIns="0" tIns="0" rIns="0" bIns="0" rtlCol="0" anchor="ctr"/>
          <a:lstStyle>
            <a:lvl1pPr algn="r">
              <a:defRPr sz="700">
                <a:solidFill>
                  <a:schemeClr val="bg1"/>
                </a:solidFill>
              </a:defRPr>
            </a:lvl1pPr>
          </a:lstStyle>
          <a:p>
            <a:fld id="{628C1A70-05D8-4074-9975-95498A287F8F}" type="datetimeFigureOut">
              <a:rPr lang="en-GB" smtClean="0"/>
              <a:pPr/>
              <a:t>16/10/2026</a:t>
            </a:fld>
            <a:endParaRPr lang="en-GB" dirty="0"/>
          </a:p>
        </p:txBody>
      </p:sp>
      <p:sp>
        <p:nvSpPr>
          <p:cNvPr id="7" name="Slide Number Placeholder">
            <a:extLst>
              <a:ext uri="{FF2B5EF4-FFF2-40B4-BE49-F238E27FC236}">
                <a16:creationId xmlns:a16="http://schemas.microsoft.com/office/drawing/2014/main" id="{9C9C7E4E-E9E6-7D7F-C6BB-0458042DD118}"/>
              </a:ext>
            </a:extLst>
          </p:cNvPr>
          <p:cNvSpPr>
            <a:spLocks noGrp="1"/>
          </p:cNvSpPr>
          <p:nvPr>
            <p:ph type="sldNum" sz="quarter" idx="4"/>
            <p:custDataLst>
              <p:custData r:id="rId27"/>
            </p:custDataLst>
          </p:nvPr>
        </p:nvSpPr>
        <p:spPr>
          <a:xfrm>
            <a:off x="11368800" y="6620400"/>
            <a:ext cx="363600" cy="108000"/>
          </a:xfrm>
          <a:prstGeom prst="rect">
            <a:avLst/>
          </a:prstGeom>
        </p:spPr>
        <p:txBody>
          <a:bodyPr vert="horz" lIns="0" tIns="0" rIns="0" bIns="0" rtlCol="0" anchor="ctr"/>
          <a:lstStyle>
            <a:lvl1pPr algn="r">
              <a:defRPr sz="700">
                <a:solidFill>
                  <a:schemeClr val="bg1"/>
                </a:solidFill>
              </a:defRPr>
            </a:lvl1pPr>
          </a:lstStyle>
          <a:p>
            <a:fld id="{CC823384-2074-4C75-9031-ACAC8BCA8354}" type="slidenum">
              <a:rPr lang="en-GB" smtClean="0"/>
              <a:pPr/>
              <a:t>‹#›</a:t>
            </a:fld>
            <a:endParaRPr lang="en-GB" dirty="0"/>
          </a:p>
        </p:txBody>
      </p:sp>
      <p:pic>
        <p:nvPicPr>
          <p:cNvPr id="9" name="ContentLogo_WHITE" descr="The Marsh McLennan company logo." hidden="1">
            <a:extLst>
              <a:ext uri="{FF2B5EF4-FFF2-40B4-BE49-F238E27FC236}">
                <a16:creationId xmlns:a16="http://schemas.microsoft.com/office/drawing/2014/main" id="{5A616FB1-D75C-8A3F-BCE8-359DA6970144}"/>
              </a:ext>
            </a:extLst>
          </p:cNvPr>
          <p:cNvPicPr>
            <a:picLocks noChangeAspect="1"/>
          </p:cNvPicPr>
          <p:nvPr userDrawn="1"/>
        </p:nvPicPr>
        <p:blipFill>
          <a:blip r:embed="rId28"/>
          <a:stretch>
            <a:fillRect/>
          </a:stretch>
        </p:blipFill>
        <p:spPr bwMode="invGray">
          <a:xfrm>
            <a:off x="457200" y="6537960"/>
            <a:ext cx="752858" cy="164592"/>
          </a:xfrm>
          <a:prstGeom prst="rect">
            <a:avLst/>
          </a:prstGeom>
        </p:spPr>
      </p:pic>
      <p:pic>
        <p:nvPicPr>
          <p:cNvPr id="11" name="ContentLogo_COLOUR" descr="The Marsh McLennan company logo.">
            <a:extLst>
              <a:ext uri="{FF2B5EF4-FFF2-40B4-BE49-F238E27FC236}">
                <a16:creationId xmlns:a16="http://schemas.microsoft.com/office/drawing/2014/main" id="{9CD68AD3-5697-244F-BA76-4307693B244A}"/>
              </a:ext>
            </a:extLst>
          </p:cNvPr>
          <p:cNvPicPr>
            <a:picLocks noChangeAspect="1"/>
          </p:cNvPicPr>
          <p:nvPr userDrawn="1"/>
        </p:nvPicPr>
        <p:blipFill>
          <a:blip r:embed="rId29">
            <a:extLst>
              <a:ext uri="{BEBA8EAE-BF5A-486C-A8C5-ECC9F3942E4B}">
                <a14:imgProps xmlns:a14="http://schemas.microsoft.com/office/drawing/2010/main">
                  <a14:imgLayer r:embed="rId30">
                    <a14:imgEffect>
                      <a14:brightnessContrast bright="100000"/>
                    </a14:imgEffect>
                  </a14:imgLayer>
                </a14:imgProps>
              </a:ext>
            </a:extLst>
          </a:blip>
          <a:stretch>
            <a:fillRect/>
          </a:stretch>
        </p:blipFill>
        <p:spPr bwMode="invGray">
          <a:xfrm>
            <a:off x="457200" y="6537960"/>
            <a:ext cx="752858" cy="164592"/>
          </a:xfrm>
          <a:prstGeom prst="rect">
            <a:avLst/>
          </a:prstGeom>
        </p:spPr>
      </p:pic>
    </p:spTree>
    <p:custDataLst>
      <p:custData r:id="rId20"/>
    </p:custDataLst>
    <p:extLst>
      <p:ext uri="{BB962C8B-B14F-4D97-AF65-F5344CB8AC3E}">
        <p14:creationId xmlns:p14="http://schemas.microsoft.com/office/powerpoint/2010/main" val="577282148"/>
      </p:ext>
    </p:extLst>
  </p:cSld>
  <p:clrMap bg1="lt1" tx1="dk1" bg2="lt2" tx2="dk2" accent1="accent1" accent2="accent2" accent3="accent3" accent4="accent4" accent5="accent5" accent6="accent6" hlink="hlink" folHlink="folHlink"/>
  <p:sldLayoutIdLst>
    <p:sldLayoutId id="2147483661" r:id="rId1"/>
    <p:sldLayoutId id="2147483725" r:id="rId2"/>
    <p:sldLayoutId id="2147483715" r:id="rId3"/>
    <p:sldLayoutId id="2147483719" r:id="rId4"/>
    <p:sldLayoutId id="2147483721" r:id="rId5"/>
    <p:sldLayoutId id="2147483727" r:id="rId6"/>
    <p:sldLayoutId id="2147483720" r:id="rId7"/>
    <p:sldLayoutId id="2147483672" r:id="rId8"/>
    <p:sldLayoutId id="2147483716" r:id="rId9"/>
    <p:sldLayoutId id="2147483717" r:id="rId10"/>
    <p:sldLayoutId id="2147483718" r:id="rId11"/>
    <p:sldLayoutId id="2147483688" r:id="rId12"/>
    <p:sldLayoutId id="2147483713" r:id="rId13"/>
    <p:sldLayoutId id="2147483722" r:id="rId14"/>
    <p:sldLayoutId id="2147483710" r:id="rId15"/>
    <p:sldLayoutId id="2147483723" r:id="rId16"/>
    <p:sldLayoutId id="2147483724" r:id="rId17"/>
    <p:sldLayoutId id="2147483726" r:id="rId18"/>
  </p:sldLayoutIdLst>
  <p:hf hdr="0" dt="0"/>
  <p:txStyles>
    <p:titleStyle>
      <a:lvl1pPr algn="l" defTabSz="457200" rtl="0" eaLnBrk="1" latinLnBrk="0" hangingPunct="1">
        <a:lnSpc>
          <a:spcPct val="100000"/>
        </a:lnSpc>
        <a:spcBef>
          <a:spcPct val="0"/>
        </a:spcBef>
        <a:buNone/>
        <a:defRPr sz="3200" b="0" i="0" kern="1200">
          <a:solidFill>
            <a:schemeClr val="dk1"/>
          </a:solidFill>
          <a:latin typeface="+mj-lt"/>
          <a:ea typeface="+mj-ea"/>
          <a:cs typeface="+mj-cs"/>
        </a:defRPr>
      </a:lvl1pPr>
    </p:titleStyle>
    <p:bodyStyle>
      <a:lvl1pPr marL="228600" indent="-228600" algn="l" defTabSz="457200" rtl="0" eaLnBrk="1" latinLnBrk="0" hangingPunct="1">
        <a:spcBef>
          <a:spcPts val="0"/>
        </a:spcBef>
        <a:spcAft>
          <a:spcPts val="600"/>
        </a:spcAft>
        <a:buFont typeface="Arial" panose="020B0604020202020204" pitchFamily="34" charset="0"/>
        <a:buChar char="•"/>
        <a:defRPr sz="1600" b="0" kern="1200">
          <a:solidFill>
            <a:schemeClr val="dk1"/>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dk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7" pos="3912">
          <p15:clr>
            <a:srgbClr val="F26B43"/>
          </p15:clr>
        </p15:guide>
        <p15:guide id="13" pos="288" userDrawn="1">
          <p15:clr>
            <a:srgbClr val="F26B43"/>
          </p15:clr>
        </p15:guide>
        <p15:guide id="19" pos="3768">
          <p15:clr>
            <a:srgbClr val="F26B43"/>
          </p15:clr>
        </p15:guide>
        <p15:guide id="27" orient="horz" pos="4224" userDrawn="1">
          <p15:clr>
            <a:srgbClr val="F26B43"/>
          </p15:clr>
        </p15:guide>
        <p15:guide id="29" orient="horz" pos="4032" userDrawn="1">
          <p15:clr>
            <a:srgbClr val="F26B43"/>
          </p15:clr>
        </p15:guide>
        <p15:guide id="31" orient="horz" pos="607" userDrawn="1">
          <p15:clr>
            <a:srgbClr val="F26B43"/>
          </p15:clr>
        </p15:guide>
        <p15:guide id="35" orient="horz" pos="888" userDrawn="1">
          <p15:clr>
            <a:srgbClr val="F26B43"/>
          </p15:clr>
        </p15:guide>
        <p15:guide id="38" orient="horz" pos="3960" userDrawn="1">
          <p15:clr>
            <a:srgbClr val="F26B43"/>
          </p15:clr>
        </p15:guide>
        <p15:guide id="39" pos="3840" userDrawn="1">
          <p15:clr>
            <a:srgbClr val="F26B43"/>
          </p15:clr>
        </p15:guide>
        <p15:guide id="40" orient="horz" pos="2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customXml" Target="../../customXml/item112.xml"/><Relationship Id="rId7" Type="http://schemas.openxmlformats.org/officeDocument/2006/relationships/image" Target="../media/image10.png"/><Relationship Id="rId12" Type="http://schemas.microsoft.com/office/2007/relationships/hdphoto" Target="../media/hdphoto5.wdp"/><Relationship Id="rId2" Type="http://schemas.openxmlformats.org/officeDocument/2006/relationships/customXml" Target="../../customXml/item91.xml"/><Relationship Id="rId1" Type="http://schemas.openxmlformats.org/officeDocument/2006/relationships/customXml" Target="../../customXml/item61.xml"/><Relationship Id="rId6" Type="http://schemas.openxmlformats.org/officeDocument/2006/relationships/slideLayout" Target="../slideLayouts/slideLayout8.xml"/><Relationship Id="rId11" Type="http://schemas.openxmlformats.org/officeDocument/2006/relationships/image" Target="../media/image13.png"/><Relationship Id="rId5" Type="http://schemas.openxmlformats.org/officeDocument/2006/relationships/customXml" Target="../../customXml/item44.xml"/><Relationship Id="rId10" Type="http://schemas.openxmlformats.org/officeDocument/2006/relationships/image" Target="../media/image12.png"/><Relationship Id="rId4" Type="http://schemas.openxmlformats.org/officeDocument/2006/relationships/customXml" Target="../../customXml/item24.xml"/><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slideLayout" Target="../slideLayouts/slideLayout6.xml"/><Relationship Id="rId1" Type="http://schemas.openxmlformats.org/officeDocument/2006/relationships/customXml" Target="../../customXml/item8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15.xml"/><Relationship Id="rId1" Type="http://schemas.openxmlformats.org/officeDocument/2006/relationships/customXml" Target="../../customXml/item110.xml"/><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customXml" Target="../../customXml/item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AFC4-C2E6-B6A6-A50F-2A9662A49DC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DCD56F4-EC47-E679-A27D-4152AFFEB284}"/>
              </a:ext>
            </a:extLst>
          </p:cNvPr>
          <p:cNvPicPr>
            <a:picLocks noChangeAspect="1"/>
          </p:cNvPicPr>
          <p:nvPr/>
        </p:nvPicPr>
        <p:blipFill>
          <a:blip r:embed="rId7" cstate="screen">
            <a:extLst>
              <a:ext uri="{BEBA8EAE-BF5A-486C-A8C5-ECC9F3942E4B}">
                <a14:imgProps xmlns:a14="http://schemas.microsoft.com/office/drawing/2010/main">
                  <a14:imgLayer r:embed="rId8">
                    <a14:imgEffect>
                      <a14:colorTemperature colorTemp="4700"/>
                    </a14:imgEffect>
                  </a14:imgLayer>
                </a14:imgProps>
              </a:ext>
              <a:ext uri="{28A0092B-C50C-407E-A947-70E740481C1C}">
                <a14:useLocalDpi xmlns:a14="http://schemas.microsoft.com/office/drawing/2010/main"/>
              </a:ext>
            </a:extLst>
          </a:blip>
          <a:srcRect/>
          <a:stretch>
            <a:fillRect/>
          </a:stretch>
        </p:blipFill>
        <p:spPr>
          <a:xfrm>
            <a:off x="451104" y="1"/>
            <a:ext cx="11283696" cy="3315600"/>
          </a:xfrm>
          <a:prstGeom prst="rect">
            <a:avLst/>
          </a:prstGeom>
        </p:spPr>
      </p:pic>
      <p:sp>
        <p:nvSpPr>
          <p:cNvPr id="3" name="Title 1">
            <a:extLst>
              <a:ext uri="{FF2B5EF4-FFF2-40B4-BE49-F238E27FC236}">
                <a16:creationId xmlns:a16="http://schemas.microsoft.com/office/drawing/2014/main" id="{23CDFB46-343A-E42C-1E15-239C99223DDC}"/>
              </a:ext>
            </a:extLst>
          </p:cNvPr>
          <p:cNvSpPr txBox="1">
            <a:spLocks/>
          </p:cNvSpPr>
          <p:nvPr>
            <p:custDataLst>
              <p:custData r:id="rId2"/>
            </p:custDataLst>
          </p:nvPr>
        </p:nvSpPr>
        <p:spPr>
          <a:xfrm>
            <a:off x="457200" y="3429000"/>
            <a:ext cx="6906703" cy="880153"/>
          </a:xfrm>
          <a:prstGeom prst="rect">
            <a:avLst/>
          </a:prstGeom>
        </p:spPr>
        <p:txBody>
          <a:bodyPr vert="horz" lIns="0" tIns="0" rIns="0" bIns="0" anchor="t"/>
          <a:lstStyle>
            <a:lvl1pPr algn="l" defTabSz="457200" rtl="0" eaLnBrk="1" latinLnBrk="0" hangingPunct="1">
              <a:lnSpc>
                <a:spcPct val="90000"/>
              </a:lnSpc>
              <a:spcBef>
                <a:spcPct val="0"/>
              </a:spcBef>
              <a:buNone/>
              <a:defRPr sz="4000" b="0" i="0" kern="1200" cap="none" baseline="0">
                <a:solidFill>
                  <a:schemeClr val="dk1"/>
                </a:solidFill>
                <a:latin typeface="+mj-lt"/>
                <a:ea typeface="+mj-ea"/>
                <a:cs typeface="Georgia Pro Light" panose="02040302050405020303" pitchFamily="18" charset="0"/>
              </a:defRPr>
            </a:lvl1pPr>
          </a:lstStyle>
          <a:p>
            <a:r>
              <a:rPr lang="en-US" dirty="0">
                <a:solidFill>
                  <a:srgbClr val="CEECFF"/>
                </a:solidFill>
              </a:rPr>
              <a:t>Carrier Exec Summary</a:t>
            </a:r>
          </a:p>
        </p:txBody>
      </p:sp>
      <p:sp>
        <p:nvSpPr>
          <p:cNvPr id="5" name="Text Placeholder 8">
            <a:extLst>
              <a:ext uri="{FF2B5EF4-FFF2-40B4-BE49-F238E27FC236}">
                <a16:creationId xmlns:a16="http://schemas.microsoft.com/office/drawing/2014/main" id="{F8120B37-2E28-86DC-7EF6-510B053F70B1}"/>
              </a:ext>
            </a:extLst>
          </p:cNvPr>
          <p:cNvSpPr txBox="1">
            <a:spLocks/>
          </p:cNvSpPr>
          <p:nvPr>
            <p:custDataLst>
              <p:custData r:id="rId3"/>
            </p:custDataLst>
          </p:nvPr>
        </p:nvSpPr>
        <p:spPr>
          <a:xfrm>
            <a:off x="7533766" y="3429000"/>
            <a:ext cx="4202234" cy="388800"/>
          </a:xfrm>
          <a:prstGeom prst="rect">
            <a:avLst/>
          </a:prstGeom>
        </p:spPr>
        <p:txBody>
          <a:bodyPr lIns="0" tIns="0" rIns="0" anchor="t" anchorCtr="0"/>
          <a:lstStyle>
            <a:lvl1pPr marL="0" indent="0" algn="r" defTabSz="457200" rtl="0" eaLnBrk="1" latinLnBrk="0" hangingPunct="1">
              <a:spcBef>
                <a:spcPts val="0"/>
              </a:spcBef>
              <a:spcAft>
                <a:spcPts val="600"/>
              </a:spcAft>
              <a:buFont typeface="Arial" panose="020B0604020202020204" pitchFamily="34" charset="0"/>
              <a:buNone/>
              <a:defRPr sz="1200" b="0" kern="1200">
                <a:solidFill>
                  <a:schemeClr val="dk1"/>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dk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9pPr>
          </a:lstStyle>
          <a:p>
            <a:r>
              <a:rPr lang="en-US" dirty="0">
                <a:solidFill>
                  <a:srgbClr val="CEECFF"/>
                </a:solidFill>
              </a:rPr>
              <a:t>Insurer Consulting Group</a:t>
            </a:r>
          </a:p>
          <a:p>
            <a:endParaRPr lang="en-US" dirty="0">
              <a:solidFill>
                <a:srgbClr val="CEECFF"/>
              </a:solidFill>
            </a:endParaRPr>
          </a:p>
          <a:p>
            <a:endParaRPr lang="en-US" dirty="0">
              <a:solidFill>
                <a:srgbClr val="CEECFF"/>
              </a:solidFill>
            </a:endParaRPr>
          </a:p>
        </p:txBody>
      </p:sp>
      <p:sp>
        <p:nvSpPr>
          <p:cNvPr id="6" name="Text Placeholder 10">
            <a:extLst>
              <a:ext uri="{FF2B5EF4-FFF2-40B4-BE49-F238E27FC236}">
                <a16:creationId xmlns:a16="http://schemas.microsoft.com/office/drawing/2014/main" id="{CE710973-F432-5386-B17B-7058D5DC6038}"/>
              </a:ext>
            </a:extLst>
          </p:cNvPr>
          <p:cNvSpPr txBox="1">
            <a:spLocks/>
          </p:cNvSpPr>
          <p:nvPr>
            <p:custDataLst>
              <p:custData r:id="rId4"/>
            </p:custDataLst>
          </p:nvPr>
        </p:nvSpPr>
        <p:spPr>
          <a:xfrm>
            <a:off x="7533765" y="5951800"/>
            <a:ext cx="4202235" cy="536400"/>
          </a:xfrm>
          <a:prstGeom prst="rect">
            <a:avLst/>
          </a:prstGeom>
        </p:spPr>
        <p:txBody>
          <a:bodyPr lIns="0" rIns="0" anchor="b"/>
          <a:lstStyle>
            <a:lvl1pPr marL="0" indent="0" algn="r" defTabSz="457200" rtl="0" eaLnBrk="1" latinLnBrk="0" hangingPunct="1">
              <a:spcBef>
                <a:spcPts val="0"/>
              </a:spcBef>
              <a:spcAft>
                <a:spcPts val="600"/>
              </a:spcAft>
              <a:buFont typeface="Arial" panose="020B0604020202020204" pitchFamily="34" charset="0"/>
              <a:buNone/>
              <a:defRPr sz="1000" b="0" kern="1200">
                <a:solidFill>
                  <a:schemeClr val="dk1"/>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dk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9pPr>
          </a:lstStyle>
          <a:p>
            <a:r>
              <a:rPr lang="en-US">
                <a:solidFill>
                  <a:srgbClr val="CEECFF"/>
                </a:solidFill>
              </a:rPr>
              <a:t>October </a:t>
            </a:r>
            <a:r>
              <a:rPr lang="en-US" dirty="0">
                <a:solidFill>
                  <a:srgbClr val="CEECFF"/>
                </a:solidFill>
              </a:rPr>
              <a:t>XX, 2026</a:t>
            </a:r>
          </a:p>
        </p:txBody>
      </p:sp>
      <p:pic>
        <p:nvPicPr>
          <p:cNvPr id="8" name="CoverMainLogo_COLOUR" descr="The Marsh company logo.">
            <a:extLst>
              <a:ext uri="{FF2B5EF4-FFF2-40B4-BE49-F238E27FC236}">
                <a16:creationId xmlns:a16="http://schemas.microsoft.com/office/drawing/2014/main" id="{5D0506E3-7D95-A43B-99F4-4896A5A7E53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invGray">
          <a:xfrm>
            <a:off x="457200" y="6122439"/>
            <a:ext cx="1673355" cy="365761"/>
          </a:xfrm>
          <a:prstGeom prst="rect">
            <a:avLst/>
          </a:prstGeom>
        </p:spPr>
      </p:pic>
      <p:pic>
        <p:nvPicPr>
          <p:cNvPr id="9" name="CoverMainLogo_WHITE" descr="The Marsh McLennan company logo.">
            <a:extLst>
              <a:ext uri="{FF2B5EF4-FFF2-40B4-BE49-F238E27FC236}">
                <a16:creationId xmlns:a16="http://schemas.microsoft.com/office/drawing/2014/main" id="{40F4A7C7-1F34-BE63-AC5F-4D157A89666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invGray">
          <a:xfrm>
            <a:off x="457200" y="6122439"/>
            <a:ext cx="1673355" cy="365761"/>
          </a:xfrm>
          <a:prstGeom prst="rect">
            <a:avLst/>
          </a:prstGeom>
        </p:spPr>
      </p:pic>
      <p:pic>
        <p:nvPicPr>
          <p:cNvPr id="10" name="Picture 6" descr="Business meeting with professionals discussing ideas in office: Group of professionals sit around a table in an office. They are discussing ideas and sharing thoughts during a meeting. Large windows show a city view outside.">
            <a:extLst>
              <a:ext uri="{FF2B5EF4-FFF2-40B4-BE49-F238E27FC236}">
                <a16:creationId xmlns:a16="http://schemas.microsoft.com/office/drawing/2014/main" id="{7DB8633F-D4FC-F803-7390-FA87FFAA72E6}"/>
              </a:ext>
            </a:extLst>
          </p:cNvPr>
          <p:cNvPicPr>
            <a:picLocks noChangeAspect="1"/>
          </p:cNvPicPr>
          <p:nvPr>
            <p:custDataLst>
              <p:custData r:id="rId5"/>
            </p:custDataLst>
          </p:nvPr>
        </p:nvPicPr>
        <p:blipFill>
          <a:blip r:embed="rId11" cstate="screen">
            <a:extLst>
              <a:ext uri="{BEBA8EAE-BF5A-486C-A8C5-ECC9F3942E4B}">
                <a14:imgProps xmlns:a14="http://schemas.microsoft.com/office/drawing/2010/main">
                  <a14:imgLayer r:embed="rId12">
                    <a14:imgEffect>
                      <a14:colorTemperature colorTemp="4700"/>
                    </a14:imgEffect>
                  </a14:imgLayer>
                </a14:imgProps>
              </a:ext>
              <a:ext uri="{28A0092B-C50C-407E-A947-70E740481C1C}">
                <a14:useLocalDpi xmlns:a14="http://schemas.microsoft.com/office/drawing/2010/main"/>
              </a:ext>
            </a:extLst>
          </a:blip>
          <a:srcRect/>
          <a:stretch>
            <a:fillRect/>
          </a:stretch>
        </p:blipFill>
        <p:spPr>
          <a:xfrm>
            <a:off x="451102" y="0"/>
            <a:ext cx="11283697" cy="3315601"/>
          </a:xfrm>
          <a:prstGeom prst="rect">
            <a:avLst/>
          </a:prstGeom>
        </p:spPr>
      </p:pic>
    </p:spTree>
    <p:custDataLst>
      <p:custData r:id="rId1"/>
    </p:custDataLst>
    <p:extLst>
      <p:ext uri="{BB962C8B-B14F-4D97-AF65-F5344CB8AC3E}">
        <p14:creationId xmlns:p14="http://schemas.microsoft.com/office/powerpoint/2010/main" val="225946194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59E4-5267-4684-321C-68E30FBE1381}"/>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43DCA11E-6DD7-EAB4-6ACD-ECB907D061E4}"/>
              </a:ext>
            </a:extLst>
          </p:cNvPr>
          <p:cNvSpPr/>
          <p:nvPr/>
        </p:nvSpPr>
        <p:spPr>
          <a:xfrm>
            <a:off x="457200" y="1636721"/>
            <a:ext cx="11274423" cy="4596148"/>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sp>
        <p:nvSpPr>
          <p:cNvPr id="4" name="Slide Number Placeholder 3">
            <a:extLst>
              <a:ext uri="{FF2B5EF4-FFF2-40B4-BE49-F238E27FC236}">
                <a16:creationId xmlns:a16="http://schemas.microsoft.com/office/drawing/2014/main" id="{AE66BDF7-1E96-DC2F-BB8B-0B6B82F011A6}"/>
              </a:ext>
            </a:extLst>
          </p:cNvPr>
          <p:cNvSpPr>
            <a:spLocks noGrp="1"/>
          </p:cNvSpPr>
          <p:nvPr>
            <p:ph type="sldNum" sz="quarter" idx="15"/>
          </p:nvPr>
        </p:nvSpPr>
        <p:spPr>
          <a:xfrm>
            <a:off x="11368800" y="6620400"/>
            <a:ext cx="363600" cy="108000"/>
          </a:xfrm>
        </p:spPr>
        <p:txBody>
          <a:bodyPr/>
          <a:lstStyle/>
          <a:p>
            <a:fld id="{CC823384-2074-4C75-9031-ACAC8BCA8354}" type="slidenum">
              <a:rPr lang="en-US" smtClean="0"/>
              <a:pPr/>
              <a:t>2</a:t>
            </a:fld>
            <a:endParaRPr lang="en-US" dirty="0"/>
          </a:p>
        </p:txBody>
      </p:sp>
      <p:grpSp>
        <p:nvGrpSpPr>
          <p:cNvPr id="2" name="Group 1">
            <a:extLst>
              <a:ext uri="{FF2B5EF4-FFF2-40B4-BE49-F238E27FC236}">
                <a16:creationId xmlns:a16="http://schemas.microsoft.com/office/drawing/2014/main" id="{14EA7A98-753C-A1A0-38AD-8EED7F8EF4E3}"/>
              </a:ext>
            </a:extLst>
          </p:cNvPr>
          <p:cNvGrpSpPr/>
          <p:nvPr/>
        </p:nvGrpSpPr>
        <p:grpSpPr>
          <a:xfrm>
            <a:off x="457200" y="380999"/>
            <a:ext cx="11277600" cy="1094139"/>
            <a:chOff x="457200" y="381000"/>
            <a:chExt cx="11277600" cy="1430190"/>
          </a:xfrm>
        </p:grpSpPr>
        <p:sp>
          <p:nvSpPr>
            <p:cNvPr id="11" name="Rectangle 10">
              <a:extLst>
                <a:ext uri="{FF2B5EF4-FFF2-40B4-BE49-F238E27FC236}">
                  <a16:creationId xmlns:a16="http://schemas.microsoft.com/office/drawing/2014/main" id="{598D8FC7-9A74-C764-0AAF-66104512A2FC}"/>
                </a:ext>
              </a:extLst>
            </p:cNvPr>
            <p:cNvSpPr/>
            <p:nvPr/>
          </p:nvSpPr>
          <p:spPr>
            <a:xfrm>
              <a:off x="457200" y="381000"/>
              <a:ext cx="11277600" cy="143019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sp>
          <p:nvSpPr>
            <p:cNvPr id="14" name="Rectangle 13">
              <a:extLst>
                <a:ext uri="{FF2B5EF4-FFF2-40B4-BE49-F238E27FC236}">
                  <a16:creationId xmlns:a16="http://schemas.microsoft.com/office/drawing/2014/main" id="{9D33E792-F2DA-48CE-3017-586E1096EAE5}"/>
                </a:ext>
              </a:extLst>
            </p:cNvPr>
            <p:cNvSpPr/>
            <p:nvPr/>
          </p:nvSpPr>
          <p:spPr>
            <a:xfrm>
              <a:off x="460378" y="381000"/>
              <a:ext cx="10387732" cy="1430189"/>
            </a:xfrm>
            <a:prstGeom prst="rect">
              <a:avLst/>
            </a:prstGeom>
            <a:gradFill flip="none" rotWithShape="1">
              <a:gsLst>
                <a:gs pos="34000">
                  <a:srgbClr val="000F47"/>
                </a:gs>
                <a:gs pos="6000">
                  <a:srgbClr val="000F47">
                    <a:alpha val="19000"/>
                  </a:srgbClr>
                </a:gs>
                <a:gs pos="0">
                  <a:srgbClr val="000F47">
                    <a:alpha val="0"/>
                  </a:srgbClr>
                </a:gs>
                <a:gs pos="100000">
                  <a:srgbClr val="000F47"/>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grpSp>
      <p:sp>
        <p:nvSpPr>
          <p:cNvPr id="3" name="Title 2">
            <a:extLst>
              <a:ext uri="{FF2B5EF4-FFF2-40B4-BE49-F238E27FC236}">
                <a16:creationId xmlns:a16="http://schemas.microsoft.com/office/drawing/2014/main" id="{2B34D4EA-E421-1D17-5A8A-B98F4A8F8138}"/>
              </a:ext>
            </a:extLst>
          </p:cNvPr>
          <p:cNvSpPr>
            <a:spLocks noGrp="1"/>
          </p:cNvSpPr>
          <p:nvPr>
            <p:ph type="title"/>
          </p:nvPr>
        </p:nvSpPr>
        <p:spPr>
          <a:xfrm>
            <a:off x="816759" y="547926"/>
            <a:ext cx="7387903" cy="861774"/>
          </a:xfrm>
        </p:spPr>
        <p:txBody>
          <a:bodyPr wrap="square">
            <a:spAutoFit/>
          </a:bodyPr>
          <a:lstStyle/>
          <a:p>
            <a:r>
              <a:rPr lang="en-US" sz="2800" b="1" dirty="0">
                <a:solidFill>
                  <a:schemeClr val="accent5"/>
                </a:solidFill>
              </a:rPr>
              <a:t>Carrier ABC — Carrier Performance Executive Summary (FY2025)</a:t>
            </a:r>
          </a:p>
        </p:txBody>
      </p:sp>
      <p:pic>
        <p:nvPicPr>
          <p:cNvPr id="29" name="Picture 28" descr="Diversity on midnight background: Metaphorical illustration of overlapping speech and thought bubbles in gold, sky blue, and white on a midnight blue background.">
            <a:extLst>
              <a:ext uri="{FF2B5EF4-FFF2-40B4-BE49-F238E27FC236}">
                <a16:creationId xmlns:a16="http://schemas.microsoft.com/office/drawing/2014/main" id="{6876D95E-25E8-6DF5-1889-35272E587A84}"/>
              </a:ext>
            </a:extLst>
          </p:cNvPr>
          <p:cNvPicPr>
            <a:picLocks noChangeAspect="1"/>
          </p:cNvPicPr>
          <p:nvPr>
            <p:custDataLst>
              <p:custData r:id="rId1"/>
            </p:custDataLst>
          </p:nvPr>
        </p:nvPicPr>
        <p:blipFill>
          <a:blip r:embed="rId3"/>
          <a:srcRect l="7736" t="15091" r="8344" b="15249"/>
          <a:stretch>
            <a:fillRect/>
          </a:stretch>
        </p:blipFill>
        <p:spPr>
          <a:xfrm>
            <a:off x="10412731" y="405001"/>
            <a:ext cx="1272540" cy="1056314"/>
          </a:xfrm>
          <a:prstGeom prst="rect">
            <a:avLst/>
          </a:prstGeom>
        </p:spPr>
      </p:pic>
      <p:sp>
        <p:nvSpPr>
          <p:cNvPr id="42" name="Text 27">
            <a:extLst>
              <a:ext uri="{FF2B5EF4-FFF2-40B4-BE49-F238E27FC236}">
                <a16:creationId xmlns:a16="http://schemas.microsoft.com/office/drawing/2014/main" id="{F346279A-C36F-B169-455A-0DC48583E9F1}"/>
              </a:ext>
            </a:extLst>
          </p:cNvPr>
          <p:cNvSpPr/>
          <p:nvPr/>
        </p:nvSpPr>
        <p:spPr>
          <a:xfrm>
            <a:off x="3634508" y="2425420"/>
            <a:ext cx="65" cy="184666"/>
          </a:xfrm>
          <a:prstGeom prst="rect">
            <a:avLst/>
          </a:prstGeom>
          <a:noFill/>
          <a:ln/>
        </p:spPr>
        <p:txBody>
          <a:bodyPr wrap="none" lIns="0" tIns="0" rIns="0" bIns="0" rtlCol="0" anchor="ctr">
            <a:spAutoFit/>
          </a:bodyPr>
          <a:lstStyle/>
          <a:p>
            <a:pPr marL="0" indent="0">
              <a:buNone/>
            </a:pPr>
            <a:endParaRPr lang="en-US" sz="1200" dirty="0">
              <a:latin typeface="+mj-lt"/>
            </a:endParaRPr>
          </a:p>
        </p:txBody>
      </p:sp>
      <p:sp>
        <p:nvSpPr>
          <p:cNvPr id="44" name="Text 29">
            <a:extLst>
              <a:ext uri="{FF2B5EF4-FFF2-40B4-BE49-F238E27FC236}">
                <a16:creationId xmlns:a16="http://schemas.microsoft.com/office/drawing/2014/main" id="{325490B4-BF3F-076B-F8D8-190F81FE0661}"/>
              </a:ext>
            </a:extLst>
          </p:cNvPr>
          <p:cNvSpPr/>
          <p:nvPr/>
        </p:nvSpPr>
        <p:spPr>
          <a:xfrm>
            <a:off x="570079" y="2265303"/>
            <a:ext cx="10798721" cy="923330"/>
          </a:xfrm>
          <a:prstGeom prst="rect">
            <a:avLst/>
          </a:prstGeom>
          <a:noFill/>
          <a:ln/>
        </p:spPr>
        <p:txBody>
          <a:bodyPr wrap="square" lIns="0" tIns="0" rIns="0" bIns="0" rtlCol="0" anchor="t">
            <a:spAutoFit/>
          </a:bodyPr>
          <a:lstStyle/>
          <a:p>
            <a:pPr>
              <a:spcAft>
                <a:spcPts val="600"/>
              </a:spcAft>
              <a:buSzPct val="100000"/>
            </a:pPr>
            <a:r>
              <a:rPr lang="en-US" sz="1200" dirty="0">
                <a:solidFill>
                  <a:srgbClr val="000F47"/>
                </a:solidFill>
                <a:ea typeface="Calibri" pitchFamily="34" charset="-122"/>
                <a:cs typeface="Calibri" pitchFamily="34" charset="-120"/>
              </a:rPr>
              <a:t>Marsh-placed premium rose to $</a:t>
            </a:r>
            <a:r>
              <a:rPr lang="en-US" sz="1200" dirty="0" err="1">
                <a:solidFill>
                  <a:srgbClr val="000F47"/>
                </a:solidFill>
                <a:ea typeface="Calibri" pitchFamily="34" charset="-122"/>
                <a:cs typeface="Calibri" pitchFamily="34" charset="-120"/>
              </a:rPr>
              <a:t>xxxM</a:t>
            </a:r>
            <a:r>
              <a:rPr lang="en-US" sz="1200" dirty="0">
                <a:solidFill>
                  <a:srgbClr val="000F47"/>
                </a:solidFill>
                <a:ea typeface="Calibri" pitchFamily="34" charset="-122"/>
                <a:cs typeface="Calibri" pitchFamily="34" charset="-120"/>
              </a:rPr>
              <a:t> (+</a:t>
            </a:r>
            <a:r>
              <a:rPr lang="en-US" sz="1200" dirty="0" err="1">
                <a:solidFill>
                  <a:srgbClr val="000F47"/>
                </a:solidFill>
                <a:ea typeface="Calibri" pitchFamily="34" charset="-122"/>
                <a:cs typeface="Calibri" pitchFamily="34" charset="-120"/>
              </a:rPr>
              <a:t>xx.x</a:t>
            </a:r>
            <a:r>
              <a:rPr lang="en-US" sz="1200" dirty="0">
                <a:solidFill>
                  <a:srgbClr val="000F47"/>
                </a:solidFill>
                <a:ea typeface="Calibri" pitchFamily="34" charset="-122"/>
                <a:cs typeface="Calibri" pitchFamily="34" charset="-120"/>
              </a:rPr>
              <a:t>% YoY) — the carrier grew faster than the overall Marsh book (+</a:t>
            </a:r>
            <a:r>
              <a:rPr lang="en-US" sz="1200" dirty="0" err="1">
                <a:solidFill>
                  <a:srgbClr val="000F47"/>
                </a:solidFill>
                <a:ea typeface="Calibri" pitchFamily="34" charset="-122"/>
                <a:cs typeface="Calibri" pitchFamily="34" charset="-120"/>
              </a:rPr>
              <a:t>xx.x</a:t>
            </a:r>
            <a:r>
              <a:rPr lang="en-US" sz="1200" dirty="0">
                <a:solidFill>
                  <a:srgbClr val="000F47"/>
                </a:solidFill>
                <a:ea typeface="Calibri" pitchFamily="34" charset="-122"/>
                <a:cs typeface="Calibri" pitchFamily="34" charset="-120"/>
              </a:rPr>
              <a:t>%), modestly lifting share of wallet to </a:t>
            </a:r>
            <a:r>
              <a:rPr lang="en-US" sz="1200" dirty="0" err="1">
                <a:solidFill>
                  <a:srgbClr val="000F47"/>
                </a:solidFill>
                <a:ea typeface="Calibri" pitchFamily="34" charset="-122"/>
                <a:cs typeface="Calibri" pitchFamily="34" charset="-120"/>
              </a:rPr>
              <a:t>xx.x</a:t>
            </a:r>
            <a:r>
              <a:rPr lang="en-US" sz="1200" dirty="0">
                <a:solidFill>
                  <a:srgbClr val="000F47"/>
                </a:solidFill>
                <a:ea typeface="Calibri" pitchFamily="34" charset="-122"/>
                <a:cs typeface="Calibri" pitchFamily="34" charset="-120"/>
              </a:rPr>
              <a:t>% from </a:t>
            </a:r>
            <a:r>
              <a:rPr lang="en-US" sz="1200" dirty="0" err="1">
                <a:solidFill>
                  <a:srgbClr val="000F47"/>
                </a:solidFill>
                <a:ea typeface="Calibri" pitchFamily="34" charset="-122"/>
                <a:cs typeface="Calibri" pitchFamily="34" charset="-120"/>
              </a:rPr>
              <a:t>x.x</a:t>
            </a:r>
            <a:r>
              <a:rPr lang="en-US" sz="1200" dirty="0">
                <a:solidFill>
                  <a:srgbClr val="000F47"/>
                </a:solidFill>
                <a:ea typeface="Calibri" pitchFamily="34" charset="-122"/>
                <a:cs typeface="Calibri" pitchFamily="34" charset="-120"/>
              </a:rPr>
              <a:t>%.</a:t>
            </a:r>
            <a:r>
              <a:rPr lang="en-US" sz="1200" dirty="0"/>
              <a:t> </a:t>
            </a:r>
            <a:r>
              <a:rPr lang="en-US" sz="1200" dirty="0">
                <a:solidFill>
                  <a:srgbClr val="000F47"/>
                </a:solidFill>
                <a:ea typeface="Calibri" pitchFamily="34" charset="-122"/>
                <a:cs typeface="Calibri" pitchFamily="34" charset="-120"/>
              </a:rPr>
              <a:t>Property and Energy &amp; Power were the primary engines: Property premium up $</a:t>
            </a:r>
            <a:r>
              <a:rPr lang="en-US" sz="1200" dirty="0" err="1">
                <a:solidFill>
                  <a:srgbClr val="000F47"/>
                </a:solidFill>
                <a:ea typeface="Calibri" pitchFamily="34" charset="-122"/>
                <a:cs typeface="Calibri" pitchFamily="34" charset="-120"/>
              </a:rPr>
              <a:t>xxM</a:t>
            </a:r>
            <a:r>
              <a:rPr lang="en-US" sz="1200" dirty="0">
                <a:solidFill>
                  <a:srgbClr val="000F47"/>
                </a:solidFill>
                <a:ea typeface="Calibri" pitchFamily="34" charset="-122"/>
                <a:cs typeface="Calibri" pitchFamily="34" charset="-120"/>
              </a:rPr>
              <a:t> to $</a:t>
            </a:r>
            <a:r>
              <a:rPr lang="en-US" sz="1200" dirty="0" err="1">
                <a:solidFill>
                  <a:srgbClr val="000F47"/>
                </a:solidFill>
                <a:ea typeface="Calibri" pitchFamily="34" charset="-122"/>
                <a:cs typeface="Calibri" pitchFamily="34" charset="-120"/>
              </a:rPr>
              <a:t>xxM</a:t>
            </a:r>
            <a:r>
              <a:rPr lang="en-US" sz="1200" dirty="0">
                <a:solidFill>
                  <a:srgbClr val="000F47"/>
                </a:solidFill>
                <a:ea typeface="Calibri" pitchFamily="34" charset="-122"/>
                <a:cs typeface="Calibri" pitchFamily="34" charset="-120"/>
              </a:rPr>
              <a:t>; Energy &amp; Power nearly doubled, up $</a:t>
            </a:r>
            <a:r>
              <a:rPr lang="en-US" sz="1200" dirty="0" err="1">
                <a:solidFill>
                  <a:srgbClr val="000F47"/>
                </a:solidFill>
                <a:ea typeface="Calibri" pitchFamily="34" charset="-122"/>
                <a:cs typeface="Calibri" pitchFamily="34" charset="-120"/>
              </a:rPr>
              <a:t>xxM</a:t>
            </a:r>
            <a:r>
              <a:rPr lang="en-US" sz="1200" dirty="0">
                <a:solidFill>
                  <a:srgbClr val="000F47"/>
                </a:solidFill>
                <a:ea typeface="Calibri" pitchFamily="34" charset="-122"/>
                <a:cs typeface="Calibri" pitchFamily="34" charset="-120"/>
              </a:rPr>
              <a:t> to $</a:t>
            </a:r>
            <a:r>
              <a:rPr lang="en-US" sz="1200" dirty="0" err="1">
                <a:solidFill>
                  <a:srgbClr val="000F47"/>
                </a:solidFill>
                <a:ea typeface="Calibri" pitchFamily="34" charset="-122"/>
                <a:cs typeface="Calibri" pitchFamily="34" charset="-120"/>
              </a:rPr>
              <a:t>xxM</a:t>
            </a:r>
            <a:r>
              <a:rPr lang="en-US" sz="1200" dirty="0">
                <a:solidFill>
                  <a:srgbClr val="000F47"/>
                </a:solidFill>
                <a:ea typeface="Calibri" pitchFamily="34" charset="-122"/>
                <a:cs typeface="Calibri" pitchFamily="34" charset="-120"/>
              </a:rPr>
              <a:t>. Singapore was the standout market: GWP up </a:t>
            </a:r>
            <a:r>
              <a:rPr lang="en-US" sz="1200" dirty="0" err="1">
                <a:solidFill>
                  <a:srgbClr val="000F47"/>
                </a:solidFill>
                <a:ea typeface="Calibri" pitchFamily="34" charset="-122"/>
                <a:cs typeface="Calibri" pitchFamily="34" charset="-120"/>
              </a:rPr>
              <a:t>xx.x</a:t>
            </a:r>
            <a:r>
              <a:rPr lang="en-US" sz="1200" dirty="0">
                <a:solidFill>
                  <a:srgbClr val="000F47"/>
                </a:solidFill>
                <a:ea typeface="Calibri" pitchFamily="34" charset="-122"/>
                <a:cs typeface="Calibri" pitchFamily="34" charset="-120"/>
              </a:rPr>
              <a:t>% YoY to $</a:t>
            </a:r>
            <a:r>
              <a:rPr lang="en-US" sz="1200" dirty="0" err="1">
                <a:solidFill>
                  <a:srgbClr val="000F47"/>
                </a:solidFill>
                <a:ea typeface="Calibri" pitchFamily="34" charset="-122"/>
                <a:cs typeface="Calibri" pitchFamily="34" charset="-120"/>
              </a:rPr>
              <a:t>xxxM</a:t>
            </a:r>
            <a:r>
              <a:rPr lang="en-US" sz="1200" dirty="0">
                <a:solidFill>
                  <a:srgbClr val="000F47"/>
                </a:solidFill>
                <a:ea typeface="Calibri" pitchFamily="34" charset="-122"/>
                <a:cs typeface="Calibri" pitchFamily="34" charset="-120"/>
              </a:rPr>
              <a:t> (vs Marsh +</a:t>
            </a:r>
            <a:r>
              <a:rPr lang="en-US" sz="1200" dirty="0" err="1">
                <a:solidFill>
                  <a:srgbClr val="000F47"/>
                </a:solidFill>
                <a:ea typeface="Calibri" pitchFamily="34" charset="-122"/>
                <a:cs typeface="Calibri" pitchFamily="34" charset="-120"/>
              </a:rPr>
              <a:t>xx.x</a:t>
            </a:r>
            <a:r>
              <a:rPr lang="en-US" sz="1200" dirty="0">
                <a:solidFill>
                  <a:srgbClr val="000F47"/>
                </a:solidFill>
                <a:ea typeface="Calibri" pitchFamily="34" charset="-122"/>
                <a:cs typeface="Calibri" pitchFamily="34" charset="-120"/>
              </a:rPr>
              <a:t>%), lifting share to </a:t>
            </a:r>
            <a:r>
              <a:rPr lang="en-US" sz="1200" dirty="0" err="1">
                <a:solidFill>
                  <a:srgbClr val="000F47"/>
                </a:solidFill>
                <a:ea typeface="Calibri" pitchFamily="34" charset="-122"/>
                <a:cs typeface="Calibri" pitchFamily="34" charset="-120"/>
              </a:rPr>
              <a:t>x.x</a:t>
            </a:r>
            <a:r>
              <a:rPr lang="en-US" sz="1200" dirty="0">
                <a:solidFill>
                  <a:srgbClr val="000F47"/>
                </a:solidFill>
                <a:ea typeface="Calibri" pitchFamily="34" charset="-122"/>
                <a:cs typeface="Calibri" pitchFamily="34" charset="-120"/>
              </a:rPr>
              <a:t>% and rank to #x from #x.</a:t>
            </a:r>
            <a:r>
              <a:rPr lang="en-US" sz="1200" dirty="0"/>
              <a:t> </a:t>
            </a:r>
            <a:r>
              <a:rPr lang="en-US" sz="1200" dirty="0">
                <a:solidFill>
                  <a:srgbClr val="000F47"/>
                </a:solidFill>
                <a:ea typeface="Calibri" pitchFamily="34" charset="-122"/>
                <a:cs typeface="Calibri" pitchFamily="34" charset="-120"/>
              </a:rPr>
              <a:t>FINPRO holds the #x ranked carrier position in both Hong Kong and Singapore despite a modest premium pullback. Service quality is stable at </a:t>
            </a:r>
            <a:r>
              <a:rPr lang="en-US" sz="1200" dirty="0" err="1">
                <a:solidFill>
                  <a:srgbClr val="000F47"/>
                </a:solidFill>
                <a:ea typeface="Calibri" pitchFamily="34" charset="-122"/>
                <a:cs typeface="Calibri" pitchFamily="34" charset="-120"/>
              </a:rPr>
              <a:t>x.x</a:t>
            </a:r>
            <a:r>
              <a:rPr lang="en-US" sz="1200" dirty="0">
                <a:solidFill>
                  <a:srgbClr val="000F47"/>
                </a:solidFill>
                <a:ea typeface="Calibri" pitchFamily="34" charset="-122"/>
                <a:cs typeface="Calibri" pitchFamily="34" charset="-120"/>
              </a:rPr>
              <a:t> on the Marsh carrier survey, consistent with prior year across underwriting, claims and client focus.</a:t>
            </a:r>
            <a:endParaRPr lang="en-US" sz="1100" dirty="0"/>
          </a:p>
        </p:txBody>
      </p:sp>
      <p:sp>
        <p:nvSpPr>
          <p:cNvPr id="50" name="Text 27">
            <a:extLst>
              <a:ext uri="{FF2B5EF4-FFF2-40B4-BE49-F238E27FC236}">
                <a16:creationId xmlns:a16="http://schemas.microsoft.com/office/drawing/2014/main" id="{A1228CEC-BA62-6319-C3D2-134E02921D0E}"/>
              </a:ext>
            </a:extLst>
          </p:cNvPr>
          <p:cNvSpPr/>
          <p:nvPr/>
        </p:nvSpPr>
        <p:spPr>
          <a:xfrm>
            <a:off x="7593742" y="2425420"/>
            <a:ext cx="65" cy="184666"/>
          </a:xfrm>
          <a:prstGeom prst="rect">
            <a:avLst/>
          </a:prstGeom>
          <a:noFill/>
          <a:ln/>
        </p:spPr>
        <p:txBody>
          <a:bodyPr wrap="none" lIns="0" tIns="0" rIns="0" bIns="0" rtlCol="0" anchor="ctr">
            <a:spAutoFit/>
          </a:bodyPr>
          <a:lstStyle/>
          <a:p>
            <a:pPr marL="0" indent="0">
              <a:buNone/>
            </a:pPr>
            <a:endParaRPr lang="en-US" sz="1200" dirty="0">
              <a:latin typeface="+mj-lt"/>
            </a:endParaRPr>
          </a:p>
        </p:txBody>
      </p:sp>
      <p:sp>
        <p:nvSpPr>
          <p:cNvPr id="6" name="Pentagon 63">
            <a:extLst>
              <a:ext uri="{FF2B5EF4-FFF2-40B4-BE49-F238E27FC236}">
                <a16:creationId xmlns:a16="http://schemas.microsoft.com/office/drawing/2014/main" id="{4BD53F1B-60C7-C65F-D923-50485127547B}"/>
              </a:ext>
            </a:extLst>
          </p:cNvPr>
          <p:cNvSpPr/>
          <p:nvPr/>
        </p:nvSpPr>
        <p:spPr>
          <a:xfrm>
            <a:off x="457200" y="1766346"/>
            <a:ext cx="11064383" cy="369332"/>
          </a:xfrm>
          <a:prstGeom prst="homePlat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18288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tx1"/>
                </a:solidFill>
                <a:effectLst/>
                <a:uLnTx/>
                <a:uFillTx/>
                <a:latin typeface="+mj-lt"/>
                <a:ea typeface="+mn-ea"/>
                <a:cs typeface="+mn-cs"/>
              </a:rPr>
              <a:t>Summary</a:t>
            </a:r>
          </a:p>
        </p:txBody>
      </p:sp>
    </p:spTree>
    <p:extLst>
      <p:ext uri="{BB962C8B-B14F-4D97-AF65-F5344CB8AC3E}">
        <p14:creationId xmlns:p14="http://schemas.microsoft.com/office/powerpoint/2010/main" val="94589902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EBB4-3735-13C2-C4F0-F5C7E02B945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096E944-DE21-58CF-37A0-C112FD551026}"/>
              </a:ext>
            </a:extLst>
          </p:cNvPr>
          <p:cNvSpPr/>
          <p:nvPr/>
        </p:nvSpPr>
        <p:spPr>
          <a:xfrm>
            <a:off x="4189789" y="1340663"/>
            <a:ext cx="3892688" cy="2183358"/>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sp>
        <p:nvSpPr>
          <p:cNvPr id="36" name="Rectangle 35">
            <a:extLst>
              <a:ext uri="{FF2B5EF4-FFF2-40B4-BE49-F238E27FC236}">
                <a16:creationId xmlns:a16="http://schemas.microsoft.com/office/drawing/2014/main" id="{77B24524-D40B-7E61-8529-3C645F2DAC8D}"/>
              </a:ext>
            </a:extLst>
          </p:cNvPr>
          <p:cNvSpPr/>
          <p:nvPr/>
        </p:nvSpPr>
        <p:spPr>
          <a:xfrm>
            <a:off x="457201" y="1340663"/>
            <a:ext cx="3604780" cy="2183358"/>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sp>
        <p:nvSpPr>
          <p:cNvPr id="4" name="Slide Number Placeholder 3">
            <a:extLst>
              <a:ext uri="{FF2B5EF4-FFF2-40B4-BE49-F238E27FC236}">
                <a16:creationId xmlns:a16="http://schemas.microsoft.com/office/drawing/2014/main" id="{443C74A8-C27A-CAEB-CCBC-26CCD459063F}"/>
              </a:ext>
            </a:extLst>
          </p:cNvPr>
          <p:cNvSpPr>
            <a:spLocks noGrp="1"/>
          </p:cNvSpPr>
          <p:nvPr>
            <p:ph type="sldNum" sz="quarter" idx="15"/>
          </p:nvPr>
        </p:nvSpPr>
        <p:spPr>
          <a:xfrm>
            <a:off x="11368800" y="6620400"/>
            <a:ext cx="363600" cy="108000"/>
          </a:xfrm>
        </p:spPr>
        <p:txBody>
          <a:bodyPr/>
          <a:lstStyle/>
          <a:p>
            <a:fld id="{CC823384-2074-4C75-9031-ACAC8BCA8354}" type="slidenum">
              <a:rPr lang="en-US" smtClean="0"/>
              <a:pPr/>
              <a:t>3</a:t>
            </a:fld>
            <a:endParaRPr lang="en-US" dirty="0"/>
          </a:p>
        </p:txBody>
      </p:sp>
      <p:grpSp>
        <p:nvGrpSpPr>
          <p:cNvPr id="2" name="Group 1">
            <a:extLst>
              <a:ext uri="{FF2B5EF4-FFF2-40B4-BE49-F238E27FC236}">
                <a16:creationId xmlns:a16="http://schemas.microsoft.com/office/drawing/2014/main" id="{62C5C376-4351-0AEB-1956-E185471E4B90}"/>
              </a:ext>
            </a:extLst>
          </p:cNvPr>
          <p:cNvGrpSpPr/>
          <p:nvPr/>
        </p:nvGrpSpPr>
        <p:grpSpPr>
          <a:xfrm>
            <a:off x="457200" y="380999"/>
            <a:ext cx="11277600" cy="847437"/>
            <a:chOff x="457200" y="381000"/>
            <a:chExt cx="11277600" cy="1430190"/>
          </a:xfrm>
        </p:grpSpPr>
        <p:sp>
          <p:nvSpPr>
            <p:cNvPr id="11" name="Rectangle 10">
              <a:extLst>
                <a:ext uri="{FF2B5EF4-FFF2-40B4-BE49-F238E27FC236}">
                  <a16:creationId xmlns:a16="http://schemas.microsoft.com/office/drawing/2014/main" id="{FCE136B1-D7AE-471C-5D89-A8815611CC98}"/>
                </a:ext>
              </a:extLst>
            </p:cNvPr>
            <p:cNvSpPr/>
            <p:nvPr/>
          </p:nvSpPr>
          <p:spPr>
            <a:xfrm>
              <a:off x="457200" y="381000"/>
              <a:ext cx="11277600" cy="143019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sp>
          <p:nvSpPr>
            <p:cNvPr id="14" name="Rectangle 13">
              <a:extLst>
                <a:ext uri="{FF2B5EF4-FFF2-40B4-BE49-F238E27FC236}">
                  <a16:creationId xmlns:a16="http://schemas.microsoft.com/office/drawing/2014/main" id="{6F4407EB-9327-1C0F-4C81-9A614CFA6690}"/>
                </a:ext>
              </a:extLst>
            </p:cNvPr>
            <p:cNvSpPr/>
            <p:nvPr/>
          </p:nvSpPr>
          <p:spPr>
            <a:xfrm>
              <a:off x="460378" y="381000"/>
              <a:ext cx="10387732" cy="1430189"/>
            </a:xfrm>
            <a:prstGeom prst="rect">
              <a:avLst/>
            </a:prstGeom>
            <a:gradFill flip="none" rotWithShape="1">
              <a:gsLst>
                <a:gs pos="34000">
                  <a:srgbClr val="000F47"/>
                </a:gs>
                <a:gs pos="6000">
                  <a:srgbClr val="000F47">
                    <a:alpha val="19000"/>
                  </a:srgbClr>
                </a:gs>
                <a:gs pos="0">
                  <a:srgbClr val="000F47">
                    <a:alpha val="0"/>
                  </a:srgbClr>
                </a:gs>
                <a:gs pos="100000">
                  <a:srgbClr val="000F47"/>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grpSp>
      <p:sp>
        <p:nvSpPr>
          <p:cNvPr id="3" name="Title 2">
            <a:extLst>
              <a:ext uri="{FF2B5EF4-FFF2-40B4-BE49-F238E27FC236}">
                <a16:creationId xmlns:a16="http://schemas.microsoft.com/office/drawing/2014/main" id="{0B0E1826-A260-B00F-3589-74FCCE285744}"/>
              </a:ext>
            </a:extLst>
          </p:cNvPr>
          <p:cNvSpPr>
            <a:spLocks noGrp="1"/>
          </p:cNvSpPr>
          <p:nvPr>
            <p:ph type="title"/>
          </p:nvPr>
        </p:nvSpPr>
        <p:spPr>
          <a:xfrm>
            <a:off x="816759" y="547926"/>
            <a:ext cx="10266877" cy="430887"/>
          </a:xfrm>
        </p:spPr>
        <p:txBody>
          <a:bodyPr wrap="square">
            <a:spAutoFit/>
          </a:bodyPr>
          <a:lstStyle/>
          <a:p>
            <a:r>
              <a:rPr lang="en-US" sz="2800" b="1" dirty="0">
                <a:solidFill>
                  <a:schemeClr val="accent5"/>
                </a:solidFill>
              </a:rPr>
              <a:t>Carrier ABC — Portfolio &amp; Market Performance Detail</a:t>
            </a:r>
          </a:p>
        </p:txBody>
      </p:sp>
      <p:graphicFrame>
        <p:nvGraphicFramePr>
          <p:cNvPr id="9" name="Chart 8">
            <a:extLst>
              <a:ext uri="{FF2B5EF4-FFF2-40B4-BE49-F238E27FC236}">
                <a16:creationId xmlns:a16="http://schemas.microsoft.com/office/drawing/2014/main" id="{2009E867-9528-7124-E32C-1E98BEFDD88E}"/>
              </a:ext>
            </a:extLst>
          </p:cNvPr>
          <p:cNvGraphicFramePr/>
          <p:nvPr>
            <p:extLst>
              <p:ext uri="{D42A27DB-BD31-4B8C-83A1-F6EECF244321}">
                <p14:modId xmlns:p14="http://schemas.microsoft.com/office/powerpoint/2010/main" val="989019340"/>
              </p:ext>
            </p:extLst>
          </p:nvPr>
        </p:nvGraphicFramePr>
        <p:xfrm>
          <a:off x="695231" y="1531639"/>
          <a:ext cx="3806949" cy="1806476"/>
        </p:xfrm>
        <a:graphic>
          <a:graphicData uri="http://schemas.openxmlformats.org/drawingml/2006/chart">
            <c:chart xmlns:c="http://schemas.openxmlformats.org/drawingml/2006/chart" xmlns:r="http://schemas.openxmlformats.org/officeDocument/2006/relationships" r:id="rId4"/>
          </a:graphicData>
        </a:graphic>
      </p:graphicFrame>
      <p:sp>
        <p:nvSpPr>
          <p:cNvPr id="12" name="Pentagon 63">
            <a:extLst>
              <a:ext uri="{FF2B5EF4-FFF2-40B4-BE49-F238E27FC236}">
                <a16:creationId xmlns:a16="http://schemas.microsoft.com/office/drawing/2014/main" id="{042C57B8-8ADC-0AC0-9287-54CAE4F5C902}"/>
              </a:ext>
            </a:extLst>
          </p:cNvPr>
          <p:cNvSpPr/>
          <p:nvPr/>
        </p:nvSpPr>
        <p:spPr>
          <a:xfrm>
            <a:off x="457200" y="1459247"/>
            <a:ext cx="2710873" cy="320098"/>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mj-lt"/>
                <a:ea typeface="+mn-ea"/>
                <a:cs typeface="+mn-cs"/>
              </a:rPr>
              <a:t>Carrier Premium vs Peers</a:t>
            </a:r>
          </a:p>
        </p:txBody>
      </p:sp>
      <p:sp>
        <p:nvSpPr>
          <p:cNvPr id="13" name="Pentagon 63">
            <a:extLst>
              <a:ext uri="{FF2B5EF4-FFF2-40B4-BE49-F238E27FC236}">
                <a16:creationId xmlns:a16="http://schemas.microsoft.com/office/drawing/2014/main" id="{5852FEA7-CEBE-D532-8AA7-035ABC1911E3}"/>
              </a:ext>
            </a:extLst>
          </p:cNvPr>
          <p:cNvSpPr/>
          <p:nvPr/>
        </p:nvSpPr>
        <p:spPr>
          <a:xfrm>
            <a:off x="4189788" y="1459247"/>
            <a:ext cx="2710873" cy="320098"/>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mj-lt"/>
                <a:ea typeface="+mn-ea"/>
                <a:cs typeface="+mn-cs"/>
              </a:rPr>
              <a:t>Carrier SoW vs Peers </a:t>
            </a:r>
          </a:p>
        </p:txBody>
      </p:sp>
      <p:graphicFrame>
        <p:nvGraphicFramePr>
          <p:cNvPr id="25" name="Chart 24">
            <a:extLst>
              <a:ext uri="{FF2B5EF4-FFF2-40B4-BE49-F238E27FC236}">
                <a16:creationId xmlns:a16="http://schemas.microsoft.com/office/drawing/2014/main" id="{4D55F2E2-3712-20F3-431C-A1C07DFC80B4}"/>
              </a:ext>
            </a:extLst>
          </p:cNvPr>
          <p:cNvGraphicFramePr/>
          <p:nvPr>
            <p:extLst>
              <p:ext uri="{D42A27DB-BD31-4B8C-83A1-F6EECF244321}">
                <p14:modId xmlns:p14="http://schemas.microsoft.com/office/powerpoint/2010/main" val="1352799700"/>
              </p:ext>
            </p:extLst>
          </p:nvPr>
        </p:nvGraphicFramePr>
        <p:xfrm>
          <a:off x="4061980" y="1405381"/>
          <a:ext cx="4796670" cy="2183358"/>
        </p:xfrm>
        <a:graphic>
          <a:graphicData uri="http://schemas.openxmlformats.org/drawingml/2006/chart">
            <c:chart xmlns:c="http://schemas.openxmlformats.org/drawingml/2006/chart" xmlns:r="http://schemas.openxmlformats.org/officeDocument/2006/relationships" r:id="rId5"/>
          </a:graphicData>
        </a:graphic>
      </p:graphicFrame>
      <p:sp>
        <p:nvSpPr>
          <p:cNvPr id="7" name="Rectangle 6">
            <a:extLst>
              <a:ext uri="{FF2B5EF4-FFF2-40B4-BE49-F238E27FC236}">
                <a16:creationId xmlns:a16="http://schemas.microsoft.com/office/drawing/2014/main" id="{D9C26A06-29C2-0E08-F6C8-B60447EF6AFC}"/>
              </a:ext>
            </a:extLst>
          </p:cNvPr>
          <p:cNvSpPr/>
          <p:nvPr/>
        </p:nvSpPr>
        <p:spPr>
          <a:xfrm>
            <a:off x="8257828" y="1340662"/>
            <a:ext cx="3476973" cy="2183359"/>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bg1"/>
              </a:solidFill>
            </a:endParaRPr>
          </a:p>
        </p:txBody>
      </p:sp>
      <p:graphicFrame>
        <p:nvGraphicFramePr>
          <p:cNvPr id="10" name="Table 0">
            <a:extLst>
              <a:ext uri="{FF2B5EF4-FFF2-40B4-BE49-F238E27FC236}">
                <a16:creationId xmlns:a16="http://schemas.microsoft.com/office/drawing/2014/main" id="{5A0CE528-5FA7-0D83-3019-1708B46526D6}"/>
              </a:ext>
            </a:extLst>
          </p:cNvPr>
          <p:cNvGraphicFramePr>
            <a:graphicFrameLocks noGrp="1"/>
          </p:cNvGraphicFramePr>
          <p:nvPr>
            <p:extLst>
              <p:ext uri="{D42A27DB-BD31-4B8C-83A1-F6EECF244321}">
                <p14:modId xmlns:p14="http://schemas.microsoft.com/office/powerpoint/2010/main" val="53004775"/>
              </p:ext>
            </p:extLst>
          </p:nvPr>
        </p:nvGraphicFramePr>
        <p:xfrm>
          <a:off x="8393555" y="1485269"/>
          <a:ext cx="3225790" cy="1835732"/>
        </p:xfrm>
        <a:graphic>
          <a:graphicData uri="http://schemas.openxmlformats.org/drawingml/2006/table">
            <a:tbl>
              <a:tblPr/>
              <a:tblGrid>
                <a:gridCol w="1612895">
                  <a:extLst>
                    <a:ext uri="{9D8B030D-6E8A-4147-A177-3AD203B41FA5}">
                      <a16:colId xmlns:a16="http://schemas.microsoft.com/office/drawing/2014/main" val="20000"/>
                    </a:ext>
                  </a:extLst>
                </a:gridCol>
                <a:gridCol w="1612895">
                  <a:extLst>
                    <a:ext uri="{9D8B030D-6E8A-4147-A177-3AD203B41FA5}">
                      <a16:colId xmlns:a16="http://schemas.microsoft.com/office/drawing/2014/main" val="20004"/>
                    </a:ext>
                  </a:extLst>
                </a:gridCol>
              </a:tblGrid>
              <a:tr h="340062">
                <a:tc>
                  <a:txBody>
                    <a:bodyPr/>
                    <a:lstStyle/>
                    <a:p>
                      <a:pPr marL="0" indent="0" algn="l">
                        <a:buNone/>
                      </a:pPr>
                      <a:r>
                        <a:rPr lang="en-US" sz="1200" b="1" dirty="0">
                          <a:solidFill>
                            <a:schemeClr val="bg1"/>
                          </a:solidFill>
                          <a:latin typeface="+mj-lt"/>
                          <a:ea typeface="Calibri" pitchFamily="34" charset="-122"/>
                          <a:cs typeface="Calibri" pitchFamily="34" charset="-120"/>
                        </a:rPr>
                        <a:t>Country</a:t>
                      </a:r>
                      <a:endParaRPr lang="en-US" sz="1200" dirty="0">
                        <a:solidFill>
                          <a:schemeClr val="bg1"/>
                        </a:solidFill>
                        <a:latin typeface="+mj-lt"/>
                        <a:ea typeface="Calibri" charset="0"/>
                        <a:cs typeface="Calibri" charset="0"/>
                      </a:endParaRPr>
                    </a:p>
                  </a:txBody>
                  <a:tcPr marL="457200" anchor="ctr">
                    <a:lnL w="6350" cap="flat" cmpd="sng" algn="ctr">
                      <a:solidFill>
                        <a:srgbClr val="CBD5E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CBD5E1"/>
                      </a:solidFill>
                      <a:prstDash val="solid"/>
                      <a:round/>
                      <a:headEnd type="none" w="med" len="med"/>
                      <a:tailEnd type="none" w="med" len="med"/>
                    </a:lnT>
                    <a:lnB w="38100" cap="flat" cmpd="sng" algn="ctr">
                      <a:noFill/>
                      <a:prstDash val="solid"/>
                      <a:round/>
                      <a:headEnd type="none" w="med" len="med"/>
                      <a:tailEnd type="none" w="med" len="med"/>
                    </a:lnB>
                    <a:solidFill>
                      <a:srgbClr val="000F47"/>
                    </a:solidFill>
                  </a:tcPr>
                </a:tc>
                <a:tc>
                  <a:txBody>
                    <a:bodyPr/>
                    <a:lstStyle/>
                    <a:p>
                      <a:pPr marL="0" indent="0" algn="l">
                        <a:buNone/>
                      </a:pPr>
                      <a:r>
                        <a:rPr lang="en-US" sz="1200" b="1" dirty="0">
                          <a:solidFill>
                            <a:schemeClr val="bg1"/>
                          </a:solidFill>
                          <a:latin typeface="+mj-lt"/>
                          <a:ea typeface="Calibri" pitchFamily="34" charset="-122"/>
                          <a:cs typeface="Calibri" pitchFamily="34" charset="-120"/>
                        </a:rPr>
                        <a:t>Rank</a:t>
                      </a:r>
                      <a:endParaRPr lang="en-US" sz="1200" dirty="0">
                        <a:solidFill>
                          <a:schemeClr val="bg1"/>
                        </a:solidFill>
                        <a:latin typeface="+mj-lt"/>
                        <a:ea typeface="Calibri" charset="0"/>
                        <a:cs typeface="Calibri" charset="0"/>
                      </a:endParaRPr>
                    </a:p>
                  </a:txBody>
                  <a:tcPr marL="457200" anchor="ctr">
                    <a:lnL w="6350" cap="flat" cmpd="sng" algn="ctr">
                      <a:solidFill>
                        <a:schemeClr val="bg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38100" cap="flat" cmpd="sng" algn="ctr">
                      <a:noFill/>
                      <a:prstDash val="solid"/>
                      <a:round/>
                      <a:headEnd type="none" w="med" len="med"/>
                      <a:tailEnd type="none" w="med" len="med"/>
                    </a:lnB>
                    <a:solidFill>
                      <a:srgbClr val="000F47"/>
                    </a:solidFill>
                  </a:tcPr>
                </a:tc>
                <a:extLst>
                  <a:ext uri="{0D108BD9-81ED-4DB2-BD59-A6C34878D82A}">
                    <a16:rowId xmlns:a16="http://schemas.microsoft.com/office/drawing/2014/main" val="10000"/>
                  </a:ext>
                </a:extLst>
              </a:tr>
              <a:tr h="299134">
                <a:tc>
                  <a:txBody>
                    <a:bodyPr/>
                    <a:lstStyle/>
                    <a:p>
                      <a:pPr marL="0" indent="0" algn="l">
                        <a:buNone/>
                      </a:pPr>
                      <a:r>
                        <a:rPr lang="en-US" sz="1050" b="1" dirty="0">
                          <a:solidFill>
                            <a:srgbClr val="000F47"/>
                          </a:solidFill>
                          <a:latin typeface="+mn-lt"/>
                          <a:ea typeface="Calibri" pitchFamily="34" charset="-122"/>
                          <a:cs typeface="Calibri" pitchFamily="34" charset="-120"/>
                        </a:rPr>
                        <a:t>Singapore</a:t>
                      </a:r>
                      <a:endParaRPr lang="en-US" sz="1050" b="1" dirty="0">
                        <a:latin typeface="+mn-lt"/>
                        <a:ea typeface="Calibri" charset="0"/>
                        <a:cs typeface="Calibri" charset="0"/>
                      </a:endParaRPr>
                    </a:p>
                  </a:txBody>
                  <a:tcPr marL="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000"/>
                      </a:schemeClr>
                    </a:solidFill>
                  </a:tcPr>
                </a:tc>
                <a:tc>
                  <a:txBody>
                    <a:bodyPr/>
                    <a:lstStyle/>
                    <a:p>
                      <a:pPr marL="0" indent="0" algn="l">
                        <a:buNone/>
                      </a:pPr>
                      <a:r>
                        <a:rPr lang="en-US" sz="1050" b="1" dirty="0">
                          <a:solidFill>
                            <a:srgbClr val="000F47"/>
                          </a:solidFill>
                          <a:latin typeface="+mn-lt"/>
                          <a:ea typeface="Calibri" pitchFamily="34" charset="-122"/>
                          <a:cs typeface="Calibri" pitchFamily="34" charset="-120"/>
                        </a:rPr>
                        <a:t>#6 (+1)</a:t>
                      </a:r>
                      <a:endParaRPr lang="en-US" sz="1050" b="1" dirty="0">
                        <a:latin typeface="+mn-lt"/>
                        <a:ea typeface="Calibri" charset="0"/>
                        <a:cs typeface="Calibri" charset="0"/>
                      </a:endParaRPr>
                    </a:p>
                  </a:txBody>
                  <a:tcPr marL="27432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000"/>
                      </a:schemeClr>
                    </a:solidFill>
                  </a:tcPr>
                </a:tc>
                <a:extLst>
                  <a:ext uri="{0D108BD9-81ED-4DB2-BD59-A6C34878D82A}">
                    <a16:rowId xmlns:a16="http://schemas.microsoft.com/office/drawing/2014/main" val="10001"/>
                  </a:ext>
                </a:extLst>
              </a:tr>
              <a:tr h="299134">
                <a:tc>
                  <a:txBody>
                    <a:bodyPr/>
                    <a:lstStyle/>
                    <a:p>
                      <a:pPr marL="0" indent="0" algn="l">
                        <a:buNone/>
                      </a:pPr>
                      <a:r>
                        <a:rPr lang="en-US" sz="1050" b="1" dirty="0">
                          <a:solidFill>
                            <a:srgbClr val="000F47"/>
                          </a:solidFill>
                          <a:latin typeface="+mn-lt"/>
                          <a:ea typeface="Calibri" pitchFamily="34" charset="-122"/>
                          <a:cs typeface="Calibri" pitchFamily="34" charset="-120"/>
                        </a:rPr>
                        <a:t>Country</a:t>
                      </a:r>
                      <a:endParaRPr lang="en-US" sz="1050" b="1" dirty="0">
                        <a:latin typeface="+mn-lt"/>
                        <a:ea typeface="Calibri" charset="0"/>
                        <a:cs typeface="Calibri" charset="0"/>
                      </a:endParaRPr>
                    </a:p>
                  </a:txBody>
                  <a:tcPr marL="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marL="0" indent="0" algn="l">
                        <a:buNone/>
                      </a:pPr>
                      <a:r>
                        <a:rPr lang="en-US" sz="1050" b="1" dirty="0">
                          <a:solidFill>
                            <a:srgbClr val="000F47"/>
                          </a:solidFill>
                          <a:latin typeface="+mn-lt"/>
                          <a:ea typeface="Calibri" pitchFamily="34" charset="-122"/>
                          <a:cs typeface="Calibri" pitchFamily="34" charset="-120"/>
                        </a:rPr>
                        <a:t>#XX (+X)</a:t>
                      </a:r>
                      <a:endParaRPr lang="en-US" sz="1050" b="1" dirty="0">
                        <a:latin typeface="+mn-lt"/>
                        <a:ea typeface="Calibri" charset="0"/>
                        <a:cs typeface="Calibri" charset="0"/>
                      </a:endParaRPr>
                    </a:p>
                  </a:txBody>
                  <a:tcPr marL="27432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510825809"/>
                  </a:ext>
                </a:extLst>
              </a:tr>
              <a:tr h="299134">
                <a:tc>
                  <a:txBody>
                    <a:bodyPr/>
                    <a:lstStyle/>
                    <a:p>
                      <a:pPr marL="0" indent="0" algn="l">
                        <a:buNone/>
                      </a:pPr>
                      <a:r>
                        <a:rPr lang="en-US" sz="1050" b="1" dirty="0">
                          <a:solidFill>
                            <a:srgbClr val="000F47"/>
                          </a:solidFill>
                          <a:latin typeface="+mn-lt"/>
                          <a:ea typeface="Calibri" pitchFamily="34" charset="-122"/>
                          <a:cs typeface="Calibri" pitchFamily="34" charset="-120"/>
                        </a:rPr>
                        <a:t>Country</a:t>
                      </a:r>
                      <a:endParaRPr lang="en-US" sz="1050" b="1" dirty="0">
                        <a:latin typeface="+mn-lt"/>
                        <a:ea typeface="Calibri" charset="0"/>
                        <a:cs typeface="Calibri" charset="0"/>
                      </a:endParaRPr>
                    </a:p>
                  </a:txBody>
                  <a:tcPr marL="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000"/>
                      </a:schemeClr>
                    </a:solidFill>
                  </a:tcPr>
                </a:tc>
                <a:tc>
                  <a:txBody>
                    <a:bodyPr/>
                    <a:lstStyle/>
                    <a:p>
                      <a:pPr marL="0" indent="0" algn="l">
                        <a:buNone/>
                      </a:pPr>
                      <a:r>
                        <a:rPr lang="en-US" sz="1050" b="1" dirty="0">
                          <a:solidFill>
                            <a:srgbClr val="000F47"/>
                          </a:solidFill>
                          <a:latin typeface="+mn-lt"/>
                          <a:ea typeface="Calibri" pitchFamily="34" charset="-122"/>
                          <a:cs typeface="Calibri" pitchFamily="34" charset="-120"/>
                        </a:rPr>
                        <a:t>#XX (+X)</a:t>
                      </a:r>
                      <a:endParaRPr lang="en-US" sz="1050" b="1" dirty="0">
                        <a:latin typeface="+mn-lt"/>
                        <a:ea typeface="Calibri" charset="0"/>
                        <a:cs typeface="Calibri" charset="0"/>
                      </a:endParaRPr>
                    </a:p>
                  </a:txBody>
                  <a:tcPr marL="27432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000"/>
                      </a:schemeClr>
                    </a:solidFill>
                  </a:tcPr>
                </a:tc>
                <a:extLst>
                  <a:ext uri="{0D108BD9-81ED-4DB2-BD59-A6C34878D82A}">
                    <a16:rowId xmlns:a16="http://schemas.microsoft.com/office/drawing/2014/main" val="25578244"/>
                  </a:ext>
                </a:extLst>
              </a:tr>
              <a:tr h="299134">
                <a:tc>
                  <a:txBody>
                    <a:bodyPr/>
                    <a:lstStyle/>
                    <a:p>
                      <a:pPr marL="0" indent="0" algn="l">
                        <a:buNone/>
                      </a:pPr>
                      <a:r>
                        <a:rPr lang="en-US" sz="1050" b="1" dirty="0">
                          <a:solidFill>
                            <a:srgbClr val="000F47"/>
                          </a:solidFill>
                          <a:latin typeface="+mn-lt"/>
                          <a:ea typeface="Calibri" pitchFamily="34" charset="-122"/>
                          <a:cs typeface="Calibri" pitchFamily="34" charset="-120"/>
                        </a:rPr>
                        <a:t>Country</a:t>
                      </a:r>
                      <a:endParaRPr lang="en-US" sz="1050" b="1" dirty="0">
                        <a:latin typeface="+mn-lt"/>
                        <a:ea typeface="Calibri" charset="0"/>
                        <a:cs typeface="Calibri" charset="0"/>
                      </a:endParaRPr>
                    </a:p>
                  </a:txBody>
                  <a:tcPr marL="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marL="0" indent="0" algn="l">
                        <a:buNone/>
                      </a:pPr>
                      <a:r>
                        <a:rPr lang="en-US" sz="1050" b="1" dirty="0">
                          <a:solidFill>
                            <a:srgbClr val="000F47"/>
                          </a:solidFill>
                          <a:latin typeface="+mn-lt"/>
                          <a:ea typeface="Calibri" pitchFamily="34" charset="-122"/>
                          <a:cs typeface="Calibri" pitchFamily="34" charset="-120"/>
                        </a:rPr>
                        <a:t>#XX (+X)</a:t>
                      </a:r>
                      <a:endParaRPr lang="en-US" sz="1050" b="1" dirty="0">
                        <a:latin typeface="+mn-lt"/>
                        <a:ea typeface="Calibri" charset="0"/>
                        <a:cs typeface="Calibri" charset="0"/>
                      </a:endParaRPr>
                    </a:p>
                  </a:txBody>
                  <a:tcPr marL="27432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1923582764"/>
                  </a:ext>
                </a:extLst>
              </a:tr>
              <a:tr h="299134">
                <a:tc>
                  <a:txBody>
                    <a:bodyPr/>
                    <a:lstStyle/>
                    <a:p>
                      <a:pPr marL="0" indent="0" algn="l">
                        <a:buNone/>
                      </a:pPr>
                      <a:r>
                        <a:rPr lang="en-US" sz="1050" b="1" dirty="0">
                          <a:solidFill>
                            <a:srgbClr val="000F47"/>
                          </a:solidFill>
                          <a:latin typeface="+mn-lt"/>
                          <a:ea typeface="Calibri" pitchFamily="34" charset="-122"/>
                          <a:cs typeface="Calibri" pitchFamily="34" charset="-120"/>
                        </a:rPr>
                        <a:t>Country</a:t>
                      </a:r>
                      <a:endParaRPr lang="en-US" sz="1050" b="1" dirty="0">
                        <a:latin typeface="+mn-lt"/>
                        <a:ea typeface="Calibri" charset="0"/>
                        <a:cs typeface="Calibri" charset="0"/>
                      </a:endParaRPr>
                    </a:p>
                  </a:txBody>
                  <a:tcPr marL="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10000"/>
                      </a:schemeClr>
                    </a:solidFill>
                  </a:tcPr>
                </a:tc>
                <a:tc>
                  <a:txBody>
                    <a:bodyPr/>
                    <a:lstStyle/>
                    <a:p>
                      <a:pPr marL="0" indent="0" algn="l">
                        <a:buNone/>
                      </a:pPr>
                      <a:r>
                        <a:rPr lang="en-US" sz="1050" b="1" dirty="0">
                          <a:solidFill>
                            <a:srgbClr val="000F47"/>
                          </a:solidFill>
                          <a:latin typeface="+mn-lt"/>
                          <a:ea typeface="Calibri" pitchFamily="34" charset="-122"/>
                          <a:cs typeface="Calibri" pitchFamily="34" charset="-120"/>
                        </a:rPr>
                        <a:t>#XX (+X)</a:t>
                      </a:r>
                      <a:endParaRPr lang="en-US" sz="1050" b="1" dirty="0">
                        <a:latin typeface="+mn-lt"/>
                        <a:ea typeface="Calibri" charset="0"/>
                        <a:cs typeface="Calibri" charset="0"/>
                      </a:endParaRPr>
                    </a:p>
                  </a:txBody>
                  <a:tcPr marL="27432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10000"/>
                      </a:schemeClr>
                    </a:solidFill>
                  </a:tcPr>
                </a:tc>
                <a:extLst>
                  <a:ext uri="{0D108BD9-81ED-4DB2-BD59-A6C34878D82A}">
                    <a16:rowId xmlns:a16="http://schemas.microsoft.com/office/drawing/2014/main" val="1730251609"/>
                  </a:ext>
                </a:extLst>
              </a:tr>
            </a:tbl>
          </a:graphicData>
        </a:graphic>
      </p:graphicFrame>
      <p:sp>
        <p:nvSpPr>
          <p:cNvPr id="15" name="Freeform 5" descr="Map pin with circular base.">
            <a:extLst>
              <a:ext uri="{FF2B5EF4-FFF2-40B4-BE49-F238E27FC236}">
                <a16:creationId xmlns:a16="http://schemas.microsoft.com/office/drawing/2014/main" id="{9DBC4895-C0EF-A8A3-8283-53094507A286}"/>
              </a:ext>
            </a:extLst>
          </p:cNvPr>
          <p:cNvSpPr>
            <a:spLocks noChangeAspect="1" noEditPoints="1"/>
          </p:cNvSpPr>
          <p:nvPr>
            <p:custDataLst>
              <p:custData r:id="rId1"/>
            </p:custDataLst>
          </p:nvPr>
        </p:nvSpPr>
        <p:spPr bwMode="auto">
          <a:xfrm>
            <a:off x="8529365" y="1539090"/>
            <a:ext cx="144408" cy="211129"/>
          </a:xfrm>
          <a:custGeom>
            <a:avLst/>
            <a:gdLst>
              <a:gd name="T0" fmla="*/ 344 w 688"/>
              <a:gd name="T1" fmla="*/ 753 h 1005"/>
              <a:gd name="T2" fmla="*/ 541 w 688"/>
              <a:gd name="T3" fmla="*/ 540 h 1005"/>
              <a:gd name="T4" fmla="*/ 609 w 688"/>
              <a:gd name="T5" fmla="*/ 348 h 1005"/>
              <a:gd name="T6" fmla="*/ 534 w 688"/>
              <a:gd name="T7" fmla="*/ 155 h 1005"/>
              <a:gd name="T8" fmla="*/ 344 w 688"/>
              <a:gd name="T9" fmla="*/ 79 h 1005"/>
              <a:gd name="T10" fmla="*/ 153 w 688"/>
              <a:gd name="T11" fmla="*/ 155 h 1005"/>
              <a:gd name="T12" fmla="*/ 79 w 688"/>
              <a:gd name="T13" fmla="*/ 348 h 1005"/>
              <a:gd name="T14" fmla="*/ 146 w 688"/>
              <a:gd name="T15" fmla="*/ 540 h 1005"/>
              <a:gd name="T16" fmla="*/ 344 w 688"/>
              <a:gd name="T17" fmla="*/ 753 h 1005"/>
              <a:gd name="T18" fmla="*/ 344 w 688"/>
              <a:gd name="T19" fmla="*/ 853 h 1005"/>
              <a:gd name="T20" fmla="*/ 86 w 688"/>
              <a:gd name="T21" fmla="*/ 593 h 1005"/>
              <a:gd name="T22" fmla="*/ 0 w 688"/>
              <a:gd name="T23" fmla="*/ 348 h 1005"/>
              <a:gd name="T24" fmla="*/ 96 w 688"/>
              <a:gd name="T25" fmla="*/ 98 h 1005"/>
              <a:gd name="T26" fmla="*/ 344 w 688"/>
              <a:gd name="T27" fmla="*/ 0 h 1005"/>
              <a:gd name="T28" fmla="*/ 592 w 688"/>
              <a:gd name="T29" fmla="*/ 98 h 1005"/>
              <a:gd name="T30" fmla="*/ 688 w 688"/>
              <a:gd name="T31" fmla="*/ 348 h 1005"/>
              <a:gd name="T32" fmla="*/ 602 w 688"/>
              <a:gd name="T33" fmla="*/ 593 h 1005"/>
              <a:gd name="T34" fmla="*/ 344 w 688"/>
              <a:gd name="T35" fmla="*/ 853 h 1005"/>
              <a:gd name="T36" fmla="*/ 344 w 688"/>
              <a:gd name="T37" fmla="*/ 440 h 1005"/>
              <a:gd name="T38" fmla="*/ 412 w 688"/>
              <a:gd name="T39" fmla="*/ 412 h 1005"/>
              <a:gd name="T40" fmla="*/ 440 w 688"/>
              <a:gd name="T41" fmla="*/ 344 h 1005"/>
              <a:gd name="T42" fmla="*/ 412 w 688"/>
              <a:gd name="T43" fmla="*/ 276 h 1005"/>
              <a:gd name="T44" fmla="*/ 344 w 688"/>
              <a:gd name="T45" fmla="*/ 248 h 1005"/>
              <a:gd name="T46" fmla="*/ 276 w 688"/>
              <a:gd name="T47" fmla="*/ 276 h 1005"/>
              <a:gd name="T48" fmla="*/ 248 w 688"/>
              <a:gd name="T49" fmla="*/ 344 h 1005"/>
              <a:gd name="T50" fmla="*/ 276 w 688"/>
              <a:gd name="T51" fmla="*/ 412 h 1005"/>
              <a:gd name="T52" fmla="*/ 344 w 688"/>
              <a:gd name="T53" fmla="*/ 440 h 1005"/>
              <a:gd name="T54" fmla="*/ 0 w 688"/>
              <a:gd name="T55" fmla="*/ 1005 h 1005"/>
              <a:gd name="T56" fmla="*/ 0 w 688"/>
              <a:gd name="T57" fmla="*/ 926 h 1005"/>
              <a:gd name="T58" fmla="*/ 688 w 688"/>
              <a:gd name="T59" fmla="*/ 926 h 1005"/>
              <a:gd name="T60" fmla="*/ 688 w 688"/>
              <a:gd name="T61" fmla="*/ 1005 h 1005"/>
              <a:gd name="T62" fmla="*/ 0 w 688"/>
              <a:gd name="T63" fmla="*/ 1005 h 1005"/>
              <a:gd name="T64" fmla="*/ 344 w 688"/>
              <a:gd name="T65" fmla="*/ 344 h 1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8" h="1005">
                <a:moveTo>
                  <a:pt x="344" y="753"/>
                </a:moveTo>
                <a:cubicBezTo>
                  <a:pt x="431" y="679"/>
                  <a:pt x="497" y="609"/>
                  <a:pt x="541" y="540"/>
                </a:cubicBezTo>
                <a:cubicBezTo>
                  <a:pt x="586" y="472"/>
                  <a:pt x="609" y="408"/>
                  <a:pt x="609" y="348"/>
                </a:cubicBezTo>
                <a:cubicBezTo>
                  <a:pt x="609" y="270"/>
                  <a:pt x="584" y="205"/>
                  <a:pt x="534" y="155"/>
                </a:cubicBezTo>
                <a:cubicBezTo>
                  <a:pt x="485" y="105"/>
                  <a:pt x="422" y="79"/>
                  <a:pt x="344" y="79"/>
                </a:cubicBezTo>
                <a:cubicBezTo>
                  <a:pt x="266" y="79"/>
                  <a:pt x="203" y="105"/>
                  <a:pt x="153" y="155"/>
                </a:cubicBezTo>
                <a:cubicBezTo>
                  <a:pt x="104" y="205"/>
                  <a:pt x="79" y="270"/>
                  <a:pt x="79" y="348"/>
                </a:cubicBezTo>
                <a:cubicBezTo>
                  <a:pt x="79" y="408"/>
                  <a:pt x="102" y="472"/>
                  <a:pt x="146" y="540"/>
                </a:cubicBezTo>
                <a:cubicBezTo>
                  <a:pt x="191" y="609"/>
                  <a:pt x="257" y="679"/>
                  <a:pt x="344" y="753"/>
                </a:cubicBezTo>
                <a:close/>
                <a:moveTo>
                  <a:pt x="344" y="853"/>
                </a:moveTo>
                <a:cubicBezTo>
                  <a:pt x="229" y="765"/>
                  <a:pt x="143" y="678"/>
                  <a:pt x="86" y="593"/>
                </a:cubicBezTo>
                <a:cubicBezTo>
                  <a:pt x="29" y="509"/>
                  <a:pt x="0" y="427"/>
                  <a:pt x="0" y="348"/>
                </a:cubicBezTo>
                <a:cubicBezTo>
                  <a:pt x="0" y="247"/>
                  <a:pt x="32" y="163"/>
                  <a:pt x="96" y="98"/>
                </a:cubicBezTo>
                <a:cubicBezTo>
                  <a:pt x="160" y="33"/>
                  <a:pt x="243" y="0"/>
                  <a:pt x="344" y="0"/>
                </a:cubicBezTo>
                <a:cubicBezTo>
                  <a:pt x="445" y="0"/>
                  <a:pt x="528" y="33"/>
                  <a:pt x="592" y="98"/>
                </a:cubicBezTo>
                <a:cubicBezTo>
                  <a:pt x="656" y="163"/>
                  <a:pt x="688" y="247"/>
                  <a:pt x="688" y="348"/>
                </a:cubicBezTo>
                <a:cubicBezTo>
                  <a:pt x="688" y="427"/>
                  <a:pt x="659" y="509"/>
                  <a:pt x="602" y="593"/>
                </a:cubicBezTo>
                <a:cubicBezTo>
                  <a:pt x="544" y="678"/>
                  <a:pt x="458" y="764"/>
                  <a:pt x="344" y="853"/>
                </a:cubicBezTo>
                <a:close/>
                <a:moveTo>
                  <a:pt x="344" y="440"/>
                </a:moveTo>
                <a:cubicBezTo>
                  <a:pt x="370" y="440"/>
                  <a:pt x="393" y="430"/>
                  <a:pt x="412" y="412"/>
                </a:cubicBezTo>
                <a:cubicBezTo>
                  <a:pt x="430" y="393"/>
                  <a:pt x="440" y="370"/>
                  <a:pt x="440" y="344"/>
                </a:cubicBezTo>
                <a:cubicBezTo>
                  <a:pt x="440" y="318"/>
                  <a:pt x="430" y="295"/>
                  <a:pt x="412" y="276"/>
                </a:cubicBezTo>
                <a:cubicBezTo>
                  <a:pt x="393" y="258"/>
                  <a:pt x="370" y="248"/>
                  <a:pt x="344" y="248"/>
                </a:cubicBezTo>
                <a:cubicBezTo>
                  <a:pt x="318" y="248"/>
                  <a:pt x="295" y="258"/>
                  <a:pt x="276" y="276"/>
                </a:cubicBezTo>
                <a:cubicBezTo>
                  <a:pt x="258" y="295"/>
                  <a:pt x="248" y="318"/>
                  <a:pt x="248" y="344"/>
                </a:cubicBezTo>
                <a:cubicBezTo>
                  <a:pt x="248" y="370"/>
                  <a:pt x="258" y="393"/>
                  <a:pt x="276" y="412"/>
                </a:cubicBezTo>
                <a:cubicBezTo>
                  <a:pt x="295" y="430"/>
                  <a:pt x="318" y="440"/>
                  <a:pt x="344" y="440"/>
                </a:cubicBezTo>
                <a:close/>
                <a:moveTo>
                  <a:pt x="0" y="1005"/>
                </a:moveTo>
                <a:lnTo>
                  <a:pt x="0" y="926"/>
                </a:lnTo>
                <a:lnTo>
                  <a:pt x="688" y="926"/>
                </a:lnTo>
                <a:lnTo>
                  <a:pt x="688" y="1005"/>
                </a:lnTo>
                <a:lnTo>
                  <a:pt x="0" y="1005"/>
                </a:lnTo>
                <a:close/>
                <a:moveTo>
                  <a:pt x="344" y="344"/>
                </a:move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0" name="Freeform 9" descr="Half-filled five-point star.">
            <a:extLst>
              <a:ext uri="{FF2B5EF4-FFF2-40B4-BE49-F238E27FC236}">
                <a16:creationId xmlns:a16="http://schemas.microsoft.com/office/drawing/2014/main" id="{2785DDE1-144D-0CCF-90DF-A9A810737BCE}"/>
              </a:ext>
            </a:extLst>
          </p:cNvPr>
          <p:cNvSpPr>
            <a:spLocks noChangeAspect="1" noEditPoints="1"/>
          </p:cNvSpPr>
          <p:nvPr>
            <p:custDataLst>
              <p:custData r:id="rId2"/>
            </p:custDataLst>
          </p:nvPr>
        </p:nvSpPr>
        <p:spPr bwMode="auto">
          <a:xfrm>
            <a:off x="10122835" y="1535018"/>
            <a:ext cx="227922" cy="215201"/>
          </a:xfrm>
          <a:custGeom>
            <a:avLst/>
            <a:gdLst>
              <a:gd name="T0" fmla="*/ 631 w 929"/>
              <a:gd name="T1" fmla="*/ 718 h 883"/>
              <a:gd name="T2" fmla="*/ 588 w 929"/>
              <a:gd name="T3" fmla="*/ 528 h 883"/>
              <a:gd name="T4" fmla="*/ 734 w 929"/>
              <a:gd name="T5" fmla="*/ 401 h 883"/>
              <a:gd name="T6" fmla="*/ 541 w 929"/>
              <a:gd name="T7" fmla="*/ 383 h 883"/>
              <a:gd name="T8" fmla="*/ 465 w 929"/>
              <a:gd name="T9" fmla="*/ 204 h 883"/>
              <a:gd name="T10" fmla="*/ 465 w 929"/>
              <a:gd name="T11" fmla="*/ 616 h 883"/>
              <a:gd name="T12" fmla="*/ 631 w 929"/>
              <a:gd name="T13" fmla="*/ 718 h 883"/>
              <a:gd name="T14" fmla="*/ 177 w 929"/>
              <a:gd name="T15" fmla="*/ 883 h 883"/>
              <a:gd name="T16" fmla="*/ 253 w 929"/>
              <a:gd name="T17" fmla="*/ 556 h 883"/>
              <a:gd name="T18" fmla="*/ 0 w 929"/>
              <a:gd name="T19" fmla="*/ 337 h 883"/>
              <a:gd name="T20" fmla="*/ 334 w 929"/>
              <a:gd name="T21" fmla="*/ 308 h 883"/>
              <a:gd name="T22" fmla="*/ 465 w 929"/>
              <a:gd name="T23" fmla="*/ 0 h 883"/>
              <a:gd name="T24" fmla="*/ 595 w 929"/>
              <a:gd name="T25" fmla="*/ 308 h 883"/>
              <a:gd name="T26" fmla="*/ 929 w 929"/>
              <a:gd name="T27" fmla="*/ 337 h 883"/>
              <a:gd name="T28" fmla="*/ 676 w 929"/>
              <a:gd name="T29" fmla="*/ 556 h 883"/>
              <a:gd name="T30" fmla="*/ 752 w 929"/>
              <a:gd name="T31" fmla="*/ 883 h 883"/>
              <a:gd name="T32" fmla="*/ 465 w 929"/>
              <a:gd name="T33" fmla="*/ 710 h 883"/>
              <a:gd name="T34" fmla="*/ 177 w 929"/>
              <a:gd name="T35" fmla="*/ 883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9" h="883">
                <a:moveTo>
                  <a:pt x="631" y="718"/>
                </a:moveTo>
                <a:lnTo>
                  <a:pt x="588" y="528"/>
                </a:lnTo>
                <a:lnTo>
                  <a:pt x="734" y="401"/>
                </a:lnTo>
                <a:lnTo>
                  <a:pt x="541" y="383"/>
                </a:lnTo>
                <a:lnTo>
                  <a:pt x="465" y="204"/>
                </a:lnTo>
                <a:lnTo>
                  <a:pt x="465" y="616"/>
                </a:lnTo>
                <a:lnTo>
                  <a:pt x="631" y="718"/>
                </a:lnTo>
                <a:close/>
                <a:moveTo>
                  <a:pt x="177" y="883"/>
                </a:moveTo>
                <a:lnTo>
                  <a:pt x="253" y="556"/>
                </a:lnTo>
                <a:lnTo>
                  <a:pt x="0" y="337"/>
                </a:lnTo>
                <a:lnTo>
                  <a:pt x="334" y="308"/>
                </a:lnTo>
                <a:lnTo>
                  <a:pt x="465" y="0"/>
                </a:lnTo>
                <a:lnTo>
                  <a:pt x="595" y="308"/>
                </a:lnTo>
                <a:lnTo>
                  <a:pt x="929" y="337"/>
                </a:lnTo>
                <a:lnTo>
                  <a:pt x="676" y="556"/>
                </a:lnTo>
                <a:lnTo>
                  <a:pt x="752" y="883"/>
                </a:lnTo>
                <a:lnTo>
                  <a:pt x="465" y="710"/>
                </a:lnTo>
                <a:lnTo>
                  <a:pt x="177" y="88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graphicFrame>
        <p:nvGraphicFramePr>
          <p:cNvPr id="19" name="Table 0">
            <a:extLst>
              <a:ext uri="{FF2B5EF4-FFF2-40B4-BE49-F238E27FC236}">
                <a16:creationId xmlns:a16="http://schemas.microsoft.com/office/drawing/2014/main" id="{8E1F3A14-8E99-85CB-44AF-461337540098}"/>
              </a:ext>
            </a:extLst>
          </p:cNvPr>
          <p:cNvGraphicFramePr>
            <a:graphicFrameLocks noGrp="1"/>
          </p:cNvGraphicFramePr>
          <p:nvPr>
            <p:extLst>
              <p:ext uri="{D42A27DB-BD31-4B8C-83A1-F6EECF244321}">
                <p14:modId xmlns:p14="http://schemas.microsoft.com/office/powerpoint/2010/main" val="758458052"/>
              </p:ext>
            </p:extLst>
          </p:nvPr>
        </p:nvGraphicFramePr>
        <p:xfrm>
          <a:off x="457201" y="3639128"/>
          <a:ext cx="9652407" cy="2654992"/>
        </p:xfrm>
        <a:graphic>
          <a:graphicData uri="http://schemas.openxmlformats.org/drawingml/2006/table">
            <a:tbl>
              <a:tblPr/>
              <a:tblGrid>
                <a:gridCol w="2031999">
                  <a:extLst>
                    <a:ext uri="{9D8B030D-6E8A-4147-A177-3AD203B41FA5}">
                      <a16:colId xmlns:a16="http://schemas.microsoft.com/office/drawing/2014/main" val="20000"/>
                    </a:ext>
                  </a:extLst>
                </a:gridCol>
                <a:gridCol w="1270068">
                  <a:extLst>
                    <a:ext uri="{9D8B030D-6E8A-4147-A177-3AD203B41FA5}">
                      <a16:colId xmlns:a16="http://schemas.microsoft.com/office/drawing/2014/main" val="858855851"/>
                    </a:ext>
                  </a:extLst>
                </a:gridCol>
                <a:gridCol w="1270068">
                  <a:extLst>
                    <a:ext uri="{9D8B030D-6E8A-4147-A177-3AD203B41FA5}">
                      <a16:colId xmlns:a16="http://schemas.microsoft.com/office/drawing/2014/main" val="20001"/>
                    </a:ext>
                  </a:extLst>
                </a:gridCol>
                <a:gridCol w="1270068">
                  <a:extLst>
                    <a:ext uri="{9D8B030D-6E8A-4147-A177-3AD203B41FA5}">
                      <a16:colId xmlns:a16="http://schemas.microsoft.com/office/drawing/2014/main" val="20002"/>
                    </a:ext>
                  </a:extLst>
                </a:gridCol>
                <a:gridCol w="1270068">
                  <a:extLst>
                    <a:ext uri="{9D8B030D-6E8A-4147-A177-3AD203B41FA5}">
                      <a16:colId xmlns:a16="http://schemas.microsoft.com/office/drawing/2014/main" val="20003"/>
                    </a:ext>
                  </a:extLst>
                </a:gridCol>
                <a:gridCol w="1270068">
                  <a:extLst>
                    <a:ext uri="{9D8B030D-6E8A-4147-A177-3AD203B41FA5}">
                      <a16:colId xmlns:a16="http://schemas.microsoft.com/office/drawing/2014/main" val="20004"/>
                    </a:ext>
                  </a:extLst>
                </a:gridCol>
                <a:gridCol w="1270068">
                  <a:extLst>
                    <a:ext uri="{9D8B030D-6E8A-4147-A177-3AD203B41FA5}">
                      <a16:colId xmlns:a16="http://schemas.microsoft.com/office/drawing/2014/main" val="1024503451"/>
                    </a:ext>
                  </a:extLst>
                </a:gridCol>
              </a:tblGrid>
              <a:tr h="323272">
                <a:tc>
                  <a:txBody>
                    <a:bodyPr/>
                    <a:lstStyle/>
                    <a:p>
                      <a:pPr marL="0" indent="0" algn="l">
                        <a:buNone/>
                      </a:pPr>
                      <a:r>
                        <a:rPr lang="en-US" sz="1200" b="1" kern="1200" dirty="0">
                          <a:solidFill>
                            <a:srgbClr val="FFFFFF"/>
                          </a:solidFill>
                          <a:latin typeface="+mj-lt"/>
                          <a:ea typeface="Calibri" pitchFamily="34" charset="-122"/>
                          <a:cs typeface="Calibri" pitchFamily="34" charset="-120"/>
                        </a:rPr>
                        <a:t>Line of Business</a:t>
                      </a: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tc>
                  <a:txBody>
                    <a:bodyPr/>
                    <a:lstStyle/>
                    <a:p>
                      <a:pPr marL="0" indent="0" algn="ctr">
                        <a:buNone/>
                      </a:pPr>
                      <a:r>
                        <a:rPr lang="en-US" sz="1200" b="1" kern="1200" dirty="0">
                          <a:solidFill>
                            <a:srgbClr val="FFFFFF"/>
                          </a:solidFill>
                          <a:latin typeface="+mj-lt"/>
                          <a:ea typeface="Calibri" pitchFamily="34" charset="-122"/>
                          <a:cs typeface="Calibri" pitchFamily="34" charset="-120"/>
                        </a:rPr>
                        <a:t>Marsh GWP</a:t>
                      </a:r>
                    </a:p>
                  </a:txBody>
                  <a:tcPr marL="0" marR="0"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tc>
                  <a:txBody>
                    <a:bodyPr/>
                    <a:lstStyle/>
                    <a:p>
                      <a:pPr marL="0" indent="0" algn="ctr">
                        <a:buNone/>
                      </a:pPr>
                      <a:r>
                        <a:rPr lang="en-US" sz="1200" b="1" kern="1200" dirty="0">
                          <a:solidFill>
                            <a:srgbClr val="FFFFFF"/>
                          </a:solidFill>
                          <a:latin typeface="+mj-lt"/>
                          <a:ea typeface="Calibri" pitchFamily="34" charset="-122"/>
                          <a:cs typeface="Calibri" pitchFamily="34" charset="-120"/>
                        </a:rPr>
                        <a:t>Carrier GWP</a:t>
                      </a:r>
                    </a:p>
                  </a:txBody>
                  <a:tcPr marL="0" marR="0"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tc>
                  <a:txBody>
                    <a:bodyPr/>
                    <a:lstStyle/>
                    <a:p>
                      <a:pPr marL="0" indent="0" algn="ctr">
                        <a:buNone/>
                      </a:pPr>
                      <a:r>
                        <a:rPr lang="en-US" sz="1200" b="1" dirty="0">
                          <a:solidFill>
                            <a:srgbClr val="FFFFFF"/>
                          </a:solidFill>
                          <a:latin typeface="+mj-lt"/>
                          <a:ea typeface="Calibri" pitchFamily="34" charset="-122"/>
                          <a:cs typeface="Calibri" pitchFamily="34" charset="-120"/>
                        </a:rPr>
                        <a:t>YoY</a:t>
                      </a:r>
                      <a:endParaRPr lang="en-US" sz="1200" dirty="0">
                        <a:latin typeface="+mj-lt"/>
                        <a:ea typeface="Calibri" charset="0"/>
                        <a:cs typeface="Calibri" charset="0"/>
                      </a:endParaRPr>
                    </a:p>
                  </a:txBody>
                  <a:tcPr marL="0" marR="0"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tc>
                  <a:txBody>
                    <a:bodyPr/>
                    <a:lstStyle/>
                    <a:p>
                      <a:pPr marL="0" indent="0" algn="ctr">
                        <a:buNone/>
                      </a:pPr>
                      <a:r>
                        <a:rPr lang="en-US" sz="1200" b="1" dirty="0">
                          <a:solidFill>
                            <a:srgbClr val="FFFFFF"/>
                          </a:solidFill>
                          <a:latin typeface="+mj-lt"/>
                          <a:ea typeface="Calibri" pitchFamily="34" charset="-122"/>
                          <a:cs typeface="Calibri" pitchFamily="34" charset="-120"/>
                        </a:rPr>
                        <a:t>Share of Wallet</a:t>
                      </a:r>
                      <a:endParaRPr lang="en-US" sz="1200" dirty="0">
                        <a:latin typeface="+mj-lt"/>
                        <a:ea typeface="Calibri" charset="0"/>
                        <a:cs typeface="Calibri" charset="0"/>
                      </a:endParaRPr>
                    </a:p>
                  </a:txBody>
                  <a:tcPr marL="0" marR="0"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tc>
                  <a:txBody>
                    <a:bodyPr/>
                    <a:lstStyle/>
                    <a:p>
                      <a:pPr marL="0" indent="0" algn="ctr">
                        <a:buNone/>
                      </a:pPr>
                      <a:r>
                        <a:rPr lang="en-US" sz="1200" b="1" kern="1200" dirty="0">
                          <a:solidFill>
                            <a:srgbClr val="FFFFFF"/>
                          </a:solidFill>
                          <a:latin typeface="+mj-lt"/>
                          <a:ea typeface="Calibri" pitchFamily="34" charset="-122"/>
                          <a:cs typeface="Calibri" pitchFamily="34" charset="-120"/>
                        </a:rPr>
                        <a:t>Rank</a:t>
                      </a:r>
                    </a:p>
                  </a:txBody>
                  <a:tcPr marL="0" marR="0"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tc>
                  <a:txBody>
                    <a:bodyPr/>
                    <a:lstStyle/>
                    <a:p>
                      <a:pPr marL="0" indent="0" algn="ctr">
                        <a:buNone/>
                      </a:pPr>
                      <a:r>
                        <a:rPr lang="en-US" sz="1200" b="1" kern="1200" dirty="0">
                          <a:solidFill>
                            <a:srgbClr val="FFFFFF"/>
                          </a:solidFill>
                          <a:latin typeface="+mj-lt"/>
                          <a:ea typeface="Calibri" pitchFamily="34" charset="-122"/>
                          <a:cs typeface="Calibri" pitchFamily="34" charset="-120"/>
                        </a:rPr>
                        <a:t>Peers GWP</a:t>
                      </a:r>
                    </a:p>
                  </a:txBody>
                  <a:tcPr marL="0" marR="0"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0F47"/>
                    </a:solidFill>
                  </a:tcPr>
                </a:tc>
                <a:extLst>
                  <a:ext uri="{0D108BD9-81ED-4DB2-BD59-A6C34878D82A}">
                    <a16:rowId xmlns:a16="http://schemas.microsoft.com/office/drawing/2014/main" val="10000"/>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Property</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b="1" dirty="0">
                          <a:solidFill>
                            <a:srgbClr val="14853D"/>
                          </a:solidFill>
                          <a:latin typeface="+mn-lt"/>
                          <a:ea typeface="Calibri" pitchFamily="34" charset="-122"/>
                          <a:cs typeface="Calibri" pitchFamily="34" charset="-120"/>
                        </a:rPr>
                        <a:t>+</a:t>
                      </a:r>
                      <a:r>
                        <a:rPr lang="en-US" sz="1100" b="1" dirty="0" err="1">
                          <a:solidFill>
                            <a:srgbClr val="14853D"/>
                          </a:solidFill>
                          <a:latin typeface="+mn-lt"/>
                          <a:ea typeface="Calibri" pitchFamily="34" charset="-122"/>
                          <a:cs typeface="Calibri" pitchFamily="34" charset="-120"/>
                        </a:rPr>
                        <a:t>xx.x</a:t>
                      </a:r>
                      <a:r>
                        <a:rPr lang="en-US" sz="1100" b="1" dirty="0">
                          <a:solidFill>
                            <a:srgbClr val="14853D"/>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extLst>
                  <a:ext uri="{0D108BD9-81ED-4DB2-BD59-A6C34878D82A}">
                    <a16:rowId xmlns:a16="http://schemas.microsoft.com/office/drawing/2014/main" val="10001"/>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FINPRO</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b="1" dirty="0">
                          <a:solidFill>
                            <a:srgbClr val="C53532"/>
                          </a:solidFill>
                          <a:latin typeface="+mn-lt"/>
                          <a:ea typeface="Calibri" pitchFamily="34" charset="-122"/>
                          <a:cs typeface="Calibri" pitchFamily="34" charset="-120"/>
                        </a:rPr>
                        <a:t>-</a:t>
                      </a:r>
                      <a:r>
                        <a:rPr lang="en-US" sz="1100" b="1" dirty="0" err="1">
                          <a:solidFill>
                            <a:srgbClr val="C53532"/>
                          </a:solidFill>
                          <a:latin typeface="+mn-lt"/>
                          <a:ea typeface="Calibri" pitchFamily="34" charset="-122"/>
                          <a:cs typeface="Calibri" pitchFamily="34" charset="-120"/>
                        </a:rPr>
                        <a:t>xx.x</a:t>
                      </a:r>
                      <a:r>
                        <a:rPr lang="en-US" sz="1100" b="1" dirty="0">
                          <a:solidFill>
                            <a:srgbClr val="C53532"/>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extLst>
                  <a:ext uri="{0D108BD9-81ED-4DB2-BD59-A6C34878D82A}">
                    <a16:rowId xmlns:a16="http://schemas.microsoft.com/office/drawing/2014/main" val="10002"/>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Casualty</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b="1" dirty="0">
                          <a:solidFill>
                            <a:srgbClr val="14853D"/>
                          </a:solidFill>
                          <a:latin typeface="+mn-lt"/>
                          <a:ea typeface="Calibri" pitchFamily="34" charset="-122"/>
                          <a:cs typeface="Calibri" pitchFamily="34" charset="-120"/>
                        </a:rPr>
                        <a:t>+</a:t>
                      </a:r>
                      <a:r>
                        <a:rPr lang="en-US" sz="1100" b="1" dirty="0" err="1">
                          <a:solidFill>
                            <a:srgbClr val="14853D"/>
                          </a:solidFill>
                          <a:latin typeface="+mn-lt"/>
                          <a:ea typeface="Calibri" pitchFamily="34" charset="-122"/>
                          <a:cs typeface="Calibri" pitchFamily="34" charset="-120"/>
                        </a:rPr>
                        <a:t>x.x</a:t>
                      </a:r>
                      <a:r>
                        <a:rPr lang="en-US" sz="1100" b="1" dirty="0">
                          <a:solidFill>
                            <a:srgbClr val="14853D"/>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extLst>
                  <a:ext uri="{0D108BD9-81ED-4DB2-BD59-A6C34878D82A}">
                    <a16:rowId xmlns:a16="http://schemas.microsoft.com/office/drawing/2014/main" val="10003"/>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Energy and Power</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b="1" dirty="0">
                          <a:solidFill>
                            <a:srgbClr val="14853D"/>
                          </a:solidFill>
                          <a:latin typeface="+mn-lt"/>
                          <a:ea typeface="Calibri" pitchFamily="34" charset="-122"/>
                          <a:cs typeface="Calibri" pitchFamily="34" charset="-120"/>
                        </a:rPr>
                        <a:t>+</a:t>
                      </a:r>
                      <a:r>
                        <a:rPr lang="en-US" sz="1100" b="1" dirty="0" err="1">
                          <a:solidFill>
                            <a:srgbClr val="14853D"/>
                          </a:solidFill>
                          <a:latin typeface="+mn-lt"/>
                          <a:ea typeface="Calibri" pitchFamily="34" charset="-122"/>
                          <a:cs typeface="Calibri" pitchFamily="34" charset="-120"/>
                        </a:rPr>
                        <a:t>xxx.x</a:t>
                      </a:r>
                      <a:r>
                        <a:rPr lang="en-US" sz="1100" b="1" dirty="0">
                          <a:solidFill>
                            <a:srgbClr val="14853D"/>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extLst>
                  <a:ext uri="{0D108BD9-81ED-4DB2-BD59-A6C34878D82A}">
                    <a16:rowId xmlns:a16="http://schemas.microsoft.com/office/drawing/2014/main" val="10004"/>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Pol. Risk / Trade Credit</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b="1" dirty="0">
                          <a:solidFill>
                            <a:srgbClr val="C53532"/>
                          </a:solidFill>
                          <a:latin typeface="+mn-lt"/>
                          <a:ea typeface="Calibri" pitchFamily="34" charset="-122"/>
                          <a:cs typeface="Calibri" pitchFamily="34" charset="-120"/>
                        </a:rPr>
                        <a:t>-</a:t>
                      </a:r>
                      <a:r>
                        <a:rPr lang="en-US" sz="1100" b="1" dirty="0" err="1">
                          <a:solidFill>
                            <a:srgbClr val="C53532"/>
                          </a:solidFill>
                          <a:latin typeface="+mn-lt"/>
                          <a:ea typeface="Calibri" pitchFamily="34" charset="-122"/>
                          <a:cs typeface="Calibri" pitchFamily="34" charset="-120"/>
                        </a:rPr>
                        <a:t>xx.x</a:t>
                      </a:r>
                      <a:r>
                        <a:rPr lang="en-US" sz="1100" b="1" dirty="0">
                          <a:solidFill>
                            <a:srgbClr val="C53532"/>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extLst>
                  <a:ext uri="{0D108BD9-81ED-4DB2-BD59-A6C34878D82A}">
                    <a16:rowId xmlns:a16="http://schemas.microsoft.com/office/drawing/2014/main" val="10005"/>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Employee Benefits</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b="1" dirty="0">
                          <a:solidFill>
                            <a:srgbClr val="C53532"/>
                          </a:solidFill>
                          <a:latin typeface="+mn-lt"/>
                          <a:ea typeface="Calibri" pitchFamily="34" charset="-122"/>
                          <a:cs typeface="Calibri" pitchFamily="34" charset="-120"/>
                        </a:rPr>
                        <a:t>-</a:t>
                      </a:r>
                      <a:r>
                        <a:rPr lang="en-US" sz="1100" b="1" dirty="0" err="1">
                          <a:solidFill>
                            <a:srgbClr val="C53532"/>
                          </a:solidFill>
                          <a:latin typeface="+mn-lt"/>
                          <a:ea typeface="Calibri" pitchFamily="34" charset="-122"/>
                          <a:cs typeface="Calibri" pitchFamily="34" charset="-120"/>
                        </a:rPr>
                        <a:t>xx.x</a:t>
                      </a:r>
                      <a:r>
                        <a:rPr lang="en-US" sz="1100" b="1" dirty="0">
                          <a:solidFill>
                            <a:srgbClr val="C53532"/>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extLst>
                  <a:ext uri="{0D108BD9-81ED-4DB2-BD59-A6C34878D82A}">
                    <a16:rowId xmlns:a16="http://schemas.microsoft.com/office/drawing/2014/main" val="10006"/>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Surety</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b="1" dirty="0">
                          <a:solidFill>
                            <a:srgbClr val="14853D"/>
                          </a:solidFill>
                          <a:latin typeface="+mn-lt"/>
                          <a:ea typeface="Calibri" pitchFamily="34" charset="-122"/>
                          <a:cs typeface="Calibri" pitchFamily="34" charset="-120"/>
                        </a:rPr>
                        <a:t>+</a:t>
                      </a:r>
                      <a:r>
                        <a:rPr lang="en-US" sz="1100" b="1" dirty="0" err="1">
                          <a:solidFill>
                            <a:srgbClr val="14853D"/>
                          </a:solidFill>
                          <a:latin typeface="+mn-lt"/>
                          <a:ea typeface="Calibri" pitchFamily="34" charset="-122"/>
                          <a:cs typeface="Calibri" pitchFamily="34" charset="-120"/>
                        </a:rPr>
                        <a:t>xxx.x</a:t>
                      </a:r>
                      <a:r>
                        <a:rPr lang="en-US" sz="1100" b="1" dirty="0">
                          <a:solidFill>
                            <a:srgbClr val="14853D"/>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extLst>
                  <a:ext uri="{0D108BD9-81ED-4DB2-BD59-A6C34878D82A}">
                    <a16:rowId xmlns:a16="http://schemas.microsoft.com/office/drawing/2014/main" val="10007"/>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Marine</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b="1" dirty="0">
                          <a:solidFill>
                            <a:srgbClr val="14853D"/>
                          </a:solidFill>
                          <a:latin typeface="+mn-lt"/>
                          <a:ea typeface="Calibri" pitchFamily="34" charset="-122"/>
                          <a:cs typeface="Calibri" pitchFamily="34" charset="-120"/>
                        </a:rPr>
                        <a:t>+</a:t>
                      </a:r>
                      <a:r>
                        <a:rPr lang="en-US" sz="1100" b="1" dirty="0" err="1">
                          <a:solidFill>
                            <a:srgbClr val="14853D"/>
                          </a:solidFill>
                          <a:latin typeface="+mn-lt"/>
                          <a:ea typeface="Calibri" pitchFamily="34" charset="-122"/>
                          <a:cs typeface="Calibri" pitchFamily="34" charset="-120"/>
                        </a:rPr>
                        <a:t>xx.x</a:t>
                      </a:r>
                      <a:r>
                        <a:rPr lang="en-US" sz="1100" b="1" dirty="0">
                          <a:solidFill>
                            <a:srgbClr val="14853D"/>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solidFill>
                  </a:tcPr>
                </a:tc>
                <a:extLst>
                  <a:ext uri="{0D108BD9-81ED-4DB2-BD59-A6C34878D82A}">
                    <a16:rowId xmlns:a16="http://schemas.microsoft.com/office/drawing/2014/main" val="10008"/>
                  </a:ext>
                </a:extLst>
              </a:tr>
              <a:tr h="242325">
                <a:tc>
                  <a:txBody>
                    <a:bodyPr/>
                    <a:lstStyle/>
                    <a:p>
                      <a:pPr marL="0" indent="0" algn="l">
                        <a:buNone/>
                      </a:pPr>
                      <a:r>
                        <a:rPr lang="en-US" sz="1100" b="1" dirty="0">
                          <a:solidFill>
                            <a:srgbClr val="000F47"/>
                          </a:solidFill>
                          <a:latin typeface="+mj-lt"/>
                          <a:ea typeface="Calibri" pitchFamily="34" charset="-122"/>
                          <a:cs typeface="Calibri" pitchFamily="34" charset="-120"/>
                        </a:rPr>
                        <a:t>Cyber</a:t>
                      </a:r>
                      <a:endParaRPr lang="en-US" sz="1100" b="1" dirty="0">
                        <a:latin typeface="+mj-lt"/>
                        <a:ea typeface="Calibri" charset="0"/>
                        <a:cs typeface="Calibri" charset="0"/>
                      </a:endParaRPr>
                    </a:p>
                  </a:txBody>
                  <a:tcPr marL="182880" anchor="ctr">
                    <a:lnL w="6350" cap="flat" cmpd="sng" algn="ctr">
                      <a:no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$XM</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b="1" dirty="0">
                          <a:solidFill>
                            <a:srgbClr val="14853D"/>
                          </a:solidFill>
                          <a:latin typeface="+mn-lt"/>
                          <a:ea typeface="Calibri" pitchFamily="34" charset="-122"/>
                          <a:cs typeface="Calibri" pitchFamily="34" charset="-120"/>
                        </a:rPr>
                        <a:t>+</a:t>
                      </a:r>
                      <a:r>
                        <a:rPr lang="en-US" sz="1100" b="1" dirty="0" err="1">
                          <a:solidFill>
                            <a:srgbClr val="14853D"/>
                          </a:solidFill>
                          <a:latin typeface="+mn-lt"/>
                          <a:ea typeface="Calibri" pitchFamily="34" charset="-122"/>
                          <a:cs typeface="Calibri" pitchFamily="34" charset="-120"/>
                        </a:rPr>
                        <a:t>xx.x</a:t>
                      </a:r>
                      <a:r>
                        <a:rPr lang="en-US" sz="1100" b="1" dirty="0">
                          <a:solidFill>
                            <a:srgbClr val="14853D"/>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err="1">
                          <a:solidFill>
                            <a:srgbClr val="000F47"/>
                          </a:solidFill>
                          <a:latin typeface="+mn-lt"/>
                          <a:ea typeface="Calibri" pitchFamily="34" charset="-122"/>
                          <a:cs typeface="Calibri" pitchFamily="34" charset="-120"/>
                        </a:rPr>
                        <a:t>xx.x</a:t>
                      </a:r>
                      <a:r>
                        <a:rPr lang="en-US" sz="1100" dirty="0">
                          <a:solidFill>
                            <a:srgbClr val="000F47"/>
                          </a:solidFill>
                          <a:latin typeface="+mn-lt"/>
                          <a:ea typeface="Calibri" pitchFamily="34" charset="-122"/>
                          <a:cs typeface="Calibri" pitchFamily="34" charset="-120"/>
                        </a:rPr>
                        <a:t>%</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r>
                        <a:rPr lang="en-US" sz="1100" dirty="0">
                          <a:solidFill>
                            <a:srgbClr val="000F47"/>
                          </a:solidFill>
                          <a:latin typeface="+mn-lt"/>
                          <a:ea typeface="Calibri" pitchFamily="34" charset="-122"/>
                          <a:cs typeface="Calibri" pitchFamily="34" charset="-120"/>
                        </a:rPr>
                        <a:t>#x</a:t>
                      </a: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9525" cap="flat" cmpd="sng" algn="ctr">
                      <a:solidFill>
                        <a:srgbClr val="F7F3E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tc>
                  <a:txBody>
                    <a:bodyPr/>
                    <a:lstStyle/>
                    <a:p>
                      <a:pPr marL="0" indent="0" algn="ctr">
                        <a:buNone/>
                      </a:pPr>
                      <a:endParaRPr lang="en-US" sz="1100" dirty="0">
                        <a:latin typeface="+mn-lt"/>
                        <a:ea typeface="Calibri" charset="0"/>
                        <a:cs typeface="Calibri" charset="0"/>
                      </a:endParaRPr>
                    </a:p>
                  </a:txBody>
                  <a:tcPr anchor="ctr">
                    <a:lnL w="9525" cap="flat" cmpd="sng" algn="ctr">
                      <a:solidFill>
                        <a:srgbClr val="F7F3E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3EE">
                        <a:alpha val="40000"/>
                      </a:srgbClr>
                    </a:solidFill>
                  </a:tcPr>
                </a:tc>
                <a:extLst>
                  <a:ext uri="{0D108BD9-81ED-4DB2-BD59-A6C34878D82A}">
                    <a16:rowId xmlns:a16="http://schemas.microsoft.com/office/drawing/2014/main" val="10009"/>
                  </a:ext>
                </a:extLst>
              </a:tr>
            </a:tbl>
          </a:graphicData>
        </a:graphic>
      </p:graphicFrame>
      <p:sp>
        <p:nvSpPr>
          <p:cNvPr id="22" name="TextBox 21">
            <a:extLst>
              <a:ext uri="{FF2B5EF4-FFF2-40B4-BE49-F238E27FC236}">
                <a16:creationId xmlns:a16="http://schemas.microsoft.com/office/drawing/2014/main" id="{3A1E0FDF-8A5B-3375-812B-83D0988BA3A9}"/>
              </a:ext>
            </a:extLst>
          </p:cNvPr>
          <p:cNvSpPr txBox="1"/>
          <p:nvPr/>
        </p:nvSpPr>
        <p:spPr>
          <a:xfrm>
            <a:off x="10350757" y="5555456"/>
            <a:ext cx="1493403" cy="738664"/>
          </a:xfrm>
          <a:prstGeom prst="rect">
            <a:avLst/>
          </a:prstGeom>
          <a:noFill/>
        </p:spPr>
        <p:txBody>
          <a:bodyPr wrap="square" lIns="0" tIns="0" rIns="0" bIns="0">
            <a:spAutoFit/>
          </a:bodyPr>
          <a:lstStyle/>
          <a:p>
            <a:r>
              <a:rPr lang="en-US" sz="1200" b="1" dirty="0">
                <a:latin typeface="+mj-lt"/>
                <a:ea typeface="Calibri" pitchFamily="34" charset="-122"/>
                <a:cs typeface="Calibri" pitchFamily="34" charset="-120"/>
              </a:rPr>
              <a:t>Top3 product in own portfolio holds 75% stake for Chubb in “#N” countries</a:t>
            </a:r>
            <a:endParaRPr lang="en-US" sz="1200" dirty="0">
              <a:latin typeface="+mj-lt"/>
            </a:endParaRPr>
          </a:p>
        </p:txBody>
      </p:sp>
    </p:spTree>
    <p:extLst>
      <p:ext uri="{BB962C8B-B14F-4D97-AF65-F5344CB8AC3E}">
        <p14:creationId xmlns:p14="http://schemas.microsoft.com/office/powerpoint/2010/main" val="172928389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AEC55-1139-B77C-F732-F43AC76EAD47}"/>
              </a:ext>
            </a:extLst>
          </p:cNvPr>
          <p:cNvSpPr>
            <a:spLocks noGrp="1"/>
          </p:cNvSpPr>
          <p:nvPr>
            <p:ph type="body" sz="quarter" idx="10"/>
            <p:custDataLst>
              <p:custData r:id="rId1"/>
            </p:custDataLst>
          </p:nvPr>
        </p:nvSpPr>
        <p:spPr/>
        <p:txBody>
          <a:bodyPr/>
          <a:lstStyle/>
          <a:p>
            <a:r>
              <a:rPr lang="en-US" dirty="0">
                <a:solidFill>
                  <a:schemeClr val="bg1"/>
                </a:solidFill>
              </a:rPr>
              <a:t>This document and any recommendations, analysis, or advice provided by Marsh (collectively, the “Marsh Analysis”) are not intended to be taken as advice regarding any individual situation and should not be relied upon as such. The information contained herein is based on sources we believe reliable, but we make no representation or warranty as to its accuracy. Marsh shall have no obligation to update the Marsh Analysis and shall have no liability to you or any other party arising out of this publication or any matter contained herein. Any statements concerning actuarial, tax, accounting, or legal matters are based solely on our experience as insurance brokers and risk consultants and are not to be relied upon as actuarial, tax, accounting, or legal advice, for which you should consult your own professional advisors. Any modeling, analytics, or projections are subject to inherent uncertainty, and the Marsh Analysis could be materially affected if any underlying assumptions, conditions, information, or factors are inaccurate or incomplete or should change. Marsh makes no representation or warranty concerning the application of policy wording or the financial condition or solvency of insurers or reinsurers. Marsh makes no assurances regarding the availability, cost, or terms of insurance coverage. Although Marsh may provide advice and recommendations, all decisions regarding the amount, type or terms of coverage are the ultimate responsibility of the insurance purchaser, who must decide on the specific coverage that is appropriate to its particular circumstances and financial position.​</a:t>
            </a:r>
          </a:p>
        </p:txBody>
      </p:sp>
    </p:spTree>
    <p:extLst>
      <p:ext uri="{BB962C8B-B14F-4D97-AF65-F5344CB8AC3E}">
        <p14:creationId xmlns:p14="http://schemas.microsoft.com/office/powerpoint/2010/main" val="3490036344"/>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MMCOA_TEMPLATE" val="MMC2021.Classic16x9"/>
  <p:tag name="MMCOA_TEMPLATEVERSION" val="9.7"/>
  <p:tag name="MMCOA_UI_LANGUAGE" val="en-US"/>
  <p:tag name="MMCOA_BASECO" val="MMC"/>
  <p:tag name="MMCOA_REGCO" val="477"/>
  <p:tag name="MMCOA_BRAND" val="MMC2021"/>
  <p:tag name="MMCOA_FEATURESET" val="MMC_2021_v1"/>
  <p:tag name="MMCOA_LANGUAGE" val="en-US"/>
  <p:tag name="MMCOA_LANGUAGEDATEFORMAT" val="MMMM dd, yyyy"/>
  <p:tag name="MMCOA_LANGUAGELOCALEID" val="1033"/>
</p:tagLst>
</file>

<file path=ppt/theme/theme1.xml><?xml version="1.0" encoding="utf-8"?>
<a:theme xmlns:a="http://schemas.openxmlformats.org/drawingml/2006/main" name="MARSH">
  <a:themeElements>
    <a:clrScheme name="MARSH">
      <a:dk1>
        <a:srgbClr val="000F47"/>
      </a:dk1>
      <a:lt1>
        <a:srgbClr val="FFFFFF"/>
      </a:lt1>
      <a:dk2>
        <a:srgbClr val="7B7974"/>
      </a:dk2>
      <a:lt2>
        <a:srgbClr val="CEECFF"/>
      </a:lt2>
      <a:accent1>
        <a:srgbClr val="000F47"/>
      </a:accent1>
      <a:accent2>
        <a:srgbClr val="0B4BFF"/>
      </a:accent2>
      <a:accent3>
        <a:srgbClr val="82BAFF"/>
      </a:accent3>
      <a:accent4>
        <a:srgbClr val="CEECFF"/>
      </a:accent4>
      <a:accent5>
        <a:srgbClr val="FFBF00"/>
      </a:accent5>
      <a:accent6>
        <a:srgbClr val="B9B6B1"/>
      </a:accent6>
      <a:hlink>
        <a:srgbClr val="004CFF"/>
      </a:hlink>
      <a:folHlink>
        <a:srgbClr val="7B7974"/>
      </a:folHlink>
    </a:clrScheme>
    <a:fontScheme name="Marsh 2026">
      <a:majorFont>
        <a:latin typeface="Georgia Pro Ligh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rtlCol="0" anchor="ctr"/>
      <a:lstStyle>
        <a:defPPr algn="ctr">
          <a:defRPr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a:defPPr>
      </a:lstStyle>
    </a:txDef>
  </a:objectDefaults>
  <a:extraClrSchemeLst/>
  <a:custClrLst>
    <a:custClr name="Blue 1">
      <a:srgbClr val="000F47"/>
    </a:custClr>
    <a:custClr name="Blue 2">
      <a:srgbClr val="0B4BFF"/>
    </a:custClr>
    <a:custClr name="Blue 3">
      <a:srgbClr val="82BAFF"/>
    </a:custClr>
    <a:custClr name="Blue 4">
      <a:srgbClr val="CEECFF"/>
    </a:custClr>
    <a:custClr name="Amber 1">
      <a:srgbClr val="CB7E03"/>
    </a:custClr>
    <a:custClr name="Amber 2">
      <a:srgbClr val="FFBF00"/>
    </a:custClr>
    <a:custClr name="Amber 3">
      <a:srgbClr val="FFD98A"/>
    </a:custClr>
    <a:custClr name="Amber 4">
      <a:srgbClr val="FFF3DA"/>
    </a:custClr>
    <a:custClr name="White Spacer 1">
      <a:srgbClr val="FFFFFF"/>
    </a:custClr>
    <a:custClr name="White Spacer 2">
      <a:srgbClr val="FFFFFF"/>
    </a:custClr>
    <a:custClr name="Purple 1">
      <a:srgbClr val="5E017F"/>
    </a:custClr>
    <a:custClr name="Purple 2">
      <a:srgbClr val="8F20DE"/>
    </a:custClr>
    <a:custClr name="Purple 3">
      <a:srgbClr val="DEB1FF"/>
    </a:custClr>
    <a:custClr name="Purple 4">
      <a:srgbClr val="F5E8FF"/>
    </a:custClr>
    <a:custClr name="Green 1">
      <a:srgbClr val="2F7500"/>
    </a:custClr>
    <a:custClr name="Green 2">
      <a:srgbClr val="6ABF30"/>
    </a:custClr>
    <a:custClr name="Green 3">
      <a:srgbClr val="B0DC92"/>
    </a:custClr>
    <a:custClr name="Green 4">
      <a:srgbClr val="DFECD7"/>
    </a:custClr>
    <a:custClr name="White Spacer 3">
      <a:srgbClr val="FFFFFF"/>
    </a:custClr>
    <a:custClr name="White Spacer 4">
      <a:srgbClr val="FFFFFF"/>
    </a:custClr>
    <a:custClr name="Grey 1">
      <a:srgbClr val="3D3C37"/>
    </a:custClr>
    <a:custClr name="Grey 2">
      <a:srgbClr val="7B7974"/>
    </a:custClr>
    <a:custClr name="Grey 3">
      <a:srgbClr val="B9B6B1"/>
    </a:custClr>
    <a:custClr name="Grey 4">
      <a:srgbClr val="F7F3EE"/>
    </a:custClr>
    <a:custClr name="Functional Red">
      <a:srgbClr val="C53532"/>
    </a:custClr>
    <a:custClr name="Functional Green">
      <a:srgbClr val="2F7500"/>
    </a:custClr>
    <a:custClr name="Functional Amber">
      <a:srgbClr val="FFBF00"/>
    </a:custClr>
  </a:custClrLst>
  <a:extLst>
    <a:ext uri="{05A4C25C-085E-4340-85A3-A5531E510DB2}">
      <thm15:themeFamily xmlns:thm15="http://schemas.microsoft.com/office/thememl/2012/main" name="MAR2026.Classic16x9 V09.potx" id="{BE01A8DC-FD82-458F-9F68-179BF4266459}" vid="{377C5825-3BF7-427E-A6BC-DBFA18E33B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CCDA80-1456-4D17-BC76-5FC39C6CF0D8}">
  <we:reference id="530e4aa5-1381-4248-ad81-740f232184fb"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item1.xml>��
</file>

<file path=customXml/item2.xml>��
</file>

<file path=customXml/item3.xml>��
</file>

<file path=customXml/item4.xml>��
</file>

<file path=customXml/item5.xml><?xml version="1.0" encoding="utf-8"?>
<MMCOA_ObjectTags xmlns:xsi="http://www.w3.org/2001/XMLSchema-instance" xmlns:xsd="http://www.w3.org/2001/XMLSchema">
  <PresentationObjectTag TagName="MMC09_PLACEHOLDERTEXT">[MMC2021PPTemplate.PlaceholderSlideBody]</PresentationObjectTag>
</MMCOA_ObjectTags>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xml version="1.0" encoding="utf-8"?>
<?mso-contentType ?>
<FormTemplates xmlns="http://schemas.microsoft.com/sharepoint/v3/contenttype/forms">
  <Display>DocumentLibraryForm</Display>
  <Edit>DocumentLibraryForm</Edit>
  <New>DocumentLibraryForm</New>
</FormTemplates>
</file>

<file path=customXml/item20.xml>��
</file>

<file path=customXml/item21.xml>��
</file>

<file path=customXml/item22.xml>��
</file>

<file path=customXml/item23.xml><?xml version="1.0" encoding="utf-8"?>
<MMCOA_ObjectTags xmlns:xsi="http://www.w3.org/2001/XMLSchema-instance" xmlns:xsd="http://www.w3.org/2001/XMLSchema">
  <PresentationObjectTag TagName="MMC09_BRANDFONTSTYLE">MasterSubtitle</PresentationObjectTag>
  <PresentationObjectTag TagName="MMC09_PLACEHOLDERTEXT">[MMC2021PPTemplate.PlaceholderSlideSubTitle]</PresentationObjectTag>
</MMCOA_ObjectTags>
</file>

<file path=customXml/item24.xml>��
</file>

<file path=customXml/item25.xml>��
</file>

<file path=customXml/item26.xml>��
</file>

<file path=customXml/item27.xml>��
</file>

<file path=customXml/item28.xml>��
</file>

<file path=customXml/item29.xml>��
</file>

<file path=customXml/item30.xml>��
</file>

<file path=customXml/item31.xml><?xml version="1.0" encoding="utf-8"?>
<MMCOA_ObjectTags xmlns:xsd="http://www.w3.org/2001/XMLSchema" xmlns:xsi="http://www.w3.org/2001/XMLSchema-instance">
  <PresentationObjectTag TagName="MMC09_BRANDSHAPESTYLE">ShapeNormalFill</PresentationObjectTag>
</MMCOA_ObjectTags>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xml version="1.0" encoding="utf-8"?>
<MMCOA_ObjectTags xmlns:xsd="http://www.w3.org/2001/XMLSchema" xmlns:xsi="http://www.w3.org/2001/XMLSchema-instance">
  <PresentationObjectTag TagName="MMC09_BRANDFONTSTYLE">ShapeReverseFill</PresentationObjectTag>
</MMCOA_ObjectTags>
</file>

<file path=customXml/item43.xml>��
</file>

<file path=customXml/item44.xml>��
</file>

<file path=customXml/item45.xml><?xml version="1.0" encoding="utf-8"?>
<MMCOA_ObjectTags xmlns:xsd="http://www.w3.org/2001/XMLSchema" xmlns:xsi="http://www.w3.org/2001/XMLSchema-instance">
  <PresentationObjectTag TagName="MMC095_IMGPLACEHOLDERTYPE">ContentImageIcon</PresentationObjectTag>
  <PresentationObjectTag TagName="MMC095_IMGPLACEHOLDERNAME">Icon</PresentationObjectTag>
  <PresentationObjectTag TagName="MMC095_IMGPLACEHOLDERFIT">FITSQUAREBOUNDS;CENTERH;CENTERV</PresentationObjectTag>
  <PresentationObjectTag TagName="MMCAL_AssetID">8977d3cc-074d-457c-ad4f-7db0f97e8ddd</PresentationObjectTag>
</MMCOA_ObjectTags>
</file>

<file path=customXml/item46.xml>��
</file>

<file path=customXml/item47.xml>��
</file>

<file path=customXml/item48.xml>��
</file>

<file path=customXml/item49.xml>��
</file>

<file path=customXml/item50.xml>��
</file>

<file path=customXml/item51.xml><?xml version="1.0" encoding="utf-8"?>
<p:properties xmlns:p="http://schemas.microsoft.com/office/2006/metadata/properties" xmlns:xsi="http://www.w3.org/2001/XMLSchema-instance" xmlns:pc="http://schemas.microsoft.com/office/infopath/2007/PartnerControls">
  <documentManagement>
    <_activity xmlns="9c0da72b-550f-46b1-be50-ce7ebaa2f07d" xsi:nil="true"/>
  </documentManagement>
</p:properties>
</file>

<file path=customXml/item52.xml>��
</file>

<file path=customXml/item53.xml>��
</file>

<file path=customXml/item54.xml>��
</file>

<file path=customXml/item55.xml>��
</file>

<file path=customXml/item56.xml><?xml version="1.0" encoding="utf-8"?>
<MMCOA_ObjectTags xmlns:xsd="http://www.w3.org/2001/XMLSchema" xmlns:xsi="http://www.w3.org/2001/XMLSchema-instance"/>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xml version="1.0" encoding="utf-8"?>
<MMCOA_ObjectTags xmlns:xsd="http://www.w3.org/2001/XMLSchema" xmlns:xsi="http://www.w3.org/2001/XMLSchema-instance">
  <PresentationObjectTag TagName="MMC095_IMGPLACEHOLDERTYPE">ContentImageIcon</PresentationObjectTag>
  <PresentationObjectTag TagName="MMC095_IMGPLACEHOLDERNAME">Icon</PresentationObjectTag>
  <PresentationObjectTag TagName="MMC095_IMGPLACEHOLDERFIT">FITSQUAREBOUNDS;CENTERH;CENTERV</PresentationObjectTag>
  <PresentationObjectTag TagName="MMCAL_AssetID">ec6e831c-1a34-45d5-af8a-535cb12369ff</PresentationObjectTag>
</MMCOA_ObjectTags>
</file>

<file path=customXml/item83.xml>��
</file>

<file path=customXml/item84.xml>��
</file>

<file path=customXml/item85.xml>��
</file>

<file path=customXml/item86.xml>��
</file>

<file path=customXml/item87.xml>��
</file>

<file path=customXml/item88.xml>��
</file>

<file path=customXml/item89.xml>��
</file>

<file path=customXml/item90.xml>��
</file>

<file path=customXml/item91.xml>��
</file>

<file path=customXml/item92.xml><?xml version="1.0" encoding="utf-8"?>
<MMCOA_ObjectTags xmlns:xsd="http://www.w3.org/2001/XMLSchema" xmlns:xsi="http://www.w3.org/2001/XMLSchema-instance">
  <PresentationObjectTag TagName="MMC095_IMGPLACEHOLDERTYPE">ContentImageIcon</PresentationObjectTag>
  <PresentationObjectTag TagName="MMC095_IMGPLACEHOLDERNAME">Icon</PresentationObjectTag>
  <PresentationObjectTag TagName="MMC095_IMGPLACEHOLDERFIT">FITSQUAREBOUNDS;CENTERH;CENTERV</PresentationObjectTag>
  <PresentationObjectTag TagName="MMCAL_AssetID">567d7aae-6421-4a79-8221-0b9274d2ac2b</PresentationObjectTag>
</MMCOA_ObjectTags>
</file>

<file path=customXml/item93.xml>��
</file>

<file path=customXml/item94.xml>��
</file>

<file path=customXml/item95.xml>��
</file>

<file path=customXml/item96.xml>��
</file>

<file path=customXml/item97.xml>��
</file>

<file path=customXml/item98.xml>��
</file>

<file path=customXml/item99.xml><?xml version="1.0" encoding="utf-8"?>
<MMCOA_ObjectTags xmlns:xsi="http://www.w3.org/2001/XMLSchema-instance" xmlns:xsd="http://www.w3.org/2001/XMLSchema">
  <PresentationObjectTag TagName="MMC09_PLACEHOLDERTEXT">[MMC2021PPTemplate.PlaceholderSlideTitle]</PresentationObjectTag>
</MMCOA_ObjectTags>
</file>

<file path=customXml/item100.xml>��
</file>

<file path=customXml/item101.xml>��
</file>

<file path=customXml/item102.xml>��
</file>

<file path=customXml/item103.xml><?xml version="1.0" encoding="utf-8"?>
<MMCOA_ObjectTags xmlns:xsd="http://www.w3.org/2001/XMLSchema" xmlns:xsi="http://www.w3.org/2001/XMLSchema-instance">
  <PresentationObjectTag TagName="MMC09_BRANDSHAPESTYLE">ShapeNormalFill</PresentationObjectTag>
</MMCOA_ObjectTags>
</file>

<file path=customXml/item104.xml>��
</file>

<file path=customXml/item105.xml>��
</file>

<file path=customXml/item106.xml>��
</file>

<file path=customXml/item107.xml>��
</file>

<file path=customXml/item108.xml>��
</file>

<file path=customXml/item109.xml>��
</file>

<file path=customXml/item110.xml>��
</file>

<file path=customXml/item111.xml><?xml version="1.0" encoding="utf-8"?>
<ct:contentTypeSchema xmlns:ct="http://schemas.microsoft.com/office/2006/metadata/contentType" xmlns:ma="http://schemas.microsoft.com/office/2006/metadata/properties/metaAttributes" ct:_="" ma:_="" ma:contentTypeName="Document" ma:contentTypeID="0x010100BFA7C391E76F7B4FBDEDD897DA8B62CA" ma:contentTypeVersion="19" ma:contentTypeDescription="Create a new document." ma:contentTypeScope="" ma:versionID="88f35458f8a0e3899874fc92df353aa0">
  <xsd:schema xmlns:xsd="http://www.w3.org/2001/XMLSchema" xmlns:xs="http://www.w3.org/2001/XMLSchema" xmlns:p="http://schemas.microsoft.com/office/2006/metadata/properties" xmlns:ns3="9c0da72b-550f-46b1-be50-ce7ebaa2f07d" xmlns:ns4="e555e701-c7dd-4f46-9164-3fdf40d0a17d" targetNamespace="http://schemas.microsoft.com/office/2006/metadata/properties" ma:root="true" ma:fieldsID="05cf58f271c0918ee45372782b1c4698" ns3:_="" ns4:_="">
    <xsd:import namespace="9c0da72b-550f-46b1-be50-ce7ebaa2f07d"/>
    <xsd:import namespace="e555e701-c7dd-4f46-9164-3fdf40d0a17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CR" minOccurs="0"/>
                <xsd:element ref="ns4:SharedWithUsers" minOccurs="0"/>
                <xsd:element ref="ns4:SharedWithDetails" minOccurs="0"/>
                <xsd:element ref="ns4:SharingHintHash" minOccurs="0"/>
                <xsd:element ref="ns3:MediaServiceLocation"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0da72b-550f-46b1-be50-ce7ebaa2f0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55e701-c7dd-4f46-9164-3fdf40d0a17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12.xml>��
</file>

<file path=customXml/item113.xml>��
</file>

<file path=customXml/item114.xml>��
</file>

<file path=customXml/item115.xml>��
</file>

<file path=customXml/itemProps1.xml><?xml version="1.0" encoding="utf-8"?>
<ds:datastoreItem xmlns:ds="http://schemas.openxmlformats.org/officeDocument/2006/customXml" ds:itemID="{A60695B3-B58C-4A7A-9F44-CF733A8B88E8}">
  <ds:schemaRefs>
    <ds:schemaRef ds:uri="http://www.w3.org/2001/XMLSchema"/>
  </ds:schemaRefs>
</ds:datastoreItem>
</file>

<file path=customXml/itemProps2.xml><?xml version="1.0" encoding="utf-8"?>
<ds:datastoreItem xmlns:ds="http://schemas.openxmlformats.org/officeDocument/2006/customXml" ds:itemID="{2D7D4C95-1BCA-4B9A-96E3-4D50DC7684A3}">
  <ds:schemaRefs>
    <ds:schemaRef ds:uri="http://www.w3.org/2001/XMLSchema"/>
  </ds:schemaRefs>
</ds:datastoreItem>
</file>

<file path=customXml/itemProps3.xml><?xml version="1.0" encoding="utf-8"?>
<ds:datastoreItem xmlns:ds="http://schemas.openxmlformats.org/officeDocument/2006/customXml" ds:itemID="{C4463173-EC99-467C-9A70-BD2BF1240458}">
  <ds:schemaRefs>
    <ds:schemaRef ds:uri="http://www.w3.org/2001/XMLSchema"/>
  </ds:schemaRefs>
</ds:datastoreItem>
</file>

<file path=customXml/itemProps4.xml><?xml version="1.0" encoding="utf-8"?>
<ds:datastoreItem xmlns:ds="http://schemas.openxmlformats.org/officeDocument/2006/customXml" ds:itemID="{47DF0579-E78E-42CB-87C9-EBEE42D3C703}">
  <ds:schemaRefs>
    <ds:schemaRef ds:uri="http://www.w3.org/2001/XMLSchema"/>
  </ds:schemaRefs>
</ds:datastoreItem>
</file>

<file path=customXml/itemProps5.xml><?xml version="1.0" encoding="utf-8"?>
<ds:datastoreItem xmlns:ds="http://schemas.openxmlformats.org/officeDocument/2006/customXml" ds:itemID="{EE24B97A-F49D-4B84-907D-0863C2BC4421}">
  <ds:schemaRefs>
    <ds:schemaRef ds:uri="http://www.w3.org/2001/XMLSchema"/>
  </ds:schemaRefs>
</ds:datastoreItem>
</file>

<file path=customXml/itemProps6.xml><?xml version="1.0" encoding="utf-8"?>
<ds:datastoreItem xmlns:ds="http://schemas.openxmlformats.org/officeDocument/2006/customXml" ds:itemID="{607226EA-3957-45E2-B653-28E2151C1557}">
  <ds:schemaRefs>
    <ds:schemaRef ds:uri="http://www.w3.org/2001/XMLSchema"/>
  </ds:schemaRefs>
</ds:datastoreItem>
</file>

<file path=customXml/itemProps7.xml><?xml version="1.0" encoding="utf-8"?>
<ds:datastoreItem xmlns:ds="http://schemas.openxmlformats.org/officeDocument/2006/customXml" ds:itemID="{7BD3FEB3-5CE8-492D-AF71-5E2A52B054B9}">
  <ds:schemaRefs>
    <ds:schemaRef ds:uri="http://www.w3.org/2001/XMLSchema"/>
  </ds:schemaRefs>
</ds:datastoreItem>
</file>

<file path=customXml/itemProps8.xml><?xml version="1.0" encoding="utf-8"?>
<ds:datastoreItem xmlns:ds="http://schemas.openxmlformats.org/officeDocument/2006/customXml" ds:itemID="{B60A9FB0-6BD3-4A03-BD4F-5043FC8112F9}">
  <ds:schemaRefs>
    <ds:schemaRef ds:uri="http://www.w3.org/2001/XMLSchema"/>
  </ds:schemaRefs>
</ds:datastoreItem>
</file>

<file path=customXml/itemProps9.xml><?xml version="1.0" encoding="utf-8"?>
<ds:datastoreItem xmlns:ds="http://schemas.openxmlformats.org/officeDocument/2006/customXml" ds:itemID="{7C90CE6B-BF55-4050-ADB0-85456FB862A8}">
  <ds:schemaRefs>
    <ds:schemaRef ds:uri="http://www.w3.org/2001/XMLSchema"/>
  </ds:schemaRefs>
</ds:datastoreItem>
</file>

<file path=customXml/itemProps10.xml><?xml version="1.0" encoding="utf-8"?>
<ds:datastoreItem xmlns:ds="http://schemas.openxmlformats.org/officeDocument/2006/customXml" ds:itemID="{F49636B0-5D63-41C9-8E99-430788F3E087}">
  <ds:schemaRefs>
    <ds:schemaRef ds:uri="http://www.w3.org/2001/XMLSchema"/>
  </ds:schemaRefs>
</ds:datastoreItem>
</file>

<file path=customXml/itemProps11.xml><?xml version="1.0" encoding="utf-8"?>
<ds:datastoreItem xmlns:ds="http://schemas.openxmlformats.org/officeDocument/2006/customXml" ds:itemID="{93DEA722-5085-4108-A072-38CDD9749E46}">
  <ds:schemaRefs>
    <ds:schemaRef ds:uri="http://www.w3.org/2001/XMLSchema"/>
  </ds:schemaRefs>
</ds:datastoreItem>
</file>

<file path=customXml/itemProps12.xml><?xml version="1.0" encoding="utf-8"?>
<ds:datastoreItem xmlns:ds="http://schemas.openxmlformats.org/officeDocument/2006/customXml" ds:itemID="{E4296BF4-C87B-4398-91A5-9BA3E0406BB3}">
  <ds:schemaRefs>
    <ds:schemaRef ds:uri="http://www.w3.org/2001/XMLSchema"/>
  </ds:schemaRefs>
</ds:datastoreItem>
</file>

<file path=customXml/itemProps13.xml><?xml version="1.0" encoding="utf-8"?>
<ds:datastoreItem xmlns:ds="http://schemas.openxmlformats.org/officeDocument/2006/customXml" ds:itemID="{559BD52A-EC43-42F0-83A5-0B69EBA63CBA}">
  <ds:schemaRefs>
    <ds:schemaRef ds:uri="http://www.w3.org/2001/XMLSchema"/>
  </ds:schemaRefs>
</ds:datastoreItem>
</file>

<file path=customXml/itemProps14.xml><?xml version="1.0" encoding="utf-8"?>
<ds:datastoreItem xmlns:ds="http://schemas.openxmlformats.org/officeDocument/2006/customXml" ds:itemID="{50602D68-5CB0-4724-AACB-8CC21103896D}">
  <ds:schemaRefs>
    <ds:schemaRef ds:uri="http://www.w3.org/2001/XMLSchema"/>
  </ds:schemaRefs>
</ds:datastoreItem>
</file>

<file path=customXml/itemProps15.xml><?xml version="1.0" encoding="utf-8"?>
<ds:datastoreItem xmlns:ds="http://schemas.openxmlformats.org/officeDocument/2006/customXml" ds:itemID="{94E65861-3F9A-48C8-8E43-8A54E724E16C}">
  <ds:schemaRefs>
    <ds:schemaRef ds:uri="http://www.w3.org/2001/XMLSchema"/>
  </ds:schemaRefs>
</ds:datastoreItem>
</file>

<file path=customXml/itemProps16.xml><?xml version="1.0" encoding="utf-8"?>
<ds:datastoreItem xmlns:ds="http://schemas.openxmlformats.org/officeDocument/2006/customXml" ds:itemID="{510C10C3-04A1-434C-AC07-FBE0CCB7B1E5}">
  <ds:schemaRefs>
    <ds:schemaRef ds:uri="http://www.w3.org/2001/XMLSchema"/>
  </ds:schemaRefs>
</ds:datastoreItem>
</file>

<file path=customXml/itemProps17.xml><?xml version="1.0" encoding="utf-8"?>
<ds:datastoreItem xmlns:ds="http://schemas.openxmlformats.org/officeDocument/2006/customXml" ds:itemID="{8A919F3C-40C7-4A55-8DE1-8191606CCA42}">
  <ds:schemaRefs>
    <ds:schemaRef ds:uri="http://www.w3.org/2001/XMLSchema"/>
  </ds:schemaRefs>
</ds:datastoreItem>
</file>

<file path=customXml/itemProps18.xml><?xml version="1.0" encoding="utf-8"?>
<ds:datastoreItem xmlns:ds="http://schemas.openxmlformats.org/officeDocument/2006/customXml" ds:itemID="{BDAA657B-DEF6-4F58-B43A-0F1D7E4B4E58}">
  <ds:schemaRefs>
    <ds:schemaRef ds:uri="http://www.w3.org/2001/XMLSchema"/>
  </ds:schemaRefs>
</ds:datastoreItem>
</file>

<file path=customXml/itemProps19.xml><?xml version="1.0" encoding="utf-8"?>
<ds:datastoreItem xmlns:ds="http://schemas.openxmlformats.org/officeDocument/2006/customXml" ds:itemID="{6FE2CC30-BC60-4F8B-A724-C3CC669426B1}">
  <ds:schemaRefs>
    <ds:schemaRef ds:uri="http://schemas.microsoft.com/sharepoint/v3/contenttype/forms"/>
  </ds:schemaRefs>
</ds:datastoreItem>
</file>

<file path=customXml/itemProps20.xml><?xml version="1.0" encoding="utf-8"?>
<ds:datastoreItem xmlns:ds="http://schemas.openxmlformats.org/officeDocument/2006/customXml" ds:itemID="{58D42C7F-C51A-4196-A564-FB7B576BC2EA}">
  <ds:schemaRefs>
    <ds:schemaRef ds:uri="http://www.w3.org/2001/XMLSchema"/>
  </ds:schemaRefs>
</ds:datastoreItem>
</file>

<file path=customXml/itemProps21.xml><?xml version="1.0" encoding="utf-8"?>
<ds:datastoreItem xmlns:ds="http://schemas.openxmlformats.org/officeDocument/2006/customXml" ds:itemID="{D1732B15-1627-4719-A6F6-7501D5058734}">
  <ds:schemaRefs>
    <ds:schemaRef ds:uri="http://www.w3.org/2001/XMLSchema"/>
  </ds:schemaRefs>
</ds:datastoreItem>
</file>

<file path=customXml/itemProps22.xml><?xml version="1.0" encoding="utf-8"?>
<ds:datastoreItem xmlns:ds="http://schemas.openxmlformats.org/officeDocument/2006/customXml" ds:itemID="{1A36EED4-CC04-4594-8495-5E4DD6139D79}">
  <ds:schemaRefs>
    <ds:schemaRef ds:uri="http://www.w3.org/2001/XMLSchema"/>
  </ds:schemaRefs>
</ds:datastoreItem>
</file>

<file path=customXml/itemProps23.xml><?xml version="1.0" encoding="utf-8"?>
<ds:datastoreItem xmlns:ds="http://schemas.openxmlformats.org/officeDocument/2006/customXml" ds:itemID="{E733B240-DE27-4B75-8291-AB886F29C4E1}">
  <ds:schemaRefs>
    <ds:schemaRef ds:uri="http://www.w3.org/2001/XMLSchema"/>
  </ds:schemaRefs>
</ds:datastoreItem>
</file>

<file path=customXml/itemProps24.xml><?xml version="1.0" encoding="utf-8"?>
<ds:datastoreItem xmlns:ds="http://schemas.openxmlformats.org/officeDocument/2006/customXml" ds:itemID="{F99DF561-3B77-4968-9AE3-252795ABE122}">
  <ds:schemaRefs>
    <ds:schemaRef ds:uri="http://www.w3.org/2001/XMLSchema"/>
  </ds:schemaRefs>
</ds:datastoreItem>
</file>

<file path=customXml/itemProps25.xml><?xml version="1.0" encoding="utf-8"?>
<ds:datastoreItem xmlns:ds="http://schemas.openxmlformats.org/officeDocument/2006/customXml" ds:itemID="{44317B3C-72E6-4FDD-859A-980948FDF49F}">
  <ds:schemaRefs>
    <ds:schemaRef ds:uri="http://www.w3.org/2001/XMLSchema"/>
  </ds:schemaRefs>
</ds:datastoreItem>
</file>

<file path=customXml/itemProps26.xml><?xml version="1.0" encoding="utf-8"?>
<ds:datastoreItem xmlns:ds="http://schemas.openxmlformats.org/officeDocument/2006/customXml" ds:itemID="{52D6153A-8E10-41BB-9DE2-A9F0043A6355}">
  <ds:schemaRefs>
    <ds:schemaRef ds:uri="http://www.w3.org/2001/XMLSchema"/>
  </ds:schemaRefs>
</ds:datastoreItem>
</file>

<file path=customXml/itemProps27.xml><?xml version="1.0" encoding="utf-8"?>
<ds:datastoreItem xmlns:ds="http://schemas.openxmlformats.org/officeDocument/2006/customXml" ds:itemID="{B151A477-027E-4C05-B830-FE761FA15453}">
  <ds:schemaRefs>
    <ds:schemaRef ds:uri="http://www.w3.org/2001/XMLSchema"/>
  </ds:schemaRefs>
</ds:datastoreItem>
</file>

<file path=customXml/itemProps28.xml><?xml version="1.0" encoding="utf-8"?>
<ds:datastoreItem xmlns:ds="http://schemas.openxmlformats.org/officeDocument/2006/customXml" ds:itemID="{397CB31B-DE66-47DE-BFEE-DC5CAC2E32DB}">
  <ds:schemaRefs>
    <ds:schemaRef ds:uri="http://www.w3.org/2001/XMLSchema"/>
  </ds:schemaRefs>
</ds:datastoreItem>
</file>

<file path=customXml/itemProps29.xml><?xml version="1.0" encoding="utf-8"?>
<ds:datastoreItem xmlns:ds="http://schemas.openxmlformats.org/officeDocument/2006/customXml" ds:itemID="{70982E8F-B483-4183-91FE-DB1DF4375600}">
  <ds:schemaRefs>
    <ds:schemaRef ds:uri="http://www.w3.org/2001/XMLSchema"/>
  </ds:schemaRefs>
</ds:datastoreItem>
</file>

<file path=customXml/itemProps30.xml><?xml version="1.0" encoding="utf-8"?>
<ds:datastoreItem xmlns:ds="http://schemas.openxmlformats.org/officeDocument/2006/customXml" ds:itemID="{26F29925-7FB8-4DF8-A674-020455522930}">
  <ds:schemaRefs>
    <ds:schemaRef ds:uri="http://www.w3.org/2001/XMLSchema"/>
  </ds:schemaRefs>
</ds:datastoreItem>
</file>

<file path=customXml/itemProps31.xml><?xml version="1.0" encoding="utf-8"?>
<ds:datastoreItem xmlns:ds="http://schemas.openxmlformats.org/officeDocument/2006/customXml" ds:itemID="{B8A850A6-0D2A-4D4C-A04A-D1B231AEC009}">
  <ds:schemaRefs>
    <ds:schemaRef ds:uri="http://www.w3.org/2001/XMLSchema"/>
  </ds:schemaRefs>
</ds:datastoreItem>
</file>

<file path=customXml/itemProps32.xml><?xml version="1.0" encoding="utf-8"?>
<ds:datastoreItem xmlns:ds="http://schemas.openxmlformats.org/officeDocument/2006/customXml" ds:itemID="{1825786A-BDAF-4C3E-85F6-4077936903A7}">
  <ds:schemaRefs>
    <ds:schemaRef ds:uri="http://www.w3.org/2001/XMLSchema"/>
  </ds:schemaRefs>
</ds:datastoreItem>
</file>

<file path=customXml/itemProps33.xml><?xml version="1.0" encoding="utf-8"?>
<ds:datastoreItem xmlns:ds="http://schemas.openxmlformats.org/officeDocument/2006/customXml" ds:itemID="{36521F22-0186-4262-8998-4B3239F3A520}">
  <ds:schemaRefs>
    <ds:schemaRef ds:uri="http://www.w3.org/2001/XMLSchema"/>
  </ds:schemaRefs>
</ds:datastoreItem>
</file>

<file path=customXml/itemProps34.xml><?xml version="1.0" encoding="utf-8"?>
<ds:datastoreItem xmlns:ds="http://schemas.openxmlformats.org/officeDocument/2006/customXml" ds:itemID="{C3B0F440-4C40-4A34-BB70-24BA6E75609A}">
  <ds:schemaRefs>
    <ds:schemaRef ds:uri="http://www.w3.org/2001/XMLSchema"/>
  </ds:schemaRefs>
</ds:datastoreItem>
</file>

<file path=customXml/itemProps35.xml><?xml version="1.0" encoding="utf-8"?>
<ds:datastoreItem xmlns:ds="http://schemas.openxmlformats.org/officeDocument/2006/customXml" ds:itemID="{B9718623-4631-4BB2-A338-E62A6598B622}">
  <ds:schemaRefs>
    <ds:schemaRef ds:uri="http://www.w3.org/2001/XMLSchema"/>
  </ds:schemaRefs>
</ds:datastoreItem>
</file>

<file path=customXml/itemProps36.xml><?xml version="1.0" encoding="utf-8"?>
<ds:datastoreItem xmlns:ds="http://schemas.openxmlformats.org/officeDocument/2006/customXml" ds:itemID="{81794C26-54B2-4CA9-9F61-3F720DB8E13B}">
  <ds:schemaRefs>
    <ds:schemaRef ds:uri="http://www.w3.org/2001/XMLSchema"/>
  </ds:schemaRefs>
</ds:datastoreItem>
</file>

<file path=customXml/itemProps37.xml><?xml version="1.0" encoding="utf-8"?>
<ds:datastoreItem xmlns:ds="http://schemas.openxmlformats.org/officeDocument/2006/customXml" ds:itemID="{BEDA1465-B168-4F9C-96F2-36605D76D893}">
  <ds:schemaRefs>
    <ds:schemaRef ds:uri="http://www.w3.org/2001/XMLSchema"/>
  </ds:schemaRefs>
</ds:datastoreItem>
</file>

<file path=customXml/itemProps38.xml><?xml version="1.0" encoding="utf-8"?>
<ds:datastoreItem xmlns:ds="http://schemas.openxmlformats.org/officeDocument/2006/customXml" ds:itemID="{12D16064-84ED-405A-9E3D-36783394A989}">
  <ds:schemaRefs>
    <ds:schemaRef ds:uri="http://www.w3.org/2001/XMLSchema"/>
  </ds:schemaRefs>
</ds:datastoreItem>
</file>

<file path=customXml/itemProps39.xml><?xml version="1.0" encoding="utf-8"?>
<ds:datastoreItem xmlns:ds="http://schemas.openxmlformats.org/officeDocument/2006/customXml" ds:itemID="{0043A008-6AE4-4BFE-A974-CE0F4DD2394F}">
  <ds:schemaRefs>
    <ds:schemaRef ds:uri="http://www.w3.org/2001/XMLSchema"/>
  </ds:schemaRefs>
</ds:datastoreItem>
</file>

<file path=customXml/itemProps40.xml><?xml version="1.0" encoding="utf-8"?>
<ds:datastoreItem xmlns:ds="http://schemas.openxmlformats.org/officeDocument/2006/customXml" ds:itemID="{D5F0A88D-0FB6-4802-B16D-43108267EE22}">
  <ds:schemaRefs>
    <ds:schemaRef ds:uri="http://www.w3.org/2001/XMLSchema"/>
  </ds:schemaRefs>
</ds:datastoreItem>
</file>

<file path=customXml/itemProps41.xml><?xml version="1.0" encoding="utf-8"?>
<ds:datastoreItem xmlns:ds="http://schemas.openxmlformats.org/officeDocument/2006/customXml" ds:itemID="{BFF4235D-DA89-4864-9036-57C877F58BFB}">
  <ds:schemaRefs>
    <ds:schemaRef ds:uri="http://www.w3.org/2001/XMLSchema"/>
  </ds:schemaRefs>
</ds:datastoreItem>
</file>

<file path=customXml/itemProps42.xml><?xml version="1.0" encoding="utf-8"?>
<ds:datastoreItem xmlns:ds="http://schemas.openxmlformats.org/officeDocument/2006/customXml" ds:itemID="{24B74066-AF41-40EC-A2C0-472F225D0294}">
  <ds:schemaRefs>
    <ds:schemaRef ds:uri="http://www.w3.org/2001/XMLSchema"/>
  </ds:schemaRefs>
</ds:datastoreItem>
</file>

<file path=customXml/itemProps43.xml><?xml version="1.0" encoding="utf-8"?>
<ds:datastoreItem xmlns:ds="http://schemas.openxmlformats.org/officeDocument/2006/customXml" ds:itemID="{3A7AAA1C-219C-4689-92E1-976E5FD83C56}">
  <ds:schemaRefs>
    <ds:schemaRef ds:uri="http://www.w3.org/2001/XMLSchema"/>
  </ds:schemaRefs>
</ds:datastoreItem>
</file>

<file path=customXml/itemProps44.xml><?xml version="1.0" encoding="utf-8"?>
<ds:datastoreItem xmlns:ds="http://schemas.openxmlformats.org/officeDocument/2006/customXml" ds:itemID="{AD4D9DE8-5161-4AED-AB40-DD058F23E15D}">
  <ds:schemaRefs>
    <ds:schemaRef ds:uri="http://www.w3.org/2001/XMLSchema"/>
  </ds:schemaRefs>
</ds:datastoreItem>
</file>

<file path=customXml/itemProps45.xml><?xml version="1.0" encoding="utf-8"?>
<ds:datastoreItem xmlns:ds="http://schemas.openxmlformats.org/officeDocument/2006/customXml" ds:itemID="{AAAC72B6-F624-47AD-8D4E-4D5609DD2E6E}">
  <ds:schemaRefs>
    <ds:schemaRef ds:uri="http://www.w3.org/2001/XMLSchema"/>
  </ds:schemaRefs>
</ds:datastoreItem>
</file>

<file path=customXml/itemProps46.xml><?xml version="1.0" encoding="utf-8"?>
<ds:datastoreItem xmlns:ds="http://schemas.openxmlformats.org/officeDocument/2006/customXml" ds:itemID="{1DED8766-9570-492C-BC5E-E89CB2754310}">
  <ds:schemaRefs>
    <ds:schemaRef ds:uri="http://www.w3.org/2001/XMLSchema"/>
  </ds:schemaRefs>
</ds:datastoreItem>
</file>

<file path=customXml/itemProps47.xml><?xml version="1.0" encoding="utf-8"?>
<ds:datastoreItem xmlns:ds="http://schemas.openxmlformats.org/officeDocument/2006/customXml" ds:itemID="{4C2520A9-0A39-498D-AD4E-38FD51183332}">
  <ds:schemaRefs>
    <ds:schemaRef ds:uri="http://www.w3.org/2001/XMLSchema"/>
  </ds:schemaRefs>
</ds:datastoreItem>
</file>

<file path=customXml/itemProps48.xml><?xml version="1.0" encoding="utf-8"?>
<ds:datastoreItem xmlns:ds="http://schemas.openxmlformats.org/officeDocument/2006/customXml" ds:itemID="{5A40349F-3AAB-4F00-A831-89763CED8DD2}">
  <ds:schemaRefs>
    <ds:schemaRef ds:uri="http://www.w3.org/2001/XMLSchema"/>
  </ds:schemaRefs>
</ds:datastoreItem>
</file>

<file path=customXml/itemProps49.xml><?xml version="1.0" encoding="utf-8"?>
<ds:datastoreItem xmlns:ds="http://schemas.openxmlformats.org/officeDocument/2006/customXml" ds:itemID="{C7893E90-385F-4881-BE33-FA9EE75FEA98}">
  <ds:schemaRefs>
    <ds:schemaRef ds:uri="http://www.w3.org/2001/XMLSchema"/>
  </ds:schemaRefs>
</ds:datastoreItem>
</file>

<file path=customXml/itemProps50.xml><?xml version="1.0" encoding="utf-8"?>
<ds:datastoreItem xmlns:ds="http://schemas.openxmlformats.org/officeDocument/2006/customXml" ds:itemID="{58D77D05-4BF9-480B-868E-38C129258138}">
  <ds:schemaRefs>
    <ds:schemaRef ds:uri="http://www.w3.org/2001/XMLSchema"/>
  </ds:schemaRefs>
</ds:datastoreItem>
</file>

<file path=customXml/itemProps51.xml><?xml version="1.0" encoding="utf-8"?>
<ds:datastoreItem xmlns:ds="http://schemas.openxmlformats.org/officeDocument/2006/customXml" ds:itemID="{136350F2-D45D-4F30-BD7A-730476818183}">
  <ds:schemaRefs>
    <ds:schemaRef ds:uri="http://www.w3.org/XML/1998/namespace"/>
    <ds:schemaRef ds:uri="http://schemas.microsoft.com/office/2006/documentManagement/types"/>
    <ds:schemaRef ds:uri="http://schemas.openxmlformats.org/package/2006/metadata/core-properties"/>
    <ds:schemaRef ds:uri="http://purl.org/dc/elements/1.1/"/>
    <ds:schemaRef ds:uri="http://purl.org/dc/dcmitype/"/>
    <ds:schemaRef ds:uri="9c0da72b-550f-46b1-be50-ce7ebaa2f07d"/>
    <ds:schemaRef ds:uri="e555e701-c7dd-4f46-9164-3fdf40d0a17d"/>
    <ds:schemaRef ds:uri="http://schemas.microsoft.com/office/infopath/2007/PartnerControls"/>
    <ds:schemaRef ds:uri="http://schemas.microsoft.com/office/2006/metadata/properties"/>
    <ds:schemaRef ds:uri="http://purl.org/dc/terms/"/>
  </ds:schemaRefs>
</ds:datastoreItem>
</file>

<file path=customXml/itemProps52.xml><?xml version="1.0" encoding="utf-8"?>
<ds:datastoreItem xmlns:ds="http://schemas.openxmlformats.org/officeDocument/2006/customXml" ds:itemID="{B6064C01-EB3E-42BA-A8A7-BFB51B712664}">
  <ds:schemaRefs>
    <ds:schemaRef ds:uri="http://www.w3.org/2001/XMLSchema"/>
  </ds:schemaRefs>
</ds:datastoreItem>
</file>

<file path=customXml/itemProps53.xml><?xml version="1.0" encoding="utf-8"?>
<ds:datastoreItem xmlns:ds="http://schemas.openxmlformats.org/officeDocument/2006/customXml" ds:itemID="{E5D4D131-2E17-4582-9A5C-B600AEBD9EC1}">
  <ds:schemaRefs>
    <ds:schemaRef ds:uri="http://www.w3.org/2001/XMLSchema"/>
  </ds:schemaRefs>
</ds:datastoreItem>
</file>

<file path=customXml/itemProps54.xml><?xml version="1.0" encoding="utf-8"?>
<ds:datastoreItem xmlns:ds="http://schemas.openxmlformats.org/officeDocument/2006/customXml" ds:itemID="{FC6E74FF-91AF-4D4F-B4A4-A4F26EBFA065}">
  <ds:schemaRefs>
    <ds:schemaRef ds:uri="http://www.w3.org/2001/XMLSchema"/>
  </ds:schemaRefs>
</ds:datastoreItem>
</file>

<file path=customXml/itemProps55.xml><?xml version="1.0" encoding="utf-8"?>
<ds:datastoreItem xmlns:ds="http://schemas.openxmlformats.org/officeDocument/2006/customXml" ds:itemID="{CEA8E538-2443-460F-BF63-8D6F6860E242}">
  <ds:schemaRefs>
    <ds:schemaRef ds:uri="http://www.w3.org/2001/XMLSchema"/>
  </ds:schemaRefs>
</ds:datastoreItem>
</file>

<file path=customXml/itemProps56.xml><?xml version="1.0" encoding="utf-8"?>
<ds:datastoreItem xmlns:ds="http://schemas.openxmlformats.org/officeDocument/2006/customXml" ds:itemID="{3AEF0CF4-2898-45CC-8E45-4E23A9D2A584}">
  <ds:schemaRefs>
    <ds:schemaRef ds:uri="http://www.w3.org/2001/XMLSchema"/>
  </ds:schemaRefs>
</ds:datastoreItem>
</file>

<file path=customXml/itemProps57.xml><?xml version="1.0" encoding="utf-8"?>
<ds:datastoreItem xmlns:ds="http://schemas.openxmlformats.org/officeDocument/2006/customXml" ds:itemID="{745B5DA6-2637-4C13-93D7-E2DC4F4CFE59}">
  <ds:schemaRefs>
    <ds:schemaRef ds:uri="http://www.w3.org/2001/XMLSchema"/>
  </ds:schemaRefs>
</ds:datastoreItem>
</file>

<file path=customXml/itemProps58.xml><?xml version="1.0" encoding="utf-8"?>
<ds:datastoreItem xmlns:ds="http://schemas.openxmlformats.org/officeDocument/2006/customXml" ds:itemID="{3BB010C0-E127-4FDC-B8AB-16AED73515D7}">
  <ds:schemaRefs>
    <ds:schemaRef ds:uri="http://www.w3.org/2001/XMLSchema"/>
  </ds:schemaRefs>
</ds:datastoreItem>
</file>

<file path=customXml/itemProps59.xml><?xml version="1.0" encoding="utf-8"?>
<ds:datastoreItem xmlns:ds="http://schemas.openxmlformats.org/officeDocument/2006/customXml" ds:itemID="{5DF83931-F07F-4F36-AA8B-78C055C87294}">
  <ds:schemaRefs>
    <ds:schemaRef ds:uri="http://www.w3.org/2001/XMLSchema"/>
  </ds:schemaRefs>
</ds:datastoreItem>
</file>

<file path=customXml/itemProps60.xml><?xml version="1.0" encoding="utf-8"?>
<ds:datastoreItem xmlns:ds="http://schemas.openxmlformats.org/officeDocument/2006/customXml" ds:itemID="{89C75685-24CF-41AD-993F-AF5861A7B934}">
  <ds:schemaRefs>
    <ds:schemaRef ds:uri="http://www.w3.org/2001/XMLSchema"/>
  </ds:schemaRefs>
</ds:datastoreItem>
</file>

<file path=customXml/itemProps61.xml><?xml version="1.0" encoding="utf-8"?>
<ds:datastoreItem xmlns:ds="http://schemas.openxmlformats.org/officeDocument/2006/customXml" ds:itemID="{72CD504D-1BBE-49F4-AE80-B8CACEF60F3D}">
  <ds:schemaRefs>
    <ds:schemaRef ds:uri="http://www.w3.org/2001/XMLSchema"/>
  </ds:schemaRefs>
</ds:datastoreItem>
</file>

<file path=customXml/itemProps62.xml><?xml version="1.0" encoding="utf-8"?>
<ds:datastoreItem xmlns:ds="http://schemas.openxmlformats.org/officeDocument/2006/customXml" ds:itemID="{7C42B602-7515-473E-8F1E-5503EC3B9FB1}">
  <ds:schemaRefs>
    <ds:schemaRef ds:uri="http://www.w3.org/2001/XMLSchema"/>
  </ds:schemaRefs>
</ds:datastoreItem>
</file>

<file path=customXml/itemProps63.xml><?xml version="1.0" encoding="utf-8"?>
<ds:datastoreItem xmlns:ds="http://schemas.openxmlformats.org/officeDocument/2006/customXml" ds:itemID="{2C592AFD-41E7-42A7-A002-8E60B04A3298}">
  <ds:schemaRefs>
    <ds:schemaRef ds:uri="http://www.w3.org/2001/XMLSchema"/>
  </ds:schemaRefs>
</ds:datastoreItem>
</file>

<file path=customXml/itemProps64.xml><?xml version="1.0" encoding="utf-8"?>
<ds:datastoreItem xmlns:ds="http://schemas.openxmlformats.org/officeDocument/2006/customXml" ds:itemID="{12B8BF74-2B83-43F8-A5D1-0869B10F9F4E}">
  <ds:schemaRefs>
    <ds:schemaRef ds:uri="http://www.w3.org/2001/XMLSchema"/>
  </ds:schemaRefs>
</ds:datastoreItem>
</file>

<file path=customXml/itemProps65.xml><?xml version="1.0" encoding="utf-8"?>
<ds:datastoreItem xmlns:ds="http://schemas.openxmlformats.org/officeDocument/2006/customXml" ds:itemID="{666CE8F1-A180-4EB8-8AA6-08C051874719}">
  <ds:schemaRefs>
    <ds:schemaRef ds:uri="http://www.w3.org/2001/XMLSchema"/>
  </ds:schemaRefs>
</ds:datastoreItem>
</file>

<file path=customXml/itemProps66.xml><?xml version="1.0" encoding="utf-8"?>
<ds:datastoreItem xmlns:ds="http://schemas.openxmlformats.org/officeDocument/2006/customXml" ds:itemID="{784AEAEE-D19E-48E8-BE35-9D876FEF75CC}">
  <ds:schemaRefs>
    <ds:schemaRef ds:uri="http://www.w3.org/2001/XMLSchema"/>
  </ds:schemaRefs>
</ds:datastoreItem>
</file>

<file path=customXml/itemProps67.xml><?xml version="1.0" encoding="utf-8"?>
<ds:datastoreItem xmlns:ds="http://schemas.openxmlformats.org/officeDocument/2006/customXml" ds:itemID="{CA4FDE25-7A44-4C91-853B-9EAAFFBC957A}">
  <ds:schemaRefs>
    <ds:schemaRef ds:uri="http://www.w3.org/2001/XMLSchema"/>
  </ds:schemaRefs>
</ds:datastoreItem>
</file>

<file path=customXml/itemProps68.xml><?xml version="1.0" encoding="utf-8"?>
<ds:datastoreItem xmlns:ds="http://schemas.openxmlformats.org/officeDocument/2006/customXml" ds:itemID="{59A8F2ED-9A1D-484E-881C-3A39E020D5E7}">
  <ds:schemaRefs>
    <ds:schemaRef ds:uri="http://www.w3.org/2001/XMLSchema"/>
  </ds:schemaRefs>
</ds:datastoreItem>
</file>

<file path=customXml/itemProps69.xml><?xml version="1.0" encoding="utf-8"?>
<ds:datastoreItem xmlns:ds="http://schemas.openxmlformats.org/officeDocument/2006/customXml" ds:itemID="{ED40F832-9C87-41BF-B11B-4E916482D3EB}">
  <ds:schemaRefs>
    <ds:schemaRef ds:uri="http://www.w3.org/2001/XMLSchema"/>
  </ds:schemaRefs>
</ds:datastoreItem>
</file>

<file path=customXml/itemProps70.xml><?xml version="1.0" encoding="utf-8"?>
<ds:datastoreItem xmlns:ds="http://schemas.openxmlformats.org/officeDocument/2006/customXml" ds:itemID="{75796B7C-63D4-4302-A318-4DE4B8019694}">
  <ds:schemaRefs>
    <ds:schemaRef ds:uri="http://www.w3.org/2001/XMLSchema"/>
  </ds:schemaRefs>
</ds:datastoreItem>
</file>

<file path=customXml/itemProps71.xml><?xml version="1.0" encoding="utf-8"?>
<ds:datastoreItem xmlns:ds="http://schemas.openxmlformats.org/officeDocument/2006/customXml" ds:itemID="{652DC1EB-B8D4-4B71-8B74-44888C73D6C2}">
  <ds:schemaRefs>
    <ds:schemaRef ds:uri="http://www.w3.org/2001/XMLSchema"/>
  </ds:schemaRefs>
</ds:datastoreItem>
</file>

<file path=customXml/itemProps72.xml><?xml version="1.0" encoding="utf-8"?>
<ds:datastoreItem xmlns:ds="http://schemas.openxmlformats.org/officeDocument/2006/customXml" ds:itemID="{D3CB0D27-2A46-4086-AE8A-8BF0255F9E57}">
  <ds:schemaRefs>
    <ds:schemaRef ds:uri="http://www.w3.org/2001/XMLSchema"/>
  </ds:schemaRefs>
</ds:datastoreItem>
</file>

<file path=customXml/itemProps73.xml><?xml version="1.0" encoding="utf-8"?>
<ds:datastoreItem xmlns:ds="http://schemas.openxmlformats.org/officeDocument/2006/customXml" ds:itemID="{7F82062E-9818-4653-A31B-81D65328C525}">
  <ds:schemaRefs>
    <ds:schemaRef ds:uri="http://www.w3.org/2001/XMLSchema"/>
  </ds:schemaRefs>
</ds:datastoreItem>
</file>

<file path=customXml/itemProps74.xml><?xml version="1.0" encoding="utf-8"?>
<ds:datastoreItem xmlns:ds="http://schemas.openxmlformats.org/officeDocument/2006/customXml" ds:itemID="{FAC6C92F-EF69-4C30-985B-A2A202F0C67F}">
  <ds:schemaRefs>
    <ds:schemaRef ds:uri="http://www.w3.org/2001/XMLSchema"/>
  </ds:schemaRefs>
</ds:datastoreItem>
</file>

<file path=customXml/itemProps75.xml><?xml version="1.0" encoding="utf-8"?>
<ds:datastoreItem xmlns:ds="http://schemas.openxmlformats.org/officeDocument/2006/customXml" ds:itemID="{3AA7DDC8-5FA9-4469-9D7F-B2C4E5463C20}">
  <ds:schemaRefs>
    <ds:schemaRef ds:uri="http://www.w3.org/2001/XMLSchema"/>
  </ds:schemaRefs>
</ds:datastoreItem>
</file>

<file path=customXml/itemProps76.xml><?xml version="1.0" encoding="utf-8"?>
<ds:datastoreItem xmlns:ds="http://schemas.openxmlformats.org/officeDocument/2006/customXml" ds:itemID="{038856DC-FA82-43EA-9D39-E0D9D41FD23E}">
  <ds:schemaRefs>
    <ds:schemaRef ds:uri="http://www.w3.org/2001/XMLSchema"/>
  </ds:schemaRefs>
</ds:datastoreItem>
</file>

<file path=customXml/itemProps77.xml><?xml version="1.0" encoding="utf-8"?>
<ds:datastoreItem xmlns:ds="http://schemas.openxmlformats.org/officeDocument/2006/customXml" ds:itemID="{2201EB03-C258-4AE8-B65C-6C18B22BB71A}">
  <ds:schemaRefs>
    <ds:schemaRef ds:uri="http://www.w3.org/2001/XMLSchema"/>
  </ds:schemaRefs>
</ds:datastoreItem>
</file>

<file path=customXml/itemProps78.xml><?xml version="1.0" encoding="utf-8"?>
<ds:datastoreItem xmlns:ds="http://schemas.openxmlformats.org/officeDocument/2006/customXml" ds:itemID="{E4CEC96E-CFBC-4C7E-888E-6344C9B90F64}">
  <ds:schemaRefs>
    <ds:schemaRef ds:uri="http://www.w3.org/2001/XMLSchema"/>
  </ds:schemaRefs>
</ds:datastoreItem>
</file>

<file path=customXml/itemProps79.xml><?xml version="1.0" encoding="utf-8"?>
<ds:datastoreItem xmlns:ds="http://schemas.openxmlformats.org/officeDocument/2006/customXml" ds:itemID="{1AA08E88-52D3-4EBA-AA02-8CA9BBF557F6}">
  <ds:schemaRefs>
    <ds:schemaRef ds:uri="http://www.w3.org/2001/XMLSchema"/>
  </ds:schemaRefs>
</ds:datastoreItem>
</file>

<file path=customXml/itemProps80.xml><?xml version="1.0" encoding="utf-8"?>
<ds:datastoreItem xmlns:ds="http://schemas.openxmlformats.org/officeDocument/2006/customXml" ds:itemID="{12509F22-7325-4F09-B5BC-B67E4A94DA3E}">
  <ds:schemaRefs>
    <ds:schemaRef ds:uri="http://www.w3.org/2001/XMLSchema"/>
  </ds:schemaRefs>
</ds:datastoreItem>
</file>

<file path=customXml/itemProps81.xml><?xml version="1.0" encoding="utf-8"?>
<ds:datastoreItem xmlns:ds="http://schemas.openxmlformats.org/officeDocument/2006/customXml" ds:itemID="{C1B6D699-EB9D-444B-8D44-8A692D72F4CD}">
  <ds:schemaRefs>
    <ds:schemaRef ds:uri="http://www.w3.org/2001/XMLSchema"/>
  </ds:schemaRefs>
</ds:datastoreItem>
</file>

<file path=customXml/itemProps82.xml><?xml version="1.0" encoding="utf-8"?>
<ds:datastoreItem xmlns:ds="http://schemas.openxmlformats.org/officeDocument/2006/customXml" ds:itemID="{BDFB42A1-B907-4057-B116-23D25FFDFC65}">
  <ds:schemaRefs>
    <ds:schemaRef ds:uri="http://www.w3.org/2001/XMLSchema"/>
  </ds:schemaRefs>
</ds:datastoreItem>
</file>

<file path=customXml/itemProps83.xml><?xml version="1.0" encoding="utf-8"?>
<ds:datastoreItem xmlns:ds="http://schemas.openxmlformats.org/officeDocument/2006/customXml" ds:itemID="{B811BC3A-4EB4-4D0B-95E2-A6238373D992}">
  <ds:schemaRefs>
    <ds:schemaRef ds:uri="http://www.w3.org/2001/XMLSchema"/>
  </ds:schemaRefs>
</ds:datastoreItem>
</file>

<file path=customXml/itemProps84.xml><?xml version="1.0" encoding="utf-8"?>
<ds:datastoreItem xmlns:ds="http://schemas.openxmlformats.org/officeDocument/2006/customXml" ds:itemID="{3F89CBBB-CF42-4C9C-A015-526BDCC8B8C7}">
  <ds:schemaRefs>
    <ds:schemaRef ds:uri="http://www.w3.org/2001/XMLSchema"/>
  </ds:schemaRefs>
</ds:datastoreItem>
</file>

<file path=customXml/itemProps85.xml><?xml version="1.0" encoding="utf-8"?>
<ds:datastoreItem xmlns:ds="http://schemas.openxmlformats.org/officeDocument/2006/customXml" ds:itemID="{5F1F697B-DD82-43F8-A82E-C116CE15A128}">
  <ds:schemaRefs>
    <ds:schemaRef ds:uri="http://www.w3.org/2001/XMLSchema"/>
  </ds:schemaRefs>
</ds:datastoreItem>
</file>

<file path=customXml/itemProps86.xml><?xml version="1.0" encoding="utf-8"?>
<ds:datastoreItem xmlns:ds="http://schemas.openxmlformats.org/officeDocument/2006/customXml" ds:itemID="{C19E5E76-A27B-4D64-AD2A-565B59DA1453}">
  <ds:schemaRefs>
    <ds:schemaRef ds:uri="http://www.w3.org/2001/XMLSchema"/>
  </ds:schemaRefs>
</ds:datastoreItem>
</file>

<file path=customXml/itemProps87.xml><?xml version="1.0" encoding="utf-8"?>
<ds:datastoreItem xmlns:ds="http://schemas.openxmlformats.org/officeDocument/2006/customXml" ds:itemID="{CA83C030-241C-4449-98A0-421B94200A13}">
  <ds:schemaRefs>
    <ds:schemaRef ds:uri="http://www.w3.org/2001/XMLSchema"/>
  </ds:schemaRefs>
</ds:datastoreItem>
</file>

<file path=customXml/itemProps88.xml><?xml version="1.0" encoding="utf-8"?>
<ds:datastoreItem xmlns:ds="http://schemas.openxmlformats.org/officeDocument/2006/customXml" ds:itemID="{50B514F6-8E32-4682-B48C-AE339CE56750}">
  <ds:schemaRefs>
    <ds:schemaRef ds:uri="http://www.w3.org/2001/XMLSchema"/>
  </ds:schemaRefs>
</ds:datastoreItem>
</file>

<file path=customXml/itemProps89.xml><?xml version="1.0" encoding="utf-8"?>
<ds:datastoreItem xmlns:ds="http://schemas.openxmlformats.org/officeDocument/2006/customXml" ds:itemID="{F14CBA09-FEAF-404B-987F-1AB49AD0F098}">
  <ds:schemaRefs>
    <ds:schemaRef ds:uri="http://www.w3.org/2001/XMLSchema"/>
  </ds:schemaRefs>
</ds:datastoreItem>
</file>

<file path=customXml/itemProps90.xml><?xml version="1.0" encoding="utf-8"?>
<ds:datastoreItem xmlns:ds="http://schemas.openxmlformats.org/officeDocument/2006/customXml" ds:itemID="{3E8BA40F-8008-4E27-9177-A7C22A0DF48C}">
  <ds:schemaRefs>
    <ds:schemaRef ds:uri="http://www.w3.org/2001/XMLSchema"/>
  </ds:schemaRefs>
</ds:datastoreItem>
</file>

<file path=customXml/itemProps91.xml><?xml version="1.0" encoding="utf-8"?>
<ds:datastoreItem xmlns:ds="http://schemas.openxmlformats.org/officeDocument/2006/customXml" ds:itemID="{A47C790E-E13C-44F0-A7D6-564C98CBC458}">
  <ds:schemaRefs>
    <ds:schemaRef ds:uri="http://www.w3.org/2001/XMLSchema"/>
  </ds:schemaRefs>
</ds:datastoreItem>
</file>

<file path=customXml/itemProps92.xml><?xml version="1.0" encoding="utf-8"?>
<ds:datastoreItem xmlns:ds="http://schemas.openxmlformats.org/officeDocument/2006/customXml" ds:itemID="{6A372015-59C9-4749-BF40-912DD249D435}">
  <ds:schemaRefs>
    <ds:schemaRef ds:uri="http://www.w3.org/2001/XMLSchema"/>
  </ds:schemaRefs>
</ds:datastoreItem>
</file>

<file path=customXml/itemProps93.xml><?xml version="1.0" encoding="utf-8"?>
<ds:datastoreItem xmlns:ds="http://schemas.openxmlformats.org/officeDocument/2006/customXml" ds:itemID="{C0185513-3B05-48C4-9B68-21C379CB73B0}">
  <ds:schemaRefs>
    <ds:schemaRef ds:uri="http://www.w3.org/2001/XMLSchema"/>
  </ds:schemaRefs>
</ds:datastoreItem>
</file>

<file path=customXml/itemProps94.xml><?xml version="1.0" encoding="utf-8"?>
<ds:datastoreItem xmlns:ds="http://schemas.openxmlformats.org/officeDocument/2006/customXml" ds:itemID="{C3BDE0D8-1F04-4166-A77A-20E6AEC30783}">
  <ds:schemaRefs>
    <ds:schemaRef ds:uri="http://www.w3.org/2001/XMLSchema"/>
  </ds:schemaRefs>
</ds:datastoreItem>
</file>

<file path=customXml/itemProps95.xml><?xml version="1.0" encoding="utf-8"?>
<ds:datastoreItem xmlns:ds="http://schemas.openxmlformats.org/officeDocument/2006/customXml" ds:itemID="{716B18E8-4A38-4D3C-8972-0E39471BFE5F}">
  <ds:schemaRefs>
    <ds:schemaRef ds:uri="http://www.w3.org/2001/XMLSchema"/>
  </ds:schemaRefs>
</ds:datastoreItem>
</file>

<file path=customXml/itemProps96.xml><?xml version="1.0" encoding="utf-8"?>
<ds:datastoreItem xmlns:ds="http://schemas.openxmlformats.org/officeDocument/2006/customXml" ds:itemID="{B49D6E6E-C0FB-4B76-BA59-514C2A01F212}">
  <ds:schemaRefs>
    <ds:schemaRef ds:uri="http://www.w3.org/2001/XMLSchema"/>
  </ds:schemaRefs>
</ds:datastoreItem>
</file>

<file path=customXml/itemProps97.xml><?xml version="1.0" encoding="utf-8"?>
<ds:datastoreItem xmlns:ds="http://schemas.openxmlformats.org/officeDocument/2006/customXml" ds:itemID="{8CF512BF-968E-4FAE-A108-ACEA0E216C0F}">
  <ds:schemaRefs>
    <ds:schemaRef ds:uri="http://www.w3.org/2001/XMLSchema"/>
  </ds:schemaRefs>
</ds:datastoreItem>
</file>

<file path=customXml/itemProps98.xml><?xml version="1.0" encoding="utf-8"?>
<ds:datastoreItem xmlns:ds="http://schemas.openxmlformats.org/officeDocument/2006/customXml" ds:itemID="{532C0263-3A9B-4EF3-9839-42CC84BA375F}">
  <ds:schemaRefs>
    <ds:schemaRef ds:uri="http://www.w3.org/2001/XMLSchema"/>
  </ds:schemaRefs>
</ds:datastoreItem>
</file>

<file path=customXml/itemProps99.xml><?xml version="1.0" encoding="utf-8"?>
<ds:datastoreItem xmlns:ds="http://schemas.openxmlformats.org/officeDocument/2006/customXml" ds:itemID="{0F53760C-EDD8-4F94-A145-13CFCBC8CF31}">
  <ds:schemaRefs>
    <ds:schemaRef ds:uri="http://www.w3.org/2001/XMLSchema"/>
  </ds:schemaRefs>
</ds:datastoreItem>
</file>

<file path=customXml/itemProps100.xml><?xml version="1.0" encoding="utf-8"?>
<ds:datastoreItem xmlns:ds="http://schemas.openxmlformats.org/officeDocument/2006/customXml" ds:itemID="{2D9D74D2-96E6-4700-8AE9-FC79B13CF8AF}">
  <ds:schemaRefs>
    <ds:schemaRef ds:uri="http://www.w3.org/2001/XMLSchema"/>
  </ds:schemaRefs>
</ds:datastoreItem>
</file>

<file path=customXml/itemProps101.xml><?xml version="1.0" encoding="utf-8"?>
<ds:datastoreItem xmlns:ds="http://schemas.openxmlformats.org/officeDocument/2006/customXml" ds:itemID="{FA8F705B-2CF2-4F2D-8766-F99149EF37B4}">
  <ds:schemaRefs>
    <ds:schemaRef ds:uri="http://www.w3.org/2001/XMLSchema"/>
  </ds:schemaRefs>
</ds:datastoreItem>
</file>

<file path=customXml/itemProps102.xml><?xml version="1.0" encoding="utf-8"?>
<ds:datastoreItem xmlns:ds="http://schemas.openxmlformats.org/officeDocument/2006/customXml" ds:itemID="{86E9DB7A-C649-4675-B50A-1BE58C3421E5}">
  <ds:schemaRefs>
    <ds:schemaRef ds:uri="http://www.w3.org/2001/XMLSchema"/>
  </ds:schemaRefs>
</ds:datastoreItem>
</file>

<file path=customXml/itemProps103.xml><?xml version="1.0" encoding="utf-8"?>
<ds:datastoreItem xmlns:ds="http://schemas.openxmlformats.org/officeDocument/2006/customXml" ds:itemID="{B1977E94-82CA-4096-A890-79AF7F0244CF}">
  <ds:schemaRefs>
    <ds:schemaRef ds:uri="http://www.w3.org/2001/XMLSchema"/>
  </ds:schemaRefs>
</ds:datastoreItem>
</file>

<file path=customXml/itemProps104.xml><?xml version="1.0" encoding="utf-8"?>
<ds:datastoreItem xmlns:ds="http://schemas.openxmlformats.org/officeDocument/2006/customXml" ds:itemID="{C604B718-C70D-4ACE-97A6-2FADE0710129}">
  <ds:schemaRefs>
    <ds:schemaRef ds:uri="http://www.w3.org/2001/XMLSchema"/>
  </ds:schemaRefs>
</ds:datastoreItem>
</file>

<file path=customXml/itemProps105.xml><?xml version="1.0" encoding="utf-8"?>
<ds:datastoreItem xmlns:ds="http://schemas.openxmlformats.org/officeDocument/2006/customXml" ds:itemID="{F474FD24-5CBF-478B-9B17-E5029BD45645}">
  <ds:schemaRefs>
    <ds:schemaRef ds:uri="http://www.w3.org/2001/XMLSchema"/>
  </ds:schemaRefs>
</ds:datastoreItem>
</file>

<file path=customXml/itemProps106.xml><?xml version="1.0" encoding="utf-8"?>
<ds:datastoreItem xmlns:ds="http://schemas.openxmlformats.org/officeDocument/2006/customXml" ds:itemID="{6AFBB2D1-FA95-4A48-8F66-41C2EF0A953E}">
  <ds:schemaRefs>
    <ds:schemaRef ds:uri="http://www.w3.org/2001/XMLSchema"/>
  </ds:schemaRefs>
</ds:datastoreItem>
</file>

<file path=customXml/itemProps107.xml><?xml version="1.0" encoding="utf-8"?>
<ds:datastoreItem xmlns:ds="http://schemas.openxmlformats.org/officeDocument/2006/customXml" ds:itemID="{E797316E-56EA-4589-92FC-A7CF8202BABB}">
  <ds:schemaRefs>
    <ds:schemaRef ds:uri="http://www.w3.org/2001/XMLSchema"/>
  </ds:schemaRefs>
</ds:datastoreItem>
</file>

<file path=customXml/itemProps108.xml><?xml version="1.0" encoding="utf-8"?>
<ds:datastoreItem xmlns:ds="http://schemas.openxmlformats.org/officeDocument/2006/customXml" ds:itemID="{9DFB852C-9AA6-49B4-8C2F-2938BBBC9D37}">
  <ds:schemaRefs>
    <ds:schemaRef ds:uri="http://www.w3.org/2001/XMLSchema"/>
  </ds:schemaRefs>
</ds:datastoreItem>
</file>

<file path=customXml/itemProps109.xml><?xml version="1.0" encoding="utf-8"?>
<ds:datastoreItem xmlns:ds="http://schemas.openxmlformats.org/officeDocument/2006/customXml" ds:itemID="{C8840A1D-877C-4F2E-A2CD-FFC102793BA1}">
  <ds:schemaRefs>
    <ds:schemaRef ds:uri="http://www.w3.org/2001/XMLSchema"/>
  </ds:schemaRefs>
</ds:datastoreItem>
</file>

<file path=customXml/itemProps110.xml><?xml version="1.0" encoding="utf-8"?>
<ds:datastoreItem xmlns:ds="http://schemas.openxmlformats.org/officeDocument/2006/customXml" ds:itemID="{870E60E1-0322-4D2F-B8A9-0B8DC7A943E9}">
  <ds:schemaRefs>
    <ds:schemaRef ds:uri="http://www.w3.org/2001/XMLSchema"/>
  </ds:schemaRefs>
</ds:datastoreItem>
</file>

<file path=customXml/itemProps111.xml><?xml version="1.0" encoding="utf-8"?>
<ds:datastoreItem xmlns:ds="http://schemas.openxmlformats.org/officeDocument/2006/customXml" ds:itemID="{96F4D12C-8473-4A8A-801A-00CCA9BB80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0da72b-550f-46b1-be50-ce7ebaa2f07d"/>
    <ds:schemaRef ds:uri="e555e701-c7dd-4f46-9164-3fdf40d0a1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12.xml><?xml version="1.0" encoding="utf-8"?>
<ds:datastoreItem xmlns:ds="http://schemas.openxmlformats.org/officeDocument/2006/customXml" ds:itemID="{E75B4659-40AA-4292-A29C-E8F587E4EDF4}">
  <ds:schemaRefs>
    <ds:schemaRef ds:uri="http://www.w3.org/2001/XMLSchema"/>
  </ds:schemaRefs>
</ds:datastoreItem>
</file>

<file path=customXml/itemProps113.xml><?xml version="1.0" encoding="utf-8"?>
<ds:datastoreItem xmlns:ds="http://schemas.openxmlformats.org/officeDocument/2006/customXml" ds:itemID="{9E4C8D2E-0F01-4A3E-A9F9-2CEF7A20EE07}">
  <ds:schemaRefs>
    <ds:schemaRef ds:uri="http://www.w3.org/2001/XMLSchema"/>
  </ds:schemaRefs>
</ds:datastoreItem>
</file>

<file path=customXml/itemProps114.xml><?xml version="1.0" encoding="utf-8"?>
<ds:datastoreItem xmlns:ds="http://schemas.openxmlformats.org/officeDocument/2006/customXml" ds:itemID="{2A3819D0-D985-4663-835D-007DFB386387}">
  <ds:schemaRefs>
    <ds:schemaRef ds:uri="http://www.w3.org/2001/XMLSchema"/>
  </ds:schemaRefs>
</ds:datastoreItem>
</file>

<file path=customXml/itemProps115.xml><?xml version="1.0" encoding="utf-8"?>
<ds:datastoreItem xmlns:ds="http://schemas.openxmlformats.org/officeDocument/2006/customXml" ds:itemID="{BA8A1ECD-A4A5-47F9-9E10-6B143A25CC06}">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24336</TotalTime>
  <Words>672</Words>
  <Application>Microsoft Office PowerPoint</Application>
  <PresentationFormat>Widescreen</PresentationFormat>
  <Paragraphs>77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Georgia Pro Light</vt:lpstr>
      <vt:lpstr>MARSH</vt:lpstr>
      <vt:lpstr>PowerPoint Presentation</vt:lpstr>
      <vt:lpstr>Carrier ABC — Carrier Performance Executive Summary (FY2025)</vt:lpstr>
      <vt:lpstr>Carrier ABC — Portfolio &amp; Market Performance Detail</vt:lpstr>
      <vt:lpstr>PowerPoint Presentation</vt:lpstr>
    </vt:vector>
  </TitlesOfParts>
  <Company>Marsh &amp; McLennan Companies,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presenation</dc:title>
  <dc:creator>Name Last Name</dc:creator>
  <cp:lastModifiedBy>Paresh Vora, Jash</cp:lastModifiedBy>
  <cp:revision>28</cp:revision>
  <dcterms:created xsi:type="dcterms:W3CDTF">2026-01-09T13:03:34Z</dcterms:created>
  <dcterms:modified xsi:type="dcterms:W3CDTF">2026-10-16T08:04:54Z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t:lpwstr>MAR2026.Classic16x9</vt:lpwstr>
  </property>
  <property fmtid="{D5CDD505-2E9C-101B-9397-08002B2CF9AE}" pid="3" name="TemplateVersion">
    <vt:lpwstr>10.0</vt:lpwstr>
  </property>
  <property fmtid="{D5CDD505-2E9C-101B-9397-08002B2CF9AE}" pid="4" name="MMCOA_Template">
    <vt:lpwstr>MAR2026.Classic16x9</vt:lpwstr>
  </property>
  <property fmtid="{D5CDD505-2E9C-101B-9397-08002B2CF9AE}" pid="5" name="MMCOA_UI_Language">
    <vt:lpwstr>en-US</vt:lpwstr>
  </property>
  <property fmtid="{D5CDD505-2E9C-101B-9397-08002B2CF9AE}" pid="6" name="MMCOA_BaseCo">
    <vt:lpwstr>MMC</vt:lpwstr>
  </property>
  <property fmtid="{D5CDD505-2E9C-101B-9397-08002B2CF9AE}" pid="7" name="MMCOA_RegCo">
    <vt:lpwstr>477</vt:lpwstr>
  </property>
  <property fmtid="{D5CDD505-2E9C-101B-9397-08002B2CF9AE}" pid="8" name="MMCOA_Brand">
    <vt:lpwstr>MAR2026</vt:lpwstr>
  </property>
  <property fmtid="{D5CDD505-2E9C-101B-9397-08002B2CF9AE}" pid="9" name="MMCOA_FeatureSet">
    <vt:lpwstr>MAR_2026_v1</vt:lpwstr>
  </property>
  <property fmtid="{D5CDD505-2E9C-101B-9397-08002B2CF9AE}" pid="10" name="MMCOA_Language">
    <vt:lpwstr>en-US</vt:lpwstr>
  </property>
  <property fmtid="{D5CDD505-2E9C-101B-9397-08002B2CF9AE}" pid="11" name="MMCOA_LanguageDateFormat">
    <vt:lpwstr>MMMM dd, yyyy</vt:lpwstr>
  </property>
  <property fmtid="{D5CDD505-2E9C-101B-9397-08002B2CF9AE}" pid="12" name="MMCOA_LanguageLocaleId">
    <vt:lpwstr>1033</vt:lpwstr>
  </property>
  <property fmtid="{D5CDD505-2E9C-101B-9397-08002B2CF9AE}" pid="13" name="MMCOA_CoverDigest">
    <vt:lpwstr>MAR2026;frame;MAR26_SolidColours_v1;SkyBlue;COLOUR;DARK</vt:lpwstr>
  </property>
  <property fmtid="{D5CDD505-2E9C-101B-9397-08002B2CF9AE}" pid="14" name="MMCOA_FontSize">
    <vt:lpwstr>Medium</vt:lpwstr>
  </property>
  <property fmtid="{D5CDD505-2E9C-101B-9397-08002B2CF9AE}" pid="15" name="MMCOA_CoverImageID">
    <vt:lpwstr>73231441-2598-483f-b69b-d00c3dcfbca4</vt:lpwstr>
  </property>
  <property fmtid="{D5CDD505-2E9C-101B-9397-08002B2CF9AE}" pid="16" name="MMCOA_CoverImageFrameCrop">
    <vt:lpwstr>V|C</vt:lpwstr>
  </property>
  <property fmtid="{D5CDD505-2E9C-101B-9397-08002B2CF9AE}" pid="17" name="MSIP_Label_38f1469a-2c2a-4aee-b92b-090d4c5468ff_Enabled">
    <vt:lpwstr>true</vt:lpwstr>
  </property>
  <property fmtid="{D5CDD505-2E9C-101B-9397-08002B2CF9AE}" pid="18" name="MSIP_Label_38f1469a-2c2a-4aee-b92b-090d4c5468ff_SetDate">
    <vt:lpwstr>2026-01-09T13:09:48Z</vt:lpwstr>
  </property>
  <property fmtid="{D5CDD505-2E9C-101B-9397-08002B2CF9AE}" pid="19" name="MSIP_Label_38f1469a-2c2a-4aee-b92b-090d4c5468ff_Method">
    <vt:lpwstr>Standard</vt:lpwstr>
  </property>
  <property fmtid="{D5CDD505-2E9C-101B-9397-08002B2CF9AE}" pid="20" name="MSIP_Label_38f1469a-2c2a-4aee-b92b-090d4c5468ff_Name">
    <vt:lpwstr>Confidential - Unmarked</vt:lpwstr>
  </property>
  <property fmtid="{D5CDD505-2E9C-101B-9397-08002B2CF9AE}" pid="21" name="MSIP_Label_38f1469a-2c2a-4aee-b92b-090d4c5468ff_SiteId">
    <vt:lpwstr>2a6e6092-73e4-4752-b1a5-477a17f5056d</vt:lpwstr>
  </property>
  <property fmtid="{D5CDD505-2E9C-101B-9397-08002B2CF9AE}" pid="22" name="MSIP_Label_38f1469a-2c2a-4aee-b92b-090d4c5468ff_ActionId">
    <vt:lpwstr>a5e22cc5-078a-47c7-90a9-041e862a0347</vt:lpwstr>
  </property>
  <property fmtid="{D5CDD505-2E9C-101B-9397-08002B2CF9AE}" pid="23" name="MSIP_Label_38f1469a-2c2a-4aee-b92b-090d4c5468ff_ContentBits">
    <vt:lpwstr>0</vt:lpwstr>
  </property>
  <property fmtid="{D5CDD505-2E9C-101B-9397-08002B2CF9AE}" pid="24" name="MSIP_Label_38f1469a-2c2a-4aee-b92b-090d4c5468ff_Tag">
    <vt:lpwstr>10, 3, 0, 1</vt:lpwstr>
  </property>
  <property fmtid="{D5CDD505-2E9C-101B-9397-08002B2CF9AE}" pid="25" name="ContentTypeId">
    <vt:lpwstr>0x010100BFA7C391E76F7B4FBDEDD897DA8B62CA</vt:lpwstr>
  </property>
</Properties>
</file>